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3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y="6858000" cx="12192000"/>
  <p:notesSz cx="6858000" cy="9144000"/>
  <p:embeddedFontLst>
    <p:embeddedFont>
      <p:font typeface="Poppins"/>
      <p:regular r:id="rId25"/>
      <p:bold r:id="rId26"/>
      <p:italic r:id="rId27"/>
      <p:boldItalic r:id="rId28"/>
    </p:embeddedFont>
    <p:embeddedFont>
      <p:font typeface="IBM Plex Mono Light"/>
      <p:regular r:id="rId29"/>
      <p:bold r:id="rId30"/>
      <p:italic r:id="rId31"/>
      <p:boldItalic r:id="rId32"/>
    </p:embeddedFont>
    <p:embeddedFont>
      <p:font typeface="Open Sans Light"/>
      <p:regular r:id="rId33"/>
      <p:bold r:id="rId34"/>
      <p:italic r:id="rId35"/>
      <p:boldItalic r:id="rId36"/>
    </p:embeddedFont>
    <p:embeddedFont>
      <p:font typeface="Open Sans"/>
      <p:regular r:id="rId37"/>
      <p:bold r:id="rId38"/>
      <p:italic r:id="rId39"/>
      <p:boldItalic r:id="rId4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4134">
          <p15:clr>
            <a:srgbClr val="A4A3A4"/>
          </p15:clr>
        </p15:guide>
        <p15:guide id="2" pos="744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4134" orient="horz"/>
        <p:guide pos="744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OpenSans-boldItalic.fntdata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Poppins-bold.fntdata"/><Relationship Id="rId25" Type="http://schemas.openxmlformats.org/officeDocument/2006/relationships/font" Target="fonts/Poppins-regular.fntdata"/><Relationship Id="rId28" Type="http://schemas.openxmlformats.org/officeDocument/2006/relationships/font" Target="fonts/Poppins-boldItalic.fntdata"/><Relationship Id="rId27" Type="http://schemas.openxmlformats.org/officeDocument/2006/relationships/font" Target="fonts/Poppins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IBMPlexMonoLight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IBMPlexMonoLight-italic.fntdata"/><Relationship Id="rId30" Type="http://schemas.openxmlformats.org/officeDocument/2006/relationships/font" Target="fonts/IBMPlexMonoLight-bold.fntdata"/><Relationship Id="rId11" Type="http://schemas.openxmlformats.org/officeDocument/2006/relationships/slide" Target="slides/slide6.xml"/><Relationship Id="rId33" Type="http://schemas.openxmlformats.org/officeDocument/2006/relationships/font" Target="fonts/OpenSansLight-regular.fntdata"/><Relationship Id="rId10" Type="http://schemas.openxmlformats.org/officeDocument/2006/relationships/slide" Target="slides/slide5.xml"/><Relationship Id="rId32" Type="http://schemas.openxmlformats.org/officeDocument/2006/relationships/font" Target="fonts/IBMPlexMonoLight-boldItalic.fntdata"/><Relationship Id="rId13" Type="http://schemas.openxmlformats.org/officeDocument/2006/relationships/slide" Target="slides/slide8.xml"/><Relationship Id="rId35" Type="http://schemas.openxmlformats.org/officeDocument/2006/relationships/font" Target="fonts/OpenSansLight-italic.fntdata"/><Relationship Id="rId12" Type="http://schemas.openxmlformats.org/officeDocument/2006/relationships/slide" Target="slides/slide7.xml"/><Relationship Id="rId34" Type="http://schemas.openxmlformats.org/officeDocument/2006/relationships/font" Target="fonts/OpenSansLight-bold.fntdata"/><Relationship Id="rId15" Type="http://schemas.openxmlformats.org/officeDocument/2006/relationships/slide" Target="slides/slide10.xml"/><Relationship Id="rId37" Type="http://schemas.openxmlformats.org/officeDocument/2006/relationships/font" Target="fonts/OpenSans-regular.fntdata"/><Relationship Id="rId14" Type="http://schemas.openxmlformats.org/officeDocument/2006/relationships/slide" Target="slides/slide9.xml"/><Relationship Id="rId36" Type="http://schemas.openxmlformats.org/officeDocument/2006/relationships/font" Target="fonts/OpenSansLight-boldItalic.fntdata"/><Relationship Id="rId17" Type="http://schemas.openxmlformats.org/officeDocument/2006/relationships/slide" Target="slides/slide12.xml"/><Relationship Id="rId39" Type="http://schemas.openxmlformats.org/officeDocument/2006/relationships/font" Target="fonts/OpenSans-italic.fntdata"/><Relationship Id="rId16" Type="http://schemas.openxmlformats.org/officeDocument/2006/relationships/slide" Target="slides/slide11.xml"/><Relationship Id="rId38" Type="http://schemas.openxmlformats.org/officeDocument/2006/relationships/font" Target="fonts/OpenSans-bold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6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Google Shape;607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8" name="Google Shape;608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6" name="Shape 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Google Shape;617;g37271c6c3d9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8" name="Google Shape;618;g37271c6c3d9_0_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4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Google Shape;625;g33ad1dca898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6" name="Google Shape;626;g33ad1dca898_1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" name="Google Shape;632;g380de1b8141_1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3" name="Google Shape;633;g380de1b8141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0" name="Shape 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" name="Google Shape;651;g377a497b51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2" name="Google Shape;652;g377a497b513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6" name="Shape 6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" name="Google Shape;667;g3a1aadd7533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8" name="Google Shape;668;g3a1aadd7533_0_1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1" name="Shape 6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2" name="Google Shape;692;g3a1aadd7533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3" name="Google Shape;693;g3a1aadd7533_0_5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4" name="Shape 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Google Shape;705;g3a1aadd7533_0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6" name="Google Shape;706;g3a1aadd7533_0_8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1" name="Shape 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g3a1aadd7533_0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3" name="Google Shape;733;g3a1aadd7533_0_12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0" name="Shape 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1" name="Google Shape;751;g3a1aadd7533_0_1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2" name="Google Shape;752;g3a1aadd7533_0_17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9" name="Shape 7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0" name="Google Shape;770;g3a1aadd7533_0_2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1" name="Google Shape;771;g3a1aadd7533_0_20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7" name="Shape 7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" name="Google Shape;788;g3a1aadd7533_0_2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9" name="Google Shape;789;g3a1aadd7533_0_23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2" name="Shape 8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3" name="Google Shape;803;g3a1aadd7533_0_2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4" name="Google Shape;804;g3a1aadd7533_0_26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2" name="Shape 8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3" name="Google Shape;813;g3a1aadd7533_0_2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4" name="Google Shape;814;g3a1aadd7533_0_28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2" name="Shape 8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3" name="Google Shape;823;g3a1aadd7533_0_2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4" name="Google Shape;824;g3a1aadd7533_0_29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5" name="Shape 8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6" name="Google Shape;836;g3a1aadd7533_0_3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7" name="Google Shape;837;g3a1aadd7533_0_3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8" name="Shape 8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" name="Google Shape;849;g39cfc63e274_0_9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0" name="Google Shape;850;g39cfc63e274_0_92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3" name="Shape 8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4" name="Google Shape;864;g372a7ed5a81_0_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5" name="Google Shape;865;g372a7ed5a81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0" name="Shape 8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1" name="Google Shape;871;g348c93a3e68_1_38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2" name="Google Shape;872;g348c93a3e68_1_3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">
  <p:cSld name="Custom Layout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>
            <p:ph idx="2" type="pic"/>
          </p:nvPr>
        </p:nvSpPr>
        <p:spPr>
          <a:xfrm>
            <a:off x="1068777" y="837967"/>
            <a:ext cx="2873830" cy="5182065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grpSp>
        <p:nvGrpSpPr>
          <p:cNvPr id="10" name="Google Shape;10;p2"/>
          <p:cNvGrpSpPr/>
          <p:nvPr/>
        </p:nvGrpSpPr>
        <p:grpSpPr>
          <a:xfrm>
            <a:off x="-693530" y="-764219"/>
            <a:ext cx="2003055" cy="3742456"/>
            <a:chOff x="-367748" y="-573164"/>
            <a:chExt cx="1502291" cy="2806842"/>
          </a:xfrm>
        </p:grpSpPr>
        <p:grpSp>
          <p:nvGrpSpPr>
            <p:cNvPr id="11" name="Google Shape;11;p2"/>
            <p:cNvGrpSpPr/>
            <p:nvPr/>
          </p:nvGrpSpPr>
          <p:grpSpPr>
            <a:xfrm rot="10800000">
              <a:off x="-191449" y="1507557"/>
              <a:ext cx="904666" cy="726121"/>
              <a:chOff x="7945225" y="4302000"/>
              <a:chExt cx="904666" cy="726121"/>
            </a:xfrm>
          </p:grpSpPr>
          <p:sp>
            <p:nvSpPr>
              <p:cNvPr id="12" name="Google Shape;12;p2"/>
              <p:cNvSpPr/>
              <p:nvPr/>
            </p:nvSpPr>
            <p:spPr>
              <a:xfrm>
                <a:off x="8176775" y="4445200"/>
                <a:ext cx="673116" cy="582921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F50403">
                      <a:alpha val="45882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" name="Google Shape;13;p2"/>
              <p:cNvSpPr/>
              <p:nvPr/>
            </p:nvSpPr>
            <p:spPr>
              <a:xfrm>
                <a:off x="8164350" y="4302000"/>
                <a:ext cx="480925" cy="416483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F50403"/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" name="Google Shape;14;p2"/>
              <p:cNvSpPr/>
              <p:nvPr/>
            </p:nvSpPr>
            <p:spPr>
              <a:xfrm>
                <a:off x="7945225" y="4445200"/>
                <a:ext cx="480925" cy="416483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F50403"/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5" name="Google Shape;15;p2"/>
            <p:cNvSpPr/>
            <p:nvPr/>
          </p:nvSpPr>
          <p:spPr>
            <a:xfrm>
              <a:off x="152767" y="-572549"/>
              <a:ext cx="981776" cy="2307791"/>
            </a:xfrm>
            <a:custGeom>
              <a:rect b="b" l="l" r="r" t="t"/>
              <a:pathLst>
                <a:path extrusionOk="0" h="56267" w="23937">
                  <a:moveTo>
                    <a:pt x="12997" y="1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64"/>
                    <a:pt x="23632" y="11321"/>
                    <a:pt x="23632" y="11808"/>
                  </a:cubicBezTo>
                  <a:cubicBezTo>
                    <a:pt x="23632" y="12311"/>
                    <a:pt x="23434" y="12768"/>
                    <a:pt x="23098" y="13104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5"/>
                  </a:lnTo>
                  <a:cubicBezTo>
                    <a:pt x="16547" y="11489"/>
                    <a:pt x="16029" y="11260"/>
                    <a:pt x="15435" y="11260"/>
                  </a:cubicBezTo>
                  <a:cubicBezTo>
                    <a:pt x="14841" y="11260"/>
                    <a:pt x="14307" y="11489"/>
                    <a:pt x="13911" y="11885"/>
                  </a:cubicBezTo>
                  <a:lnTo>
                    <a:pt x="12525" y="13271"/>
                  </a:lnTo>
                  <a:cubicBezTo>
                    <a:pt x="12129" y="13698"/>
                    <a:pt x="11900" y="14231"/>
                    <a:pt x="11900" y="14795"/>
                  </a:cubicBezTo>
                  <a:cubicBezTo>
                    <a:pt x="11900" y="15374"/>
                    <a:pt x="12129" y="15922"/>
                    <a:pt x="12525" y="16318"/>
                  </a:cubicBezTo>
                  <a:cubicBezTo>
                    <a:pt x="12860" y="16669"/>
                    <a:pt x="13058" y="17126"/>
                    <a:pt x="13058" y="17629"/>
                  </a:cubicBezTo>
                  <a:cubicBezTo>
                    <a:pt x="13058" y="18116"/>
                    <a:pt x="12860" y="18573"/>
                    <a:pt x="12525" y="18924"/>
                  </a:cubicBezTo>
                  <a:lnTo>
                    <a:pt x="11489" y="19944"/>
                  </a:lnTo>
                  <a:cubicBezTo>
                    <a:pt x="11154" y="20295"/>
                    <a:pt x="10696" y="20478"/>
                    <a:pt x="10209" y="20478"/>
                  </a:cubicBezTo>
                  <a:lnTo>
                    <a:pt x="9569" y="20478"/>
                  </a:lnTo>
                  <a:cubicBezTo>
                    <a:pt x="8990" y="20478"/>
                    <a:pt x="8457" y="20706"/>
                    <a:pt x="8045" y="21102"/>
                  </a:cubicBezTo>
                  <a:lnTo>
                    <a:pt x="3353" y="25810"/>
                  </a:lnTo>
                  <a:cubicBezTo>
                    <a:pt x="2515" y="26648"/>
                    <a:pt x="2515" y="28004"/>
                    <a:pt x="3353" y="28842"/>
                  </a:cubicBezTo>
                  <a:lnTo>
                    <a:pt x="10529" y="36018"/>
                  </a:lnTo>
                  <a:cubicBezTo>
                    <a:pt x="10864" y="36369"/>
                    <a:pt x="11062" y="36826"/>
                    <a:pt x="11062" y="37313"/>
                  </a:cubicBezTo>
                  <a:cubicBezTo>
                    <a:pt x="11062" y="37801"/>
                    <a:pt x="10864" y="38273"/>
                    <a:pt x="10529" y="38608"/>
                  </a:cubicBezTo>
                  <a:lnTo>
                    <a:pt x="8198" y="40940"/>
                  </a:lnTo>
                  <a:cubicBezTo>
                    <a:pt x="7802" y="41351"/>
                    <a:pt x="7573" y="41884"/>
                    <a:pt x="7573" y="42463"/>
                  </a:cubicBezTo>
                  <a:lnTo>
                    <a:pt x="7573" y="47720"/>
                  </a:lnTo>
                  <a:cubicBezTo>
                    <a:pt x="7573" y="48207"/>
                    <a:pt x="7390" y="48664"/>
                    <a:pt x="7040" y="49015"/>
                  </a:cubicBezTo>
                  <a:lnTo>
                    <a:pt x="1" y="56054"/>
                  </a:lnTo>
                  <a:lnTo>
                    <a:pt x="199" y="56267"/>
                  </a:lnTo>
                  <a:lnTo>
                    <a:pt x="7268" y="49274"/>
                  </a:lnTo>
                  <a:cubicBezTo>
                    <a:pt x="7664" y="48862"/>
                    <a:pt x="7893" y="48329"/>
                    <a:pt x="7893" y="47750"/>
                  </a:cubicBezTo>
                  <a:lnTo>
                    <a:pt x="7893" y="42494"/>
                  </a:lnTo>
                  <a:cubicBezTo>
                    <a:pt x="7893" y="42006"/>
                    <a:pt x="8091" y="41549"/>
                    <a:pt x="8426" y="41199"/>
                  </a:cubicBezTo>
                  <a:lnTo>
                    <a:pt x="10757" y="38883"/>
                  </a:lnTo>
                  <a:cubicBezTo>
                    <a:pt x="11154" y="38456"/>
                    <a:pt x="11382" y="37923"/>
                    <a:pt x="11382" y="37359"/>
                  </a:cubicBezTo>
                  <a:cubicBezTo>
                    <a:pt x="11382" y="36765"/>
                    <a:pt x="11154" y="36232"/>
                    <a:pt x="10757" y="35835"/>
                  </a:cubicBezTo>
                  <a:lnTo>
                    <a:pt x="3581" y="28644"/>
                  </a:lnTo>
                  <a:cubicBezTo>
                    <a:pt x="2850" y="27943"/>
                    <a:pt x="2850" y="26785"/>
                    <a:pt x="3581" y="26054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67"/>
                  </a:lnTo>
                  <a:cubicBezTo>
                    <a:pt x="13149" y="18741"/>
                    <a:pt x="13378" y="18208"/>
                    <a:pt x="13378" y="17644"/>
                  </a:cubicBezTo>
                  <a:cubicBezTo>
                    <a:pt x="13378" y="17050"/>
                    <a:pt x="13149" y="16516"/>
                    <a:pt x="12753" y="16120"/>
                  </a:cubicBezTo>
                  <a:cubicBezTo>
                    <a:pt x="12418" y="15770"/>
                    <a:pt x="12220" y="15313"/>
                    <a:pt x="12220" y="14825"/>
                  </a:cubicBezTo>
                  <a:cubicBezTo>
                    <a:pt x="12220" y="14322"/>
                    <a:pt x="12418" y="13865"/>
                    <a:pt x="12753" y="13530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8" y="11595"/>
                    <a:pt x="16395" y="11793"/>
                    <a:pt x="16730" y="12128"/>
                  </a:cubicBezTo>
                  <a:lnTo>
                    <a:pt x="19107" y="14520"/>
                  </a:lnTo>
                  <a:cubicBezTo>
                    <a:pt x="19526" y="14939"/>
                    <a:pt x="20074" y="15149"/>
                    <a:pt x="20623" y="15149"/>
                  </a:cubicBezTo>
                  <a:cubicBezTo>
                    <a:pt x="21171" y="15149"/>
                    <a:pt x="21720" y="14939"/>
                    <a:pt x="22139" y="14520"/>
                  </a:cubicBezTo>
                  <a:lnTo>
                    <a:pt x="23297" y="13347"/>
                  </a:lnTo>
                  <a:cubicBezTo>
                    <a:pt x="23708" y="12936"/>
                    <a:pt x="23936" y="12403"/>
                    <a:pt x="23936" y="11824"/>
                  </a:cubicBezTo>
                  <a:cubicBezTo>
                    <a:pt x="23936" y="11260"/>
                    <a:pt x="23708" y="10711"/>
                    <a:pt x="23297" y="10300"/>
                  </a:cubicBezTo>
                  <a:lnTo>
                    <a:pt x="12997" y="1"/>
                  </a:lnTo>
                  <a:close/>
                </a:path>
              </a:pathLst>
            </a:custGeom>
            <a:gradFill>
              <a:gsLst>
                <a:gs pos="0">
                  <a:srgbClr val="F50403"/>
                </a:gs>
                <a:gs pos="40000">
                  <a:srgbClr val="F50403">
                    <a:alpha val="4196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-6579" y="-573164"/>
              <a:ext cx="981776" cy="2307791"/>
            </a:xfrm>
            <a:custGeom>
              <a:rect b="b" l="l" r="r" t="t"/>
              <a:pathLst>
                <a:path extrusionOk="0" h="56267" w="23937">
                  <a:moveTo>
                    <a:pt x="12997" y="0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48"/>
                    <a:pt x="23632" y="11305"/>
                    <a:pt x="23632" y="11808"/>
                  </a:cubicBezTo>
                  <a:cubicBezTo>
                    <a:pt x="23632" y="12296"/>
                    <a:pt x="23434" y="12753"/>
                    <a:pt x="23098" y="13103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4"/>
                  </a:lnTo>
                  <a:cubicBezTo>
                    <a:pt x="16547" y="11488"/>
                    <a:pt x="16029" y="11260"/>
                    <a:pt x="15435" y="11260"/>
                  </a:cubicBezTo>
                  <a:cubicBezTo>
                    <a:pt x="14840" y="11260"/>
                    <a:pt x="14307" y="11488"/>
                    <a:pt x="13911" y="11884"/>
                  </a:cubicBezTo>
                  <a:lnTo>
                    <a:pt x="12525" y="13271"/>
                  </a:lnTo>
                  <a:cubicBezTo>
                    <a:pt x="11687" y="14109"/>
                    <a:pt x="11687" y="15465"/>
                    <a:pt x="12525" y="16303"/>
                  </a:cubicBezTo>
                  <a:cubicBezTo>
                    <a:pt x="12860" y="16638"/>
                    <a:pt x="13058" y="17095"/>
                    <a:pt x="13058" y="17598"/>
                  </a:cubicBezTo>
                  <a:cubicBezTo>
                    <a:pt x="13058" y="18085"/>
                    <a:pt x="12860" y="18543"/>
                    <a:pt x="12525" y="18893"/>
                  </a:cubicBezTo>
                  <a:lnTo>
                    <a:pt x="11489" y="19914"/>
                  </a:lnTo>
                  <a:cubicBezTo>
                    <a:pt x="11153" y="20264"/>
                    <a:pt x="10696" y="20447"/>
                    <a:pt x="10193" y="20447"/>
                  </a:cubicBezTo>
                  <a:lnTo>
                    <a:pt x="9569" y="20447"/>
                  </a:lnTo>
                  <a:cubicBezTo>
                    <a:pt x="8975" y="20447"/>
                    <a:pt x="8441" y="20676"/>
                    <a:pt x="8045" y="21087"/>
                  </a:cubicBezTo>
                  <a:lnTo>
                    <a:pt x="3337" y="25780"/>
                  </a:lnTo>
                  <a:cubicBezTo>
                    <a:pt x="2941" y="26206"/>
                    <a:pt x="2713" y="26739"/>
                    <a:pt x="2713" y="27303"/>
                  </a:cubicBezTo>
                  <a:cubicBezTo>
                    <a:pt x="2713" y="27897"/>
                    <a:pt x="2941" y="28431"/>
                    <a:pt x="3337" y="28827"/>
                  </a:cubicBezTo>
                  <a:lnTo>
                    <a:pt x="10529" y="36018"/>
                  </a:lnTo>
                  <a:cubicBezTo>
                    <a:pt x="11245" y="36719"/>
                    <a:pt x="11245" y="37877"/>
                    <a:pt x="10529" y="38608"/>
                  </a:cubicBezTo>
                  <a:lnTo>
                    <a:pt x="8198" y="40924"/>
                  </a:lnTo>
                  <a:cubicBezTo>
                    <a:pt x="7801" y="41351"/>
                    <a:pt x="7573" y="41884"/>
                    <a:pt x="7573" y="42448"/>
                  </a:cubicBezTo>
                  <a:lnTo>
                    <a:pt x="7573" y="47704"/>
                  </a:lnTo>
                  <a:cubicBezTo>
                    <a:pt x="7573" y="48207"/>
                    <a:pt x="7375" y="48664"/>
                    <a:pt x="7040" y="48999"/>
                  </a:cubicBezTo>
                  <a:lnTo>
                    <a:pt x="1" y="56053"/>
                  </a:lnTo>
                  <a:lnTo>
                    <a:pt x="199" y="56267"/>
                  </a:lnTo>
                  <a:lnTo>
                    <a:pt x="7268" y="49212"/>
                  </a:lnTo>
                  <a:cubicBezTo>
                    <a:pt x="7664" y="48801"/>
                    <a:pt x="7893" y="48268"/>
                    <a:pt x="7893" y="47689"/>
                  </a:cubicBezTo>
                  <a:lnTo>
                    <a:pt x="7893" y="42432"/>
                  </a:lnTo>
                  <a:cubicBezTo>
                    <a:pt x="7893" y="41945"/>
                    <a:pt x="8091" y="41473"/>
                    <a:pt x="8426" y="41137"/>
                  </a:cubicBezTo>
                  <a:lnTo>
                    <a:pt x="10757" y="38806"/>
                  </a:lnTo>
                  <a:cubicBezTo>
                    <a:pt x="11595" y="37984"/>
                    <a:pt x="11595" y="36628"/>
                    <a:pt x="10757" y="35790"/>
                  </a:cubicBezTo>
                  <a:lnTo>
                    <a:pt x="3581" y="28598"/>
                  </a:lnTo>
                  <a:cubicBezTo>
                    <a:pt x="3231" y="28263"/>
                    <a:pt x="3048" y="27806"/>
                    <a:pt x="3048" y="27318"/>
                  </a:cubicBezTo>
                  <a:cubicBezTo>
                    <a:pt x="3048" y="26816"/>
                    <a:pt x="3231" y="26359"/>
                    <a:pt x="3581" y="26023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52"/>
                  </a:lnTo>
                  <a:cubicBezTo>
                    <a:pt x="13149" y="18741"/>
                    <a:pt x="13378" y="18207"/>
                    <a:pt x="13378" y="17628"/>
                  </a:cubicBezTo>
                  <a:cubicBezTo>
                    <a:pt x="13378" y="17049"/>
                    <a:pt x="13149" y="16516"/>
                    <a:pt x="12753" y="16105"/>
                  </a:cubicBezTo>
                  <a:cubicBezTo>
                    <a:pt x="12037" y="15404"/>
                    <a:pt x="12037" y="14246"/>
                    <a:pt x="12753" y="13515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7" y="11595"/>
                    <a:pt x="16395" y="11793"/>
                    <a:pt x="16730" y="12128"/>
                  </a:cubicBezTo>
                  <a:lnTo>
                    <a:pt x="19106" y="14505"/>
                  </a:lnTo>
                  <a:cubicBezTo>
                    <a:pt x="19525" y="14924"/>
                    <a:pt x="20074" y="15133"/>
                    <a:pt x="20622" y="15133"/>
                  </a:cubicBezTo>
                  <a:cubicBezTo>
                    <a:pt x="21171" y="15133"/>
                    <a:pt x="21719" y="14924"/>
                    <a:pt x="22138" y="14505"/>
                  </a:cubicBezTo>
                  <a:lnTo>
                    <a:pt x="23296" y="13347"/>
                  </a:lnTo>
                  <a:cubicBezTo>
                    <a:pt x="23708" y="12936"/>
                    <a:pt x="23936" y="12402"/>
                    <a:pt x="23936" y="11823"/>
                  </a:cubicBezTo>
                  <a:cubicBezTo>
                    <a:pt x="23936" y="11229"/>
                    <a:pt x="23708" y="10696"/>
                    <a:pt x="23296" y="10300"/>
                  </a:cubicBezTo>
                  <a:lnTo>
                    <a:pt x="12997" y="0"/>
                  </a:lnTo>
                  <a:close/>
                </a:path>
              </a:pathLst>
            </a:custGeom>
            <a:gradFill>
              <a:gsLst>
                <a:gs pos="0">
                  <a:srgbClr val="F50403">
                    <a:alpha val="6196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7" name="Google Shape;17;p2"/>
            <p:cNvGrpSpPr/>
            <p:nvPr/>
          </p:nvGrpSpPr>
          <p:grpSpPr>
            <a:xfrm rot="10800000">
              <a:off x="-367748" y="-467133"/>
              <a:ext cx="699928" cy="1651024"/>
              <a:chOff x="8337812" y="3492483"/>
              <a:chExt cx="699928" cy="1651024"/>
            </a:xfrm>
          </p:grpSpPr>
          <p:sp>
            <p:nvSpPr>
              <p:cNvPr id="18" name="Google Shape;18;p2"/>
              <p:cNvSpPr/>
              <p:nvPr/>
            </p:nvSpPr>
            <p:spPr>
              <a:xfrm>
                <a:off x="8337812" y="3492483"/>
                <a:ext cx="483116" cy="1013645"/>
              </a:xfrm>
              <a:custGeom>
                <a:rect b="b" l="l" r="r" t="t"/>
                <a:pathLst>
                  <a:path extrusionOk="0" h="24714" w="11779">
                    <a:moveTo>
                      <a:pt x="6735" y="1"/>
                    </a:moveTo>
                    <a:lnTo>
                      <a:pt x="1" y="6750"/>
                    </a:lnTo>
                    <a:lnTo>
                      <a:pt x="229" y="6964"/>
                    </a:lnTo>
                    <a:lnTo>
                      <a:pt x="6415" y="763"/>
                    </a:lnTo>
                    <a:lnTo>
                      <a:pt x="6415" y="13165"/>
                    </a:lnTo>
                    <a:lnTo>
                      <a:pt x="11458" y="13165"/>
                    </a:lnTo>
                    <a:lnTo>
                      <a:pt x="11458" y="24713"/>
                    </a:lnTo>
                    <a:lnTo>
                      <a:pt x="11778" y="24713"/>
                    </a:lnTo>
                    <a:lnTo>
                      <a:pt x="11778" y="12860"/>
                    </a:lnTo>
                    <a:lnTo>
                      <a:pt x="6735" y="12860"/>
                    </a:lnTo>
                    <a:lnTo>
                      <a:pt x="6735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6862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" name="Google Shape;19;p2"/>
              <p:cNvSpPr/>
              <p:nvPr/>
            </p:nvSpPr>
            <p:spPr>
              <a:xfrm>
                <a:off x="8698380" y="3916789"/>
                <a:ext cx="246869" cy="1226718"/>
              </a:xfrm>
              <a:custGeom>
                <a:rect b="b" l="l" r="r" t="t"/>
                <a:pathLst>
                  <a:path extrusionOk="0" h="29909" w="6019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6862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" name="Google Shape;20;p2"/>
              <p:cNvSpPr/>
              <p:nvPr/>
            </p:nvSpPr>
            <p:spPr>
              <a:xfrm>
                <a:off x="8790871" y="3823684"/>
                <a:ext cx="246869" cy="1226718"/>
              </a:xfrm>
              <a:custGeom>
                <a:rect b="b" l="l" r="r" t="t"/>
                <a:pathLst>
                  <a:path extrusionOk="0" h="29909" w="6019">
                    <a:moveTo>
                      <a:pt x="1" y="1"/>
                    </a:moveTo>
                    <a:lnTo>
                      <a:pt x="1" y="305"/>
                    </a:lnTo>
                    <a:lnTo>
                      <a:pt x="5714" y="305"/>
                    </a:lnTo>
                    <a:lnTo>
                      <a:pt x="5714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6862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1" name="Google Shape;21;p2"/>
          <p:cNvGrpSpPr/>
          <p:nvPr/>
        </p:nvGrpSpPr>
        <p:grpSpPr>
          <a:xfrm>
            <a:off x="10058981" y="-228028"/>
            <a:ext cx="4669343" cy="7413455"/>
            <a:chOff x="7392021" y="-171025"/>
            <a:chExt cx="3502095" cy="5560230"/>
          </a:xfrm>
        </p:grpSpPr>
        <p:grpSp>
          <p:nvGrpSpPr>
            <p:cNvPr id="22" name="Google Shape;22;p2"/>
            <p:cNvGrpSpPr/>
            <p:nvPr/>
          </p:nvGrpSpPr>
          <p:grpSpPr>
            <a:xfrm>
              <a:off x="7392021" y="539499"/>
              <a:ext cx="1518472" cy="3030657"/>
              <a:chOff x="7785196" y="342199"/>
              <a:chExt cx="1518472" cy="3030657"/>
            </a:xfrm>
          </p:grpSpPr>
          <p:sp>
            <p:nvSpPr>
              <p:cNvPr id="23" name="Google Shape;23;p2"/>
              <p:cNvSpPr/>
              <p:nvPr/>
            </p:nvSpPr>
            <p:spPr>
              <a:xfrm rot="10800000">
                <a:off x="7882621" y="539499"/>
                <a:ext cx="1421047" cy="2833357"/>
              </a:xfrm>
              <a:custGeom>
                <a:rect b="b" l="l" r="r" t="t"/>
                <a:pathLst>
                  <a:path extrusionOk="0" h="69081" w="34647">
                    <a:moveTo>
                      <a:pt x="34434" y="1"/>
                    </a:moveTo>
                    <a:lnTo>
                      <a:pt x="25429" y="8990"/>
                    </a:lnTo>
                    <a:lnTo>
                      <a:pt x="25383" y="9051"/>
                    </a:lnTo>
                    <a:lnTo>
                      <a:pt x="25383" y="32651"/>
                    </a:lnTo>
                    <a:lnTo>
                      <a:pt x="15130" y="42920"/>
                    </a:lnTo>
                    <a:lnTo>
                      <a:pt x="15084" y="42951"/>
                    </a:lnTo>
                    <a:lnTo>
                      <a:pt x="15084" y="60472"/>
                    </a:lnTo>
                    <a:lnTo>
                      <a:pt x="9614" y="65957"/>
                    </a:lnTo>
                    <a:lnTo>
                      <a:pt x="0" y="65957"/>
                    </a:lnTo>
                    <a:lnTo>
                      <a:pt x="0" y="69080"/>
                    </a:lnTo>
                    <a:lnTo>
                      <a:pt x="320" y="69080"/>
                    </a:lnTo>
                    <a:lnTo>
                      <a:pt x="320" y="66262"/>
                    </a:lnTo>
                    <a:lnTo>
                      <a:pt x="9751" y="66262"/>
                    </a:lnTo>
                    <a:lnTo>
                      <a:pt x="15389" y="60609"/>
                    </a:lnTo>
                    <a:lnTo>
                      <a:pt x="15389" y="43088"/>
                    </a:lnTo>
                    <a:lnTo>
                      <a:pt x="25658" y="32819"/>
                    </a:lnTo>
                    <a:lnTo>
                      <a:pt x="25688" y="32788"/>
                    </a:lnTo>
                    <a:lnTo>
                      <a:pt x="25688" y="9188"/>
                    </a:lnTo>
                    <a:lnTo>
                      <a:pt x="34647" y="214"/>
                    </a:lnTo>
                    <a:lnTo>
                      <a:pt x="34434" y="1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" name="Google Shape;24;p2"/>
              <p:cNvSpPr/>
              <p:nvPr/>
            </p:nvSpPr>
            <p:spPr>
              <a:xfrm rot="10800000">
                <a:off x="7785196" y="342199"/>
                <a:ext cx="1421047" cy="2833357"/>
              </a:xfrm>
              <a:custGeom>
                <a:rect b="b" l="l" r="r" t="t"/>
                <a:pathLst>
                  <a:path extrusionOk="0" h="69081" w="34647">
                    <a:moveTo>
                      <a:pt x="34434" y="1"/>
                    </a:moveTo>
                    <a:lnTo>
                      <a:pt x="25429" y="8990"/>
                    </a:lnTo>
                    <a:lnTo>
                      <a:pt x="25383" y="9051"/>
                    </a:lnTo>
                    <a:lnTo>
                      <a:pt x="25383" y="32651"/>
                    </a:lnTo>
                    <a:lnTo>
                      <a:pt x="15130" y="42920"/>
                    </a:lnTo>
                    <a:lnTo>
                      <a:pt x="15084" y="42951"/>
                    </a:lnTo>
                    <a:lnTo>
                      <a:pt x="15084" y="60472"/>
                    </a:lnTo>
                    <a:lnTo>
                      <a:pt x="9614" y="65957"/>
                    </a:lnTo>
                    <a:lnTo>
                      <a:pt x="0" y="65957"/>
                    </a:lnTo>
                    <a:lnTo>
                      <a:pt x="0" y="69080"/>
                    </a:lnTo>
                    <a:lnTo>
                      <a:pt x="320" y="69080"/>
                    </a:lnTo>
                    <a:lnTo>
                      <a:pt x="320" y="66262"/>
                    </a:lnTo>
                    <a:lnTo>
                      <a:pt x="9751" y="66262"/>
                    </a:lnTo>
                    <a:lnTo>
                      <a:pt x="15389" y="60609"/>
                    </a:lnTo>
                    <a:lnTo>
                      <a:pt x="15389" y="43088"/>
                    </a:lnTo>
                    <a:lnTo>
                      <a:pt x="25658" y="32819"/>
                    </a:lnTo>
                    <a:lnTo>
                      <a:pt x="25688" y="32788"/>
                    </a:lnTo>
                    <a:lnTo>
                      <a:pt x="25688" y="9188"/>
                    </a:lnTo>
                    <a:lnTo>
                      <a:pt x="34647" y="214"/>
                    </a:lnTo>
                    <a:lnTo>
                      <a:pt x="34434" y="1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5" name="Google Shape;25;p2"/>
            <p:cNvSpPr/>
            <p:nvPr/>
          </p:nvSpPr>
          <p:spPr>
            <a:xfrm rot="5400000">
              <a:off x="8098189" y="-877180"/>
              <a:ext cx="1421047" cy="2833357"/>
            </a:xfrm>
            <a:custGeom>
              <a:rect b="b" l="l" r="r" t="t"/>
              <a:pathLst>
                <a:path extrusionOk="0" h="69081" w="34647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>
              <a:gsLst>
                <a:gs pos="0">
                  <a:srgbClr val="F50403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6" name="Google Shape;26;p2"/>
            <p:cNvGrpSpPr/>
            <p:nvPr/>
          </p:nvGrpSpPr>
          <p:grpSpPr>
            <a:xfrm>
              <a:off x="7740801" y="270000"/>
              <a:ext cx="3153315" cy="5119205"/>
              <a:chOff x="7740801" y="270000"/>
              <a:chExt cx="3153315" cy="5119205"/>
            </a:xfrm>
          </p:grpSpPr>
          <p:sp>
            <p:nvSpPr>
              <p:cNvPr id="27" name="Google Shape;27;p2"/>
              <p:cNvSpPr/>
              <p:nvPr/>
            </p:nvSpPr>
            <p:spPr>
              <a:xfrm>
                <a:off x="7740801" y="270000"/>
                <a:ext cx="3153315" cy="5119205"/>
              </a:xfrm>
              <a:custGeom>
                <a:rect b="b" l="l" r="r" t="t"/>
                <a:pathLst>
                  <a:path extrusionOk="0" h="124813" w="76882">
                    <a:moveTo>
                      <a:pt x="76668" y="0"/>
                    </a:moveTo>
                    <a:lnTo>
                      <a:pt x="63260" y="13408"/>
                    </a:lnTo>
                    <a:cubicBezTo>
                      <a:pt x="62879" y="13789"/>
                      <a:pt x="62879" y="14398"/>
                      <a:pt x="63260" y="14779"/>
                    </a:cubicBezTo>
                    <a:lnTo>
                      <a:pt x="69857" y="21376"/>
                    </a:lnTo>
                    <a:cubicBezTo>
                      <a:pt x="70116" y="21620"/>
                      <a:pt x="70116" y="22046"/>
                      <a:pt x="69857" y="22305"/>
                    </a:cubicBezTo>
                    <a:lnTo>
                      <a:pt x="46546" y="45616"/>
                    </a:lnTo>
                    <a:cubicBezTo>
                      <a:pt x="46417" y="45738"/>
                      <a:pt x="46245" y="45799"/>
                      <a:pt x="46074" y="45799"/>
                    </a:cubicBezTo>
                    <a:cubicBezTo>
                      <a:pt x="45903" y="45799"/>
                      <a:pt x="45731" y="45738"/>
                      <a:pt x="45602" y="45616"/>
                    </a:cubicBezTo>
                    <a:lnTo>
                      <a:pt x="39020" y="39019"/>
                    </a:lnTo>
                    <a:cubicBezTo>
                      <a:pt x="38822" y="38836"/>
                      <a:pt x="38593" y="38745"/>
                      <a:pt x="38334" y="38745"/>
                    </a:cubicBezTo>
                    <a:cubicBezTo>
                      <a:pt x="38060" y="38745"/>
                      <a:pt x="37831" y="38836"/>
                      <a:pt x="37649" y="39019"/>
                    </a:cubicBezTo>
                    <a:lnTo>
                      <a:pt x="23357" y="53311"/>
                    </a:lnTo>
                    <a:cubicBezTo>
                      <a:pt x="22976" y="53691"/>
                      <a:pt x="22976" y="54301"/>
                      <a:pt x="23357" y="54682"/>
                    </a:cubicBezTo>
                    <a:lnTo>
                      <a:pt x="40833" y="72142"/>
                    </a:lnTo>
                    <a:cubicBezTo>
                      <a:pt x="40939" y="72279"/>
                      <a:pt x="41016" y="72432"/>
                      <a:pt x="41016" y="72614"/>
                    </a:cubicBezTo>
                    <a:cubicBezTo>
                      <a:pt x="41016" y="72812"/>
                      <a:pt x="40955" y="72965"/>
                      <a:pt x="40833" y="73102"/>
                    </a:cubicBezTo>
                    <a:lnTo>
                      <a:pt x="27090" y="86830"/>
                    </a:lnTo>
                    <a:cubicBezTo>
                      <a:pt x="26907" y="87028"/>
                      <a:pt x="26816" y="87256"/>
                      <a:pt x="26816" y="87515"/>
                    </a:cubicBezTo>
                    <a:lnTo>
                      <a:pt x="26816" y="96276"/>
                    </a:lnTo>
                    <a:cubicBezTo>
                      <a:pt x="26816" y="96459"/>
                      <a:pt x="26755" y="96611"/>
                      <a:pt x="26618" y="96748"/>
                    </a:cubicBezTo>
                    <a:lnTo>
                      <a:pt x="13225" y="110140"/>
                    </a:lnTo>
                    <a:cubicBezTo>
                      <a:pt x="13103" y="110270"/>
                      <a:pt x="12940" y="110335"/>
                      <a:pt x="12772" y="110335"/>
                    </a:cubicBezTo>
                    <a:cubicBezTo>
                      <a:pt x="12604" y="110335"/>
                      <a:pt x="12433" y="110270"/>
                      <a:pt x="12296" y="110140"/>
                    </a:cubicBezTo>
                    <a:lnTo>
                      <a:pt x="7618" y="105448"/>
                    </a:lnTo>
                    <a:cubicBezTo>
                      <a:pt x="7428" y="105257"/>
                      <a:pt x="7180" y="105162"/>
                      <a:pt x="6933" y="105162"/>
                    </a:cubicBezTo>
                    <a:cubicBezTo>
                      <a:pt x="6685" y="105162"/>
                      <a:pt x="6438" y="105257"/>
                      <a:pt x="6247" y="105448"/>
                    </a:cubicBezTo>
                    <a:lnTo>
                      <a:pt x="381" y="111314"/>
                    </a:lnTo>
                    <a:cubicBezTo>
                      <a:pt x="1" y="111695"/>
                      <a:pt x="1" y="112304"/>
                      <a:pt x="381" y="112685"/>
                    </a:cubicBezTo>
                    <a:lnTo>
                      <a:pt x="5059" y="117378"/>
                    </a:lnTo>
                    <a:cubicBezTo>
                      <a:pt x="5181" y="117515"/>
                      <a:pt x="5257" y="117667"/>
                      <a:pt x="5257" y="117850"/>
                    </a:cubicBezTo>
                    <a:cubicBezTo>
                      <a:pt x="5257" y="118048"/>
                      <a:pt x="5196" y="118200"/>
                      <a:pt x="5059" y="118322"/>
                    </a:cubicBezTo>
                    <a:lnTo>
                      <a:pt x="3231" y="120150"/>
                    </a:lnTo>
                    <a:cubicBezTo>
                      <a:pt x="2850" y="120531"/>
                      <a:pt x="2850" y="121141"/>
                      <a:pt x="3231" y="121522"/>
                    </a:cubicBezTo>
                    <a:lnTo>
                      <a:pt x="5059" y="123365"/>
                    </a:lnTo>
                    <a:cubicBezTo>
                      <a:pt x="5333" y="123609"/>
                      <a:pt x="5333" y="124020"/>
                      <a:pt x="5059" y="124295"/>
                    </a:cubicBezTo>
                    <a:cubicBezTo>
                      <a:pt x="4914" y="124432"/>
                      <a:pt x="4754" y="124489"/>
                      <a:pt x="4602" y="124489"/>
                    </a:cubicBezTo>
                    <a:cubicBezTo>
                      <a:pt x="4449" y="124489"/>
                      <a:pt x="4305" y="124432"/>
                      <a:pt x="4190" y="124340"/>
                    </a:cubicBezTo>
                    <a:cubicBezTo>
                      <a:pt x="3962" y="124173"/>
                      <a:pt x="3825" y="123838"/>
                      <a:pt x="4038" y="123487"/>
                    </a:cubicBezTo>
                    <a:lnTo>
                      <a:pt x="3764" y="123335"/>
                    </a:lnTo>
                    <a:lnTo>
                      <a:pt x="3764" y="123335"/>
                    </a:lnTo>
                    <a:cubicBezTo>
                      <a:pt x="3459" y="123838"/>
                      <a:pt x="3672" y="124356"/>
                      <a:pt x="3992" y="124599"/>
                    </a:cubicBezTo>
                    <a:cubicBezTo>
                      <a:pt x="4175" y="124736"/>
                      <a:pt x="4373" y="124813"/>
                      <a:pt x="4602" y="124813"/>
                    </a:cubicBezTo>
                    <a:cubicBezTo>
                      <a:pt x="4830" y="124813"/>
                      <a:pt x="5059" y="124736"/>
                      <a:pt x="5272" y="124477"/>
                    </a:cubicBezTo>
                    <a:cubicBezTo>
                      <a:pt x="5455" y="124295"/>
                      <a:pt x="5562" y="124066"/>
                      <a:pt x="5562" y="123792"/>
                    </a:cubicBezTo>
                    <a:cubicBezTo>
                      <a:pt x="5562" y="123533"/>
                      <a:pt x="5455" y="123304"/>
                      <a:pt x="5272" y="123106"/>
                    </a:cubicBezTo>
                    <a:lnTo>
                      <a:pt x="3444" y="121278"/>
                    </a:lnTo>
                    <a:cubicBezTo>
                      <a:pt x="3170" y="121034"/>
                      <a:pt x="3170" y="120623"/>
                      <a:pt x="3444" y="120349"/>
                    </a:cubicBezTo>
                    <a:lnTo>
                      <a:pt x="5272" y="118520"/>
                    </a:lnTo>
                    <a:cubicBezTo>
                      <a:pt x="5455" y="118337"/>
                      <a:pt x="5562" y="118094"/>
                      <a:pt x="5562" y="117835"/>
                    </a:cubicBezTo>
                    <a:cubicBezTo>
                      <a:pt x="5562" y="117576"/>
                      <a:pt x="5455" y="117332"/>
                      <a:pt x="5272" y="117149"/>
                    </a:cubicBezTo>
                    <a:lnTo>
                      <a:pt x="579" y="112456"/>
                    </a:lnTo>
                    <a:cubicBezTo>
                      <a:pt x="320" y="112213"/>
                      <a:pt x="320" y="111801"/>
                      <a:pt x="579" y="111527"/>
                    </a:cubicBezTo>
                    <a:lnTo>
                      <a:pt x="6445" y="105661"/>
                    </a:lnTo>
                    <a:cubicBezTo>
                      <a:pt x="6575" y="105532"/>
                      <a:pt x="6742" y="105467"/>
                      <a:pt x="6912" y="105467"/>
                    </a:cubicBezTo>
                    <a:cubicBezTo>
                      <a:pt x="7081" y="105467"/>
                      <a:pt x="7253" y="105532"/>
                      <a:pt x="7390" y="105661"/>
                    </a:cubicBezTo>
                    <a:lnTo>
                      <a:pt x="12067" y="110354"/>
                    </a:lnTo>
                    <a:cubicBezTo>
                      <a:pt x="12265" y="110537"/>
                      <a:pt x="12494" y="110643"/>
                      <a:pt x="12753" y="110643"/>
                    </a:cubicBezTo>
                    <a:cubicBezTo>
                      <a:pt x="13027" y="110643"/>
                      <a:pt x="13256" y="110537"/>
                      <a:pt x="13439" y="110354"/>
                    </a:cubicBezTo>
                    <a:lnTo>
                      <a:pt x="26831" y="96961"/>
                    </a:lnTo>
                    <a:cubicBezTo>
                      <a:pt x="27014" y="96779"/>
                      <a:pt x="27120" y="96550"/>
                      <a:pt x="27120" y="96276"/>
                    </a:cubicBezTo>
                    <a:lnTo>
                      <a:pt x="27120" y="87469"/>
                    </a:lnTo>
                    <a:cubicBezTo>
                      <a:pt x="27120" y="87287"/>
                      <a:pt x="27166" y="87134"/>
                      <a:pt x="27303" y="86997"/>
                    </a:cubicBezTo>
                    <a:lnTo>
                      <a:pt x="41031" y="73270"/>
                    </a:lnTo>
                    <a:cubicBezTo>
                      <a:pt x="41412" y="72889"/>
                      <a:pt x="41412" y="72279"/>
                      <a:pt x="41031" y="71898"/>
                    </a:cubicBezTo>
                    <a:lnTo>
                      <a:pt x="23571" y="54438"/>
                    </a:lnTo>
                    <a:cubicBezTo>
                      <a:pt x="23312" y="54194"/>
                      <a:pt x="23312" y="53768"/>
                      <a:pt x="23571" y="53509"/>
                    </a:cubicBezTo>
                    <a:lnTo>
                      <a:pt x="37862" y="39217"/>
                    </a:lnTo>
                    <a:cubicBezTo>
                      <a:pt x="37984" y="39095"/>
                      <a:pt x="38155" y="39035"/>
                      <a:pt x="38327" y="39035"/>
                    </a:cubicBezTo>
                    <a:cubicBezTo>
                      <a:pt x="38498" y="39035"/>
                      <a:pt x="38669" y="39095"/>
                      <a:pt x="38791" y="39217"/>
                    </a:cubicBezTo>
                    <a:lnTo>
                      <a:pt x="45373" y="45830"/>
                    </a:lnTo>
                    <a:cubicBezTo>
                      <a:pt x="45571" y="46013"/>
                      <a:pt x="45800" y="46119"/>
                      <a:pt x="46059" y="46119"/>
                    </a:cubicBezTo>
                    <a:cubicBezTo>
                      <a:pt x="46333" y="46119"/>
                      <a:pt x="46562" y="46013"/>
                      <a:pt x="46744" y="45830"/>
                    </a:cubicBezTo>
                    <a:lnTo>
                      <a:pt x="70055" y="22519"/>
                    </a:lnTo>
                    <a:cubicBezTo>
                      <a:pt x="70436" y="22138"/>
                      <a:pt x="70436" y="21528"/>
                      <a:pt x="70055" y="21148"/>
                    </a:cubicBezTo>
                    <a:lnTo>
                      <a:pt x="63473" y="14550"/>
                    </a:lnTo>
                    <a:cubicBezTo>
                      <a:pt x="63199" y="14307"/>
                      <a:pt x="63199" y="13895"/>
                      <a:pt x="63473" y="13621"/>
                    </a:cubicBezTo>
                    <a:lnTo>
                      <a:pt x="76881" y="213"/>
                    </a:lnTo>
                    <a:lnTo>
                      <a:pt x="76668" y="0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28" name="Google Shape;28;p2"/>
              <p:cNvGrpSpPr/>
              <p:nvPr/>
            </p:nvGrpSpPr>
            <p:grpSpPr>
              <a:xfrm>
                <a:off x="8192875" y="4736396"/>
                <a:ext cx="134004" cy="134004"/>
                <a:chOff x="8356813" y="1074288"/>
                <a:chExt cx="351900" cy="351900"/>
              </a:xfrm>
            </p:grpSpPr>
            <p:sp>
              <p:nvSpPr>
                <p:cNvPr id="29" name="Google Shape;29;p2"/>
                <p:cNvSpPr/>
                <p:nvPr/>
              </p:nvSpPr>
              <p:spPr>
                <a:xfrm>
                  <a:off x="8356813" y="1074288"/>
                  <a:ext cx="351900" cy="351900"/>
                </a:xfrm>
                <a:prstGeom prst="ellipse">
                  <a:avLst/>
                </a:prstGeom>
                <a:noFill/>
                <a:ln cap="flat" cmpd="sng" w="9525">
                  <a:solidFill>
                    <a:srgbClr val="F50403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0" name="Google Shape;30;p2"/>
                <p:cNvSpPr/>
                <p:nvPr/>
              </p:nvSpPr>
              <p:spPr>
                <a:xfrm>
                  <a:off x="8406497" y="1123972"/>
                  <a:ext cx="252600" cy="252600"/>
                </a:xfrm>
                <a:prstGeom prst="ellipse">
                  <a:avLst/>
                </a:prstGeom>
                <a:gradFill>
                  <a:gsLst>
                    <a:gs pos="0">
                      <a:srgbClr val="F50403">
                        <a:alpha val="5568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31" name="Google Shape;31;p2"/>
              <p:cNvGrpSpPr/>
              <p:nvPr/>
            </p:nvGrpSpPr>
            <p:grpSpPr>
              <a:xfrm>
                <a:off x="8788200" y="3794721"/>
                <a:ext cx="134004" cy="134004"/>
                <a:chOff x="8356813" y="1074288"/>
                <a:chExt cx="351900" cy="351900"/>
              </a:xfrm>
            </p:grpSpPr>
            <p:sp>
              <p:nvSpPr>
                <p:cNvPr id="32" name="Google Shape;32;p2"/>
                <p:cNvSpPr/>
                <p:nvPr/>
              </p:nvSpPr>
              <p:spPr>
                <a:xfrm>
                  <a:off x="8356813" y="1074288"/>
                  <a:ext cx="351900" cy="351900"/>
                </a:xfrm>
                <a:prstGeom prst="ellipse">
                  <a:avLst/>
                </a:prstGeom>
                <a:noFill/>
                <a:ln cap="flat" cmpd="sng" w="9525">
                  <a:solidFill>
                    <a:srgbClr val="F50403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3" name="Google Shape;33;p2"/>
                <p:cNvSpPr/>
                <p:nvPr/>
              </p:nvSpPr>
              <p:spPr>
                <a:xfrm>
                  <a:off x="8406497" y="1123972"/>
                  <a:ext cx="252600" cy="252600"/>
                </a:xfrm>
                <a:prstGeom prst="ellipse">
                  <a:avLst/>
                </a:prstGeom>
                <a:gradFill>
                  <a:gsLst>
                    <a:gs pos="0">
                      <a:srgbClr val="9900FF">
                        <a:alpha val="46274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34" name="Google Shape;34;p2"/>
              <p:cNvGrpSpPr/>
              <p:nvPr/>
            </p:nvGrpSpPr>
            <p:grpSpPr>
              <a:xfrm>
                <a:off x="8654175" y="2424671"/>
                <a:ext cx="134004" cy="134004"/>
                <a:chOff x="8356813" y="1074288"/>
                <a:chExt cx="351900" cy="351900"/>
              </a:xfrm>
            </p:grpSpPr>
            <p:sp>
              <p:nvSpPr>
                <p:cNvPr id="35" name="Google Shape;35;p2"/>
                <p:cNvSpPr/>
                <p:nvPr/>
              </p:nvSpPr>
              <p:spPr>
                <a:xfrm>
                  <a:off x="8356813" y="1074288"/>
                  <a:ext cx="351900" cy="351900"/>
                </a:xfrm>
                <a:prstGeom prst="ellipse">
                  <a:avLst/>
                </a:prstGeom>
                <a:noFill/>
                <a:ln cap="flat" cmpd="sng" w="9525">
                  <a:solidFill>
                    <a:srgbClr val="F50403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6" name="Google Shape;36;p2"/>
                <p:cNvSpPr/>
                <p:nvPr/>
              </p:nvSpPr>
              <p:spPr>
                <a:xfrm>
                  <a:off x="8406497" y="1123972"/>
                  <a:ext cx="252600" cy="252600"/>
                </a:xfrm>
                <a:prstGeom prst="ellipse">
                  <a:avLst/>
                </a:prstGeom>
                <a:gradFill>
                  <a:gsLst>
                    <a:gs pos="0">
                      <a:srgbClr val="F50403">
                        <a:alpha val="20784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b="50%" l="50%" r="50%" t="50%"/>
                  </a:path>
                  <a:tileRect/>
                </a:gradFill>
                <a:ln cap="flat" cmpd="sng" w="9525">
                  <a:solidFill>
                    <a:srgbClr val="F50403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  <p:pic>
        <p:nvPicPr>
          <p:cNvPr id="37" name="Google Shape;37;p2"/>
          <p:cNvPicPr preferRelativeResize="0"/>
          <p:nvPr/>
        </p:nvPicPr>
        <p:blipFill rotWithShape="1">
          <a:blip r:embed="rId2">
            <a:alphaModFix/>
          </a:blip>
          <a:srcRect b="26177" l="16960" r="7121" t="24718"/>
          <a:stretch/>
        </p:blipFill>
        <p:spPr>
          <a:xfrm>
            <a:off x="9819959" y="-1595786"/>
            <a:ext cx="4977375" cy="3798838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2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_Custom Layout">
  <p:cSld name="5_Custom Layou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Google Shape;40;p3"/>
          <p:cNvPicPr preferRelativeResize="0"/>
          <p:nvPr/>
        </p:nvPicPr>
        <p:blipFill rotWithShape="1">
          <a:blip r:embed="rId2">
            <a:alphaModFix amt="25000"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1" name="Google Shape;41;p3"/>
          <p:cNvGrpSpPr/>
          <p:nvPr/>
        </p:nvGrpSpPr>
        <p:grpSpPr>
          <a:xfrm>
            <a:off x="-680840" y="-2290632"/>
            <a:ext cx="5862925" cy="5562209"/>
            <a:chOff x="-494405" y="-1584825"/>
            <a:chExt cx="4397193" cy="4171657"/>
          </a:xfrm>
        </p:grpSpPr>
        <p:grpSp>
          <p:nvGrpSpPr>
            <p:cNvPr id="42" name="Google Shape;42;p3"/>
            <p:cNvGrpSpPr/>
            <p:nvPr/>
          </p:nvGrpSpPr>
          <p:grpSpPr>
            <a:xfrm>
              <a:off x="-494405" y="-252396"/>
              <a:ext cx="1741563" cy="1288563"/>
              <a:chOff x="-494405" y="-252396"/>
              <a:chExt cx="1741563" cy="1288563"/>
            </a:xfrm>
          </p:grpSpPr>
          <p:sp>
            <p:nvSpPr>
              <p:cNvPr id="43" name="Google Shape;43;p3"/>
              <p:cNvSpPr/>
              <p:nvPr/>
            </p:nvSpPr>
            <p:spPr>
              <a:xfrm rot="2700000">
                <a:off x="-315569" y="-53821"/>
                <a:ext cx="930891" cy="891412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F5F8FF"/>
                  </a:gs>
                  <a:gs pos="18000">
                    <a:srgbClr val="F5F8FF"/>
                  </a:gs>
                  <a:gs pos="56000">
                    <a:srgbClr val="FFFFFF">
                      <a:alpha val="0"/>
                    </a:srgbClr>
                  </a:gs>
                  <a:gs pos="74000">
                    <a:srgbClr val="F5F8FF"/>
                  </a:gs>
                  <a:gs pos="100000">
                    <a:srgbClr val="F50403"/>
                  </a:gs>
                </a:gsLst>
                <a:path path="circle">
                  <a:fillToRect b="100%" l="0%" r="100%" t="0%"/>
                </a:path>
                <a:tileRect b="0%" l="-100%" r="0%" t="-100%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" name="Google Shape;44;p3"/>
              <p:cNvSpPr/>
              <p:nvPr/>
            </p:nvSpPr>
            <p:spPr>
              <a:xfrm rot="2700000">
                <a:off x="137431" y="-53821"/>
                <a:ext cx="930891" cy="891412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F5F8FF"/>
                  </a:gs>
                  <a:gs pos="18000">
                    <a:srgbClr val="F5F8FF"/>
                  </a:gs>
                  <a:gs pos="56000">
                    <a:srgbClr val="FFFFFF">
                      <a:alpha val="0"/>
                    </a:srgbClr>
                  </a:gs>
                  <a:gs pos="74000">
                    <a:srgbClr val="F5F8FF"/>
                  </a:gs>
                  <a:gs pos="100000">
                    <a:srgbClr val="F50403"/>
                  </a:gs>
                </a:gsLst>
                <a:path path="circle">
                  <a:fillToRect b="100%" l="0%" r="100%" t="0%"/>
                </a:path>
                <a:tileRect b="0%" l="-100%" r="0%" t="-100%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5" name="Google Shape;45;p3"/>
            <p:cNvGrpSpPr/>
            <p:nvPr/>
          </p:nvGrpSpPr>
          <p:grpSpPr>
            <a:xfrm>
              <a:off x="245875" y="-51824"/>
              <a:ext cx="208200" cy="1824700"/>
              <a:chOff x="1040050" y="3812126"/>
              <a:chExt cx="208200" cy="1824700"/>
            </a:xfrm>
          </p:grpSpPr>
          <p:sp>
            <p:nvSpPr>
              <p:cNvPr id="46" name="Google Shape;46;p3"/>
              <p:cNvSpPr/>
              <p:nvPr/>
            </p:nvSpPr>
            <p:spPr>
              <a:xfrm>
                <a:off x="1040050" y="3812126"/>
                <a:ext cx="12550" cy="1824700"/>
              </a:xfrm>
              <a:custGeom>
                <a:rect b="b" l="l" r="r" t="t"/>
                <a:pathLst>
                  <a:path extrusionOk="0" h="27731" w="306">
                    <a:moveTo>
                      <a:pt x="1" y="1"/>
                    </a:moveTo>
                    <a:lnTo>
                      <a:pt x="1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46666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" name="Google Shape;47;p3"/>
              <p:cNvSpPr/>
              <p:nvPr/>
            </p:nvSpPr>
            <p:spPr>
              <a:xfrm>
                <a:off x="1235741" y="3812126"/>
                <a:ext cx="12509" cy="1824700"/>
              </a:xfrm>
              <a:custGeom>
                <a:rect b="b" l="l" r="r" t="t"/>
                <a:pathLst>
                  <a:path extrusionOk="0" h="27731" w="305">
                    <a:moveTo>
                      <a:pt x="0" y="1"/>
                    </a:moveTo>
                    <a:lnTo>
                      <a:pt x="0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rgbClr val="EB9109">
                      <a:alpha val="46666"/>
                    </a:srgbClr>
                  </a:gs>
                  <a:gs pos="78000">
                    <a:srgbClr val="F5F8FF">
                      <a:alpha val="46666"/>
                    </a:srgbClr>
                  </a:gs>
                  <a:gs pos="100000">
                    <a:srgbClr val="F5F8FF">
                      <a:alpha val="46666"/>
                    </a:srgb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8" name="Google Shape;48;p3"/>
            <p:cNvGrpSpPr/>
            <p:nvPr/>
          </p:nvGrpSpPr>
          <p:grpSpPr>
            <a:xfrm>
              <a:off x="441574" y="-36652"/>
              <a:ext cx="699940" cy="478601"/>
              <a:chOff x="39723" y="4349021"/>
              <a:chExt cx="1061964" cy="726143"/>
            </a:xfrm>
          </p:grpSpPr>
          <p:grpSp>
            <p:nvGrpSpPr>
              <p:cNvPr id="49" name="Google Shape;49;p3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50" name="Google Shape;50;p3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F50403"/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1D1D1D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51" name="Google Shape;51;p3"/>
                <p:cNvGrpSpPr/>
                <p:nvPr/>
              </p:nvGrpSpPr>
              <p:grpSpPr>
                <a:xfrm>
                  <a:off x="1232795" y="-1740829"/>
                  <a:ext cx="717622" cy="717393"/>
                  <a:chOff x="1483457" y="3953671"/>
                  <a:chExt cx="717622" cy="717393"/>
                </a:xfrm>
              </p:grpSpPr>
              <p:sp>
                <p:nvSpPr>
                  <p:cNvPr id="52" name="Google Shape;52;p3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3" name="Google Shape;53;p3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4" name="Google Shape;54;p3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5" name="Google Shape;55;p3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6" name="Google Shape;56;p3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57" name="Google Shape;57;p3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58" name="Google Shape;58;p3"/>
            <p:cNvGrpSpPr/>
            <p:nvPr/>
          </p:nvGrpSpPr>
          <p:grpSpPr>
            <a:xfrm>
              <a:off x="955673" y="11"/>
              <a:ext cx="592576" cy="405260"/>
              <a:chOff x="39723" y="4349021"/>
              <a:chExt cx="1061964" cy="726143"/>
            </a:xfrm>
          </p:grpSpPr>
          <p:grpSp>
            <p:nvGrpSpPr>
              <p:cNvPr id="59" name="Google Shape;59;p3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60" name="Google Shape;60;p3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F50403"/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1D1D1D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61" name="Google Shape;61;p3"/>
                <p:cNvGrpSpPr/>
                <p:nvPr/>
              </p:nvGrpSpPr>
              <p:grpSpPr>
                <a:xfrm>
                  <a:off x="1232795" y="-1740829"/>
                  <a:ext cx="717622" cy="717393"/>
                  <a:chOff x="1483457" y="3953671"/>
                  <a:chExt cx="717622" cy="717393"/>
                </a:xfrm>
              </p:grpSpPr>
              <p:sp>
                <p:nvSpPr>
                  <p:cNvPr id="62" name="Google Shape;62;p3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63" name="Google Shape;63;p3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64" name="Google Shape;64;p3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65" name="Google Shape;65;p3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66" name="Google Shape;66;p3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67" name="Google Shape;67;p3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68" name="Google Shape;68;p3"/>
            <p:cNvGrpSpPr/>
            <p:nvPr/>
          </p:nvGrpSpPr>
          <p:grpSpPr>
            <a:xfrm>
              <a:off x="-1" y="621223"/>
              <a:ext cx="699940" cy="478601"/>
              <a:chOff x="39723" y="4349021"/>
              <a:chExt cx="1061964" cy="726143"/>
            </a:xfrm>
          </p:grpSpPr>
          <p:grpSp>
            <p:nvGrpSpPr>
              <p:cNvPr id="69" name="Google Shape;69;p3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70" name="Google Shape;70;p3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F50403"/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1D1D1D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71" name="Google Shape;71;p3"/>
                <p:cNvGrpSpPr/>
                <p:nvPr/>
              </p:nvGrpSpPr>
              <p:grpSpPr>
                <a:xfrm>
                  <a:off x="1232795" y="-1740829"/>
                  <a:ext cx="717622" cy="717393"/>
                  <a:chOff x="1483457" y="3953671"/>
                  <a:chExt cx="717622" cy="717393"/>
                </a:xfrm>
              </p:grpSpPr>
              <p:sp>
                <p:nvSpPr>
                  <p:cNvPr id="72" name="Google Shape;72;p3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73" name="Google Shape;73;p3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74" name="Google Shape;74;p3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75" name="Google Shape;75;p3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76" name="Google Shape;76;p3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77" name="Google Shape;77;p3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78" name="Google Shape;78;p3"/>
            <p:cNvGrpSpPr/>
            <p:nvPr/>
          </p:nvGrpSpPr>
          <p:grpSpPr>
            <a:xfrm rot="-8100000">
              <a:off x="540898" y="-1172741"/>
              <a:ext cx="2552124" cy="3347490"/>
              <a:chOff x="2976325" y="908175"/>
              <a:chExt cx="4028179" cy="5283555"/>
            </a:xfrm>
          </p:grpSpPr>
          <p:sp>
            <p:nvSpPr>
              <p:cNvPr id="79" name="Google Shape;79;p3"/>
              <p:cNvSpPr/>
              <p:nvPr/>
            </p:nvSpPr>
            <p:spPr>
              <a:xfrm>
                <a:off x="3851189" y="1072525"/>
                <a:ext cx="3153315" cy="5119205"/>
              </a:xfrm>
              <a:custGeom>
                <a:rect b="b" l="l" r="r" t="t"/>
                <a:pathLst>
                  <a:path extrusionOk="0" h="124813" w="76882">
                    <a:moveTo>
                      <a:pt x="76668" y="0"/>
                    </a:moveTo>
                    <a:lnTo>
                      <a:pt x="63260" y="13408"/>
                    </a:lnTo>
                    <a:cubicBezTo>
                      <a:pt x="62879" y="13789"/>
                      <a:pt x="62879" y="14398"/>
                      <a:pt x="63260" y="14779"/>
                    </a:cubicBezTo>
                    <a:lnTo>
                      <a:pt x="69857" y="21376"/>
                    </a:lnTo>
                    <a:cubicBezTo>
                      <a:pt x="70116" y="21620"/>
                      <a:pt x="70116" y="22046"/>
                      <a:pt x="69857" y="22305"/>
                    </a:cubicBezTo>
                    <a:lnTo>
                      <a:pt x="46546" y="45616"/>
                    </a:lnTo>
                    <a:cubicBezTo>
                      <a:pt x="46417" y="45738"/>
                      <a:pt x="46245" y="45799"/>
                      <a:pt x="46074" y="45799"/>
                    </a:cubicBezTo>
                    <a:cubicBezTo>
                      <a:pt x="45903" y="45799"/>
                      <a:pt x="45731" y="45738"/>
                      <a:pt x="45602" y="45616"/>
                    </a:cubicBezTo>
                    <a:lnTo>
                      <a:pt x="39020" y="39019"/>
                    </a:lnTo>
                    <a:cubicBezTo>
                      <a:pt x="38822" y="38836"/>
                      <a:pt x="38593" y="38745"/>
                      <a:pt x="38334" y="38745"/>
                    </a:cubicBezTo>
                    <a:cubicBezTo>
                      <a:pt x="38060" y="38745"/>
                      <a:pt x="37831" y="38836"/>
                      <a:pt x="37649" y="39019"/>
                    </a:cubicBezTo>
                    <a:lnTo>
                      <a:pt x="23357" y="53311"/>
                    </a:lnTo>
                    <a:cubicBezTo>
                      <a:pt x="22976" y="53691"/>
                      <a:pt x="22976" y="54301"/>
                      <a:pt x="23357" y="54682"/>
                    </a:cubicBezTo>
                    <a:lnTo>
                      <a:pt x="40833" y="72142"/>
                    </a:lnTo>
                    <a:cubicBezTo>
                      <a:pt x="40939" y="72279"/>
                      <a:pt x="41016" y="72432"/>
                      <a:pt x="41016" y="72614"/>
                    </a:cubicBezTo>
                    <a:cubicBezTo>
                      <a:pt x="41016" y="72812"/>
                      <a:pt x="40955" y="72965"/>
                      <a:pt x="40833" y="73102"/>
                    </a:cubicBezTo>
                    <a:lnTo>
                      <a:pt x="27090" y="86830"/>
                    </a:lnTo>
                    <a:cubicBezTo>
                      <a:pt x="26907" y="87028"/>
                      <a:pt x="26816" y="87256"/>
                      <a:pt x="26816" y="87515"/>
                    </a:cubicBezTo>
                    <a:lnTo>
                      <a:pt x="26816" y="96276"/>
                    </a:lnTo>
                    <a:cubicBezTo>
                      <a:pt x="26816" y="96459"/>
                      <a:pt x="26755" y="96611"/>
                      <a:pt x="26618" y="96748"/>
                    </a:cubicBezTo>
                    <a:lnTo>
                      <a:pt x="13225" y="110140"/>
                    </a:lnTo>
                    <a:cubicBezTo>
                      <a:pt x="13103" y="110270"/>
                      <a:pt x="12940" y="110335"/>
                      <a:pt x="12772" y="110335"/>
                    </a:cubicBezTo>
                    <a:cubicBezTo>
                      <a:pt x="12604" y="110335"/>
                      <a:pt x="12433" y="110270"/>
                      <a:pt x="12296" y="110140"/>
                    </a:cubicBezTo>
                    <a:lnTo>
                      <a:pt x="7618" y="105448"/>
                    </a:lnTo>
                    <a:cubicBezTo>
                      <a:pt x="7428" y="105257"/>
                      <a:pt x="7180" y="105162"/>
                      <a:pt x="6933" y="105162"/>
                    </a:cubicBezTo>
                    <a:cubicBezTo>
                      <a:pt x="6685" y="105162"/>
                      <a:pt x="6438" y="105257"/>
                      <a:pt x="6247" y="105448"/>
                    </a:cubicBezTo>
                    <a:lnTo>
                      <a:pt x="381" y="111314"/>
                    </a:lnTo>
                    <a:cubicBezTo>
                      <a:pt x="1" y="111695"/>
                      <a:pt x="1" y="112304"/>
                      <a:pt x="381" y="112685"/>
                    </a:cubicBezTo>
                    <a:lnTo>
                      <a:pt x="5059" y="117378"/>
                    </a:lnTo>
                    <a:cubicBezTo>
                      <a:pt x="5181" y="117515"/>
                      <a:pt x="5257" y="117667"/>
                      <a:pt x="5257" y="117850"/>
                    </a:cubicBezTo>
                    <a:cubicBezTo>
                      <a:pt x="5257" y="118048"/>
                      <a:pt x="5196" y="118200"/>
                      <a:pt x="5059" y="118322"/>
                    </a:cubicBezTo>
                    <a:lnTo>
                      <a:pt x="3231" y="120150"/>
                    </a:lnTo>
                    <a:cubicBezTo>
                      <a:pt x="2850" y="120531"/>
                      <a:pt x="2850" y="121141"/>
                      <a:pt x="3231" y="121522"/>
                    </a:cubicBezTo>
                    <a:lnTo>
                      <a:pt x="5059" y="123365"/>
                    </a:lnTo>
                    <a:cubicBezTo>
                      <a:pt x="5333" y="123609"/>
                      <a:pt x="5333" y="124020"/>
                      <a:pt x="5059" y="124295"/>
                    </a:cubicBezTo>
                    <a:cubicBezTo>
                      <a:pt x="4914" y="124432"/>
                      <a:pt x="4754" y="124489"/>
                      <a:pt x="4602" y="124489"/>
                    </a:cubicBezTo>
                    <a:cubicBezTo>
                      <a:pt x="4449" y="124489"/>
                      <a:pt x="4305" y="124432"/>
                      <a:pt x="4190" y="124340"/>
                    </a:cubicBezTo>
                    <a:cubicBezTo>
                      <a:pt x="3962" y="124173"/>
                      <a:pt x="3825" y="123838"/>
                      <a:pt x="4038" y="123487"/>
                    </a:cubicBezTo>
                    <a:lnTo>
                      <a:pt x="3764" y="123335"/>
                    </a:lnTo>
                    <a:lnTo>
                      <a:pt x="3764" y="123335"/>
                    </a:lnTo>
                    <a:cubicBezTo>
                      <a:pt x="3459" y="123838"/>
                      <a:pt x="3672" y="124356"/>
                      <a:pt x="3992" y="124599"/>
                    </a:cubicBezTo>
                    <a:cubicBezTo>
                      <a:pt x="4175" y="124736"/>
                      <a:pt x="4373" y="124813"/>
                      <a:pt x="4602" y="124813"/>
                    </a:cubicBezTo>
                    <a:cubicBezTo>
                      <a:pt x="4830" y="124813"/>
                      <a:pt x="5059" y="124736"/>
                      <a:pt x="5272" y="124477"/>
                    </a:cubicBezTo>
                    <a:cubicBezTo>
                      <a:pt x="5455" y="124295"/>
                      <a:pt x="5562" y="124066"/>
                      <a:pt x="5562" y="123792"/>
                    </a:cubicBezTo>
                    <a:cubicBezTo>
                      <a:pt x="5562" y="123533"/>
                      <a:pt x="5455" y="123304"/>
                      <a:pt x="5272" y="123106"/>
                    </a:cubicBezTo>
                    <a:lnTo>
                      <a:pt x="3444" y="121278"/>
                    </a:lnTo>
                    <a:cubicBezTo>
                      <a:pt x="3170" y="121034"/>
                      <a:pt x="3170" y="120623"/>
                      <a:pt x="3444" y="120349"/>
                    </a:cubicBezTo>
                    <a:lnTo>
                      <a:pt x="5272" y="118520"/>
                    </a:lnTo>
                    <a:cubicBezTo>
                      <a:pt x="5455" y="118337"/>
                      <a:pt x="5562" y="118094"/>
                      <a:pt x="5562" y="117835"/>
                    </a:cubicBezTo>
                    <a:cubicBezTo>
                      <a:pt x="5562" y="117576"/>
                      <a:pt x="5455" y="117332"/>
                      <a:pt x="5272" y="117149"/>
                    </a:cubicBezTo>
                    <a:lnTo>
                      <a:pt x="579" y="112456"/>
                    </a:lnTo>
                    <a:cubicBezTo>
                      <a:pt x="320" y="112213"/>
                      <a:pt x="320" y="111801"/>
                      <a:pt x="579" y="111527"/>
                    </a:cubicBezTo>
                    <a:lnTo>
                      <a:pt x="6445" y="105661"/>
                    </a:lnTo>
                    <a:cubicBezTo>
                      <a:pt x="6575" y="105532"/>
                      <a:pt x="6742" y="105467"/>
                      <a:pt x="6912" y="105467"/>
                    </a:cubicBezTo>
                    <a:cubicBezTo>
                      <a:pt x="7081" y="105467"/>
                      <a:pt x="7253" y="105532"/>
                      <a:pt x="7390" y="105661"/>
                    </a:cubicBezTo>
                    <a:lnTo>
                      <a:pt x="12067" y="110354"/>
                    </a:lnTo>
                    <a:cubicBezTo>
                      <a:pt x="12265" y="110537"/>
                      <a:pt x="12494" y="110643"/>
                      <a:pt x="12753" y="110643"/>
                    </a:cubicBezTo>
                    <a:cubicBezTo>
                      <a:pt x="13027" y="110643"/>
                      <a:pt x="13256" y="110537"/>
                      <a:pt x="13439" y="110354"/>
                    </a:cubicBezTo>
                    <a:lnTo>
                      <a:pt x="26831" y="96961"/>
                    </a:lnTo>
                    <a:cubicBezTo>
                      <a:pt x="27014" y="96779"/>
                      <a:pt x="27120" y="96550"/>
                      <a:pt x="27120" y="96276"/>
                    </a:cubicBezTo>
                    <a:lnTo>
                      <a:pt x="27120" y="87469"/>
                    </a:lnTo>
                    <a:cubicBezTo>
                      <a:pt x="27120" y="87287"/>
                      <a:pt x="27166" y="87134"/>
                      <a:pt x="27303" y="86997"/>
                    </a:cubicBezTo>
                    <a:lnTo>
                      <a:pt x="41031" y="73270"/>
                    </a:lnTo>
                    <a:cubicBezTo>
                      <a:pt x="41412" y="72889"/>
                      <a:pt x="41412" y="72279"/>
                      <a:pt x="41031" y="71898"/>
                    </a:cubicBezTo>
                    <a:lnTo>
                      <a:pt x="23571" y="54438"/>
                    </a:lnTo>
                    <a:cubicBezTo>
                      <a:pt x="23312" y="54194"/>
                      <a:pt x="23312" y="53768"/>
                      <a:pt x="23571" y="53509"/>
                    </a:cubicBezTo>
                    <a:lnTo>
                      <a:pt x="37862" y="39217"/>
                    </a:lnTo>
                    <a:cubicBezTo>
                      <a:pt x="37984" y="39095"/>
                      <a:pt x="38155" y="39035"/>
                      <a:pt x="38327" y="39035"/>
                    </a:cubicBezTo>
                    <a:cubicBezTo>
                      <a:pt x="38498" y="39035"/>
                      <a:pt x="38669" y="39095"/>
                      <a:pt x="38791" y="39217"/>
                    </a:cubicBezTo>
                    <a:lnTo>
                      <a:pt x="45373" y="45830"/>
                    </a:lnTo>
                    <a:cubicBezTo>
                      <a:pt x="45571" y="46013"/>
                      <a:pt x="45800" y="46119"/>
                      <a:pt x="46059" y="46119"/>
                    </a:cubicBezTo>
                    <a:cubicBezTo>
                      <a:pt x="46333" y="46119"/>
                      <a:pt x="46562" y="46013"/>
                      <a:pt x="46744" y="45830"/>
                    </a:cubicBezTo>
                    <a:lnTo>
                      <a:pt x="70055" y="22519"/>
                    </a:lnTo>
                    <a:cubicBezTo>
                      <a:pt x="70436" y="22138"/>
                      <a:pt x="70436" y="21528"/>
                      <a:pt x="70055" y="21148"/>
                    </a:cubicBezTo>
                    <a:lnTo>
                      <a:pt x="63473" y="14550"/>
                    </a:lnTo>
                    <a:cubicBezTo>
                      <a:pt x="63199" y="14307"/>
                      <a:pt x="63199" y="13895"/>
                      <a:pt x="63473" y="13621"/>
                    </a:cubicBezTo>
                    <a:lnTo>
                      <a:pt x="76881" y="213"/>
                    </a:lnTo>
                    <a:lnTo>
                      <a:pt x="76668" y="0"/>
                    </a:ln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0" name="Google Shape;80;p3"/>
              <p:cNvSpPr/>
              <p:nvPr/>
            </p:nvSpPr>
            <p:spPr>
              <a:xfrm>
                <a:off x="3934943" y="908175"/>
                <a:ext cx="2925190" cy="3057668"/>
              </a:xfrm>
              <a:custGeom>
                <a:rect b="b" l="l" r="r" t="t"/>
                <a:pathLst>
                  <a:path extrusionOk="0" h="74550" w="71320">
                    <a:moveTo>
                      <a:pt x="71091" y="0"/>
                    </a:moveTo>
                    <a:lnTo>
                      <a:pt x="59679" y="11397"/>
                    </a:lnTo>
                    <a:lnTo>
                      <a:pt x="54895" y="11397"/>
                    </a:lnTo>
                    <a:lnTo>
                      <a:pt x="41015" y="25307"/>
                    </a:lnTo>
                    <a:lnTo>
                      <a:pt x="40954" y="25337"/>
                    </a:lnTo>
                    <a:lnTo>
                      <a:pt x="40954" y="42325"/>
                    </a:lnTo>
                    <a:lnTo>
                      <a:pt x="31767" y="51528"/>
                    </a:lnTo>
                    <a:lnTo>
                      <a:pt x="31721" y="51574"/>
                    </a:lnTo>
                    <a:lnTo>
                      <a:pt x="31721" y="59237"/>
                    </a:lnTo>
                    <a:lnTo>
                      <a:pt x="22824" y="68135"/>
                    </a:lnTo>
                    <a:lnTo>
                      <a:pt x="6186" y="68135"/>
                    </a:lnTo>
                    <a:lnTo>
                      <a:pt x="0" y="74321"/>
                    </a:lnTo>
                    <a:lnTo>
                      <a:pt x="229" y="74549"/>
                    </a:lnTo>
                    <a:lnTo>
                      <a:pt x="6323" y="68455"/>
                    </a:lnTo>
                    <a:lnTo>
                      <a:pt x="22945" y="68455"/>
                    </a:lnTo>
                    <a:lnTo>
                      <a:pt x="31980" y="59420"/>
                    </a:lnTo>
                    <a:lnTo>
                      <a:pt x="32026" y="59374"/>
                    </a:lnTo>
                    <a:lnTo>
                      <a:pt x="32026" y="51695"/>
                    </a:lnTo>
                    <a:lnTo>
                      <a:pt x="41229" y="42508"/>
                    </a:lnTo>
                    <a:lnTo>
                      <a:pt x="41259" y="42463"/>
                    </a:lnTo>
                    <a:lnTo>
                      <a:pt x="41259" y="25475"/>
                    </a:lnTo>
                    <a:lnTo>
                      <a:pt x="55032" y="11732"/>
                    </a:lnTo>
                    <a:lnTo>
                      <a:pt x="59786" y="11732"/>
                    </a:lnTo>
                    <a:lnTo>
                      <a:pt x="71320" y="213"/>
                    </a:lnTo>
                    <a:lnTo>
                      <a:pt x="71091" y="0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1" name="Google Shape;81;p3"/>
              <p:cNvSpPr/>
              <p:nvPr/>
            </p:nvSpPr>
            <p:spPr>
              <a:xfrm>
                <a:off x="2976325" y="930036"/>
                <a:ext cx="4006263" cy="4749291"/>
              </a:xfrm>
              <a:custGeom>
                <a:rect b="b" l="l" r="r" t="t"/>
                <a:pathLst>
                  <a:path extrusionOk="0" h="115794" w="97678">
                    <a:moveTo>
                      <a:pt x="97449" y="0"/>
                    </a:moveTo>
                    <a:lnTo>
                      <a:pt x="76805" y="20645"/>
                    </a:lnTo>
                    <a:lnTo>
                      <a:pt x="76744" y="20691"/>
                    </a:lnTo>
                    <a:lnTo>
                      <a:pt x="76744" y="35927"/>
                    </a:lnTo>
                    <a:lnTo>
                      <a:pt x="63107" y="49563"/>
                    </a:lnTo>
                    <a:lnTo>
                      <a:pt x="63077" y="49608"/>
                    </a:lnTo>
                    <a:lnTo>
                      <a:pt x="63077" y="56571"/>
                    </a:lnTo>
                    <a:lnTo>
                      <a:pt x="61005" y="58659"/>
                    </a:lnTo>
                    <a:lnTo>
                      <a:pt x="61005" y="62407"/>
                    </a:lnTo>
                    <a:lnTo>
                      <a:pt x="52473" y="70939"/>
                    </a:lnTo>
                    <a:lnTo>
                      <a:pt x="52412" y="70969"/>
                    </a:lnTo>
                    <a:lnTo>
                      <a:pt x="52412" y="78541"/>
                    </a:lnTo>
                    <a:lnTo>
                      <a:pt x="46912" y="84057"/>
                    </a:lnTo>
                    <a:lnTo>
                      <a:pt x="46912" y="89633"/>
                    </a:lnTo>
                    <a:lnTo>
                      <a:pt x="33123" y="103406"/>
                    </a:lnTo>
                    <a:lnTo>
                      <a:pt x="12174" y="103406"/>
                    </a:lnTo>
                    <a:lnTo>
                      <a:pt x="0" y="115565"/>
                    </a:lnTo>
                    <a:lnTo>
                      <a:pt x="229" y="115793"/>
                    </a:lnTo>
                    <a:lnTo>
                      <a:pt x="12280" y="103711"/>
                    </a:lnTo>
                    <a:lnTo>
                      <a:pt x="33245" y="103711"/>
                    </a:lnTo>
                    <a:lnTo>
                      <a:pt x="47155" y="89801"/>
                    </a:lnTo>
                    <a:lnTo>
                      <a:pt x="47216" y="89770"/>
                    </a:lnTo>
                    <a:lnTo>
                      <a:pt x="47216" y="84179"/>
                    </a:lnTo>
                    <a:lnTo>
                      <a:pt x="52732" y="78663"/>
                    </a:lnTo>
                    <a:lnTo>
                      <a:pt x="52732" y="71106"/>
                    </a:lnTo>
                    <a:lnTo>
                      <a:pt x="61264" y="62574"/>
                    </a:lnTo>
                    <a:lnTo>
                      <a:pt x="61310" y="62513"/>
                    </a:lnTo>
                    <a:lnTo>
                      <a:pt x="61310" y="58780"/>
                    </a:lnTo>
                    <a:lnTo>
                      <a:pt x="63382" y="56708"/>
                    </a:lnTo>
                    <a:lnTo>
                      <a:pt x="63382" y="49730"/>
                    </a:lnTo>
                    <a:lnTo>
                      <a:pt x="77018" y="36109"/>
                    </a:lnTo>
                    <a:lnTo>
                      <a:pt x="77048" y="36064"/>
                    </a:lnTo>
                    <a:lnTo>
                      <a:pt x="77048" y="20828"/>
                    </a:lnTo>
                    <a:lnTo>
                      <a:pt x="97678" y="198"/>
                    </a:lnTo>
                    <a:lnTo>
                      <a:pt x="97449" y="0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82" name="Google Shape;82;p3"/>
          <p:cNvSpPr txBox="1"/>
          <p:nvPr/>
        </p:nvSpPr>
        <p:spPr>
          <a:xfrm>
            <a:off x="7489150" y="2225275"/>
            <a:ext cx="19521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3"/>
          <p:cNvSpPr txBox="1"/>
          <p:nvPr/>
        </p:nvSpPr>
        <p:spPr>
          <a:xfrm>
            <a:off x="10729913" y="876583"/>
            <a:ext cx="14151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7F7F7F"/>
                </a:solidFill>
              </a:rPr>
              <a:t>codehubai.com</a:t>
            </a:r>
            <a:endParaRPr sz="1200">
              <a:solidFill>
                <a:srgbClr val="7F7F7F"/>
              </a:solidFill>
            </a:endParaRPr>
          </a:p>
        </p:txBody>
      </p:sp>
      <p:sp>
        <p:nvSpPr>
          <p:cNvPr id="84" name="Google Shape;84;p3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Custom Layout">
  <p:cSld name="4_Custom Layout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6" name="Google Shape;86;p4"/>
          <p:cNvGrpSpPr/>
          <p:nvPr/>
        </p:nvGrpSpPr>
        <p:grpSpPr>
          <a:xfrm>
            <a:off x="-528423" y="-2138180"/>
            <a:ext cx="5862778" cy="5562070"/>
            <a:chOff x="-494405" y="-1584824"/>
            <a:chExt cx="4397194" cy="4171657"/>
          </a:xfrm>
        </p:grpSpPr>
        <p:grpSp>
          <p:nvGrpSpPr>
            <p:cNvPr id="87" name="Google Shape;87;p4"/>
            <p:cNvGrpSpPr/>
            <p:nvPr/>
          </p:nvGrpSpPr>
          <p:grpSpPr>
            <a:xfrm>
              <a:off x="-494405" y="-252396"/>
              <a:ext cx="1741563" cy="1288563"/>
              <a:chOff x="-494405" y="-252396"/>
              <a:chExt cx="1741563" cy="1288563"/>
            </a:xfrm>
          </p:grpSpPr>
          <p:sp>
            <p:nvSpPr>
              <p:cNvPr id="88" name="Google Shape;88;p4"/>
              <p:cNvSpPr/>
              <p:nvPr/>
            </p:nvSpPr>
            <p:spPr>
              <a:xfrm rot="2700000">
                <a:off x="-315569" y="-53821"/>
                <a:ext cx="930891" cy="891412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F5F8FF"/>
                  </a:gs>
                  <a:gs pos="18000">
                    <a:srgbClr val="F5F8FF"/>
                  </a:gs>
                  <a:gs pos="56000">
                    <a:srgbClr val="FFFFFF">
                      <a:alpha val="0"/>
                    </a:srgbClr>
                  </a:gs>
                  <a:gs pos="74000">
                    <a:srgbClr val="F5F8FF"/>
                  </a:gs>
                  <a:gs pos="100000">
                    <a:srgbClr val="F50403"/>
                  </a:gs>
                </a:gsLst>
                <a:path path="circle">
                  <a:fillToRect b="100%" l="0%" r="100%" t="0%"/>
                </a:path>
                <a:tileRect b="0%" l="-100%" r="0%" t="-100%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9" name="Google Shape;89;p4"/>
              <p:cNvSpPr/>
              <p:nvPr/>
            </p:nvSpPr>
            <p:spPr>
              <a:xfrm rot="2700000">
                <a:off x="137431" y="-53821"/>
                <a:ext cx="930891" cy="891412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F5F8FF"/>
                  </a:gs>
                  <a:gs pos="18000">
                    <a:srgbClr val="F5F8FF"/>
                  </a:gs>
                  <a:gs pos="56000">
                    <a:srgbClr val="FFFFFF">
                      <a:alpha val="0"/>
                    </a:srgbClr>
                  </a:gs>
                  <a:gs pos="74000">
                    <a:srgbClr val="F5F8FF"/>
                  </a:gs>
                  <a:gs pos="100000">
                    <a:srgbClr val="F50403"/>
                  </a:gs>
                </a:gsLst>
                <a:path path="circle">
                  <a:fillToRect b="100%" l="0%" r="100%" t="0%"/>
                </a:path>
                <a:tileRect b="0%" l="-100%" r="0%" t="-100%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90" name="Google Shape;90;p4"/>
            <p:cNvGrpSpPr/>
            <p:nvPr/>
          </p:nvGrpSpPr>
          <p:grpSpPr>
            <a:xfrm>
              <a:off x="245875" y="-51824"/>
              <a:ext cx="208200" cy="1824700"/>
              <a:chOff x="1040050" y="3812126"/>
              <a:chExt cx="208200" cy="1824700"/>
            </a:xfrm>
          </p:grpSpPr>
          <p:sp>
            <p:nvSpPr>
              <p:cNvPr id="91" name="Google Shape;91;p4"/>
              <p:cNvSpPr/>
              <p:nvPr/>
            </p:nvSpPr>
            <p:spPr>
              <a:xfrm>
                <a:off x="1040050" y="3812126"/>
                <a:ext cx="12550" cy="1824700"/>
              </a:xfrm>
              <a:custGeom>
                <a:rect b="b" l="l" r="r" t="t"/>
                <a:pathLst>
                  <a:path extrusionOk="0" h="27731" w="306">
                    <a:moveTo>
                      <a:pt x="1" y="1"/>
                    </a:moveTo>
                    <a:lnTo>
                      <a:pt x="1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46666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2" name="Google Shape;92;p4"/>
              <p:cNvSpPr/>
              <p:nvPr/>
            </p:nvSpPr>
            <p:spPr>
              <a:xfrm>
                <a:off x="1235741" y="3812126"/>
                <a:ext cx="12509" cy="1824700"/>
              </a:xfrm>
              <a:custGeom>
                <a:rect b="b" l="l" r="r" t="t"/>
                <a:pathLst>
                  <a:path extrusionOk="0" h="27731" w="305">
                    <a:moveTo>
                      <a:pt x="0" y="1"/>
                    </a:moveTo>
                    <a:lnTo>
                      <a:pt x="0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rgbClr val="EB9109">
                      <a:alpha val="46666"/>
                    </a:srgbClr>
                  </a:gs>
                  <a:gs pos="78000">
                    <a:srgbClr val="F5F8FF">
                      <a:alpha val="46666"/>
                    </a:srgbClr>
                  </a:gs>
                  <a:gs pos="100000">
                    <a:srgbClr val="F5F8FF">
                      <a:alpha val="46666"/>
                    </a:srgb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93" name="Google Shape;93;p4"/>
            <p:cNvGrpSpPr/>
            <p:nvPr/>
          </p:nvGrpSpPr>
          <p:grpSpPr>
            <a:xfrm>
              <a:off x="441575" y="-36652"/>
              <a:ext cx="699940" cy="478601"/>
              <a:chOff x="39723" y="4349022"/>
              <a:chExt cx="1061963" cy="726143"/>
            </a:xfrm>
          </p:grpSpPr>
          <p:grpSp>
            <p:nvGrpSpPr>
              <p:cNvPr id="94" name="Google Shape;94;p4"/>
              <p:cNvGrpSpPr/>
              <p:nvPr/>
            </p:nvGrpSpPr>
            <p:grpSpPr>
              <a:xfrm rot="2700000">
                <a:off x="140502" y="4460925"/>
                <a:ext cx="524584" cy="502337"/>
                <a:chOff x="1189791" y="-1767331"/>
                <a:chExt cx="904284" cy="865933"/>
              </a:xfrm>
            </p:grpSpPr>
            <p:sp>
              <p:nvSpPr>
                <p:cNvPr id="95" name="Google Shape;95;p4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F50403"/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1D1D1D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96" name="Google Shape;96;p4"/>
                <p:cNvGrpSpPr/>
                <p:nvPr/>
              </p:nvGrpSpPr>
              <p:grpSpPr>
                <a:xfrm>
                  <a:off x="1232795" y="-1740829"/>
                  <a:ext cx="717622" cy="717393"/>
                  <a:chOff x="1483457" y="3953671"/>
                  <a:chExt cx="717622" cy="717393"/>
                </a:xfrm>
              </p:grpSpPr>
              <p:sp>
                <p:nvSpPr>
                  <p:cNvPr id="97" name="Google Shape;97;p4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98" name="Google Shape;98;p4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99" name="Google Shape;99;p4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00" name="Google Shape;100;p4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01" name="Google Shape;101;p4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102" name="Google Shape;102;p4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03" name="Google Shape;103;p4"/>
            <p:cNvGrpSpPr/>
            <p:nvPr/>
          </p:nvGrpSpPr>
          <p:grpSpPr>
            <a:xfrm>
              <a:off x="955673" y="14"/>
              <a:ext cx="592576" cy="405260"/>
              <a:chOff x="39723" y="4349022"/>
              <a:chExt cx="1061963" cy="726143"/>
            </a:xfrm>
          </p:grpSpPr>
          <p:grpSp>
            <p:nvGrpSpPr>
              <p:cNvPr id="104" name="Google Shape;104;p4"/>
              <p:cNvGrpSpPr/>
              <p:nvPr/>
            </p:nvGrpSpPr>
            <p:grpSpPr>
              <a:xfrm rot="2700000">
                <a:off x="140502" y="4460925"/>
                <a:ext cx="524584" cy="502337"/>
                <a:chOff x="1189791" y="-1767331"/>
                <a:chExt cx="904284" cy="865933"/>
              </a:xfrm>
            </p:grpSpPr>
            <p:sp>
              <p:nvSpPr>
                <p:cNvPr id="105" name="Google Shape;105;p4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F50403"/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1D1D1D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106" name="Google Shape;106;p4"/>
                <p:cNvGrpSpPr/>
                <p:nvPr/>
              </p:nvGrpSpPr>
              <p:grpSpPr>
                <a:xfrm>
                  <a:off x="1232795" y="-1740829"/>
                  <a:ext cx="717622" cy="717393"/>
                  <a:chOff x="1483457" y="3953671"/>
                  <a:chExt cx="717622" cy="717393"/>
                </a:xfrm>
              </p:grpSpPr>
              <p:sp>
                <p:nvSpPr>
                  <p:cNvPr id="107" name="Google Shape;107;p4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08" name="Google Shape;108;p4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09" name="Google Shape;109;p4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10" name="Google Shape;110;p4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11" name="Google Shape;111;p4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112" name="Google Shape;112;p4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13" name="Google Shape;113;p4"/>
            <p:cNvGrpSpPr/>
            <p:nvPr/>
          </p:nvGrpSpPr>
          <p:grpSpPr>
            <a:xfrm>
              <a:off x="0" y="621223"/>
              <a:ext cx="699940" cy="478601"/>
              <a:chOff x="39723" y="4349022"/>
              <a:chExt cx="1061963" cy="726143"/>
            </a:xfrm>
          </p:grpSpPr>
          <p:grpSp>
            <p:nvGrpSpPr>
              <p:cNvPr id="114" name="Google Shape;114;p4"/>
              <p:cNvGrpSpPr/>
              <p:nvPr/>
            </p:nvGrpSpPr>
            <p:grpSpPr>
              <a:xfrm rot="2700000">
                <a:off x="140502" y="4460925"/>
                <a:ext cx="524584" cy="502337"/>
                <a:chOff x="1189791" y="-1767331"/>
                <a:chExt cx="904284" cy="865933"/>
              </a:xfrm>
            </p:grpSpPr>
            <p:sp>
              <p:nvSpPr>
                <p:cNvPr id="115" name="Google Shape;115;p4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F50403"/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1D1D1D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116" name="Google Shape;116;p4"/>
                <p:cNvGrpSpPr/>
                <p:nvPr/>
              </p:nvGrpSpPr>
              <p:grpSpPr>
                <a:xfrm>
                  <a:off x="1232795" y="-1740829"/>
                  <a:ext cx="717622" cy="717393"/>
                  <a:chOff x="1483457" y="3953671"/>
                  <a:chExt cx="717622" cy="717393"/>
                </a:xfrm>
              </p:grpSpPr>
              <p:sp>
                <p:nvSpPr>
                  <p:cNvPr id="117" name="Google Shape;117;p4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18" name="Google Shape;118;p4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19" name="Google Shape;119;p4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20" name="Google Shape;120;p4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21" name="Google Shape;121;p4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122" name="Google Shape;122;p4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23" name="Google Shape;123;p4"/>
            <p:cNvGrpSpPr/>
            <p:nvPr/>
          </p:nvGrpSpPr>
          <p:grpSpPr>
            <a:xfrm rot="-8100000">
              <a:off x="540898" y="-1172741"/>
              <a:ext cx="2552124" cy="3347490"/>
              <a:chOff x="2976325" y="908175"/>
              <a:chExt cx="4028179" cy="5283555"/>
            </a:xfrm>
          </p:grpSpPr>
          <p:sp>
            <p:nvSpPr>
              <p:cNvPr id="124" name="Google Shape;124;p4"/>
              <p:cNvSpPr/>
              <p:nvPr/>
            </p:nvSpPr>
            <p:spPr>
              <a:xfrm>
                <a:off x="3851189" y="1072525"/>
                <a:ext cx="3153315" cy="5119205"/>
              </a:xfrm>
              <a:custGeom>
                <a:rect b="b" l="l" r="r" t="t"/>
                <a:pathLst>
                  <a:path extrusionOk="0" h="124813" w="76882">
                    <a:moveTo>
                      <a:pt x="76668" y="0"/>
                    </a:moveTo>
                    <a:lnTo>
                      <a:pt x="63260" y="13408"/>
                    </a:lnTo>
                    <a:cubicBezTo>
                      <a:pt x="62879" y="13789"/>
                      <a:pt x="62879" y="14398"/>
                      <a:pt x="63260" y="14779"/>
                    </a:cubicBezTo>
                    <a:lnTo>
                      <a:pt x="69857" y="21376"/>
                    </a:lnTo>
                    <a:cubicBezTo>
                      <a:pt x="70116" y="21620"/>
                      <a:pt x="70116" y="22046"/>
                      <a:pt x="69857" y="22305"/>
                    </a:cubicBezTo>
                    <a:lnTo>
                      <a:pt x="46546" y="45616"/>
                    </a:lnTo>
                    <a:cubicBezTo>
                      <a:pt x="46417" y="45738"/>
                      <a:pt x="46245" y="45799"/>
                      <a:pt x="46074" y="45799"/>
                    </a:cubicBezTo>
                    <a:cubicBezTo>
                      <a:pt x="45903" y="45799"/>
                      <a:pt x="45731" y="45738"/>
                      <a:pt x="45602" y="45616"/>
                    </a:cubicBezTo>
                    <a:lnTo>
                      <a:pt x="39020" y="39019"/>
                    </a:lnTo>
                    <a:cubicBezTo>
                      <a:pt x="38822" y="38836"/>
                      <a:pt x="38593" y="38745"/>
                      <a:pt x="38334" y="38745"/>
                    </a:cubicBezTo>
                    <a:cubicBezTo>
                      <a:pt x="38060" y="38745"/>
                      <a:pt x="37831" y="38836"/>
                      <a:pt x="37649" y="39019"/>
                    </a:cubicBezTo>
                    <a:lnTo>
                      <a:pt x="23357" y="53311"/>
                    </a:lnTo>
                    <a:cubicBezTo>
                      <a:pt x="22976" y="53691"/>
                      <a:pt x="22976" y="54301"/>
                      <a:pt x="23357" y="54682"/>
                    </a:cubicBezTo>
                    <a:lnTo>
                      <a:pt x="40833" y="72142"/>
                    </a:lnTo>
                    <a:cubicBezTo>
                      <a:pt x="40939" y="72279"/>
                      <a:pt x="41016" y="72432"/>
                      <a:pt x="41016" y="72614"/>
                    </a:cubicBezTo>
                    <a:cubicBezTo>
                      <a:pt x="41016" y="72812"/>
                      <a:pt x="40955" y="72965"/>
                      <a:pt x="40833" y="73102"/>
                    </a:cubicBezTo>
                    <a:lnTo>
                      <a:pt x="27090" y="86830"/>
                    </a:lnTo>
                    <a:cubicBezTo>
                      <a:pt x="26907" y="87028"/>
                      <a:pt x="26816" y="87256"/>
                      <a:pt x="26816" y="87515"/>
                    </a:cubicBezTo>
                    <a:lnTo>
                      <a:pt x="26816" y="96276"/>
                    </a:lnTo>
                    <a:cubicBezTo>
                      <a:pt x="26816" y="96459"/>
                      <a:pt x="26755" y="96611"/>
                      <a:pt x="26618" y="96748"/>
                    </a:cubicBezTo>
                    <a:lnTo>
                      <a:pt x="13225" y="110140"/>
                    </a:lnTo>
                    <a:cubicBezTo>
                      <a:pt x="13103" y="110270"/>
                      <a:pt x="12940" y="110335"/>
                      <a:pt x="12772" y="110335"/>
                    </a:cubicBezTo>
                    <a:cubicBezTo>
                      <a:pt x="12604" y="110335"/>
                      <a:pt x="12433" y="110270"/>
                      <a:pt x="12296" y="110140"/>
                    </a:cubicBezTo>
                    <a:lnTo>
                      <a:pt x="7618" y="105448"/>
                    </a:lnTo>
                    <a:cubicBezTo>
                      <a:pt x="7428" y="105257"/>
                      <a:pt x="7180" y="105162"/>
                      <a:pt x="6933" y="105162"/>
                    </a:cubicBezTo>
                    <a:cubicBezTo>
                      <a:pt x="6685" y="105162"/>
                      <a:pt x="6438" y="105257"/>
                      <a:pt x="6247" y="105448"/>
                    </a:cubicBezTo>
                    <a:lnTo>
                      <a:pt x="381" y="111314"/>
                    </a:lnTo>
                    <a:cubicBezTo>
                      <a:pt x="1" y="111695"/>
                      <a:pt x="1" y="112304"/>
                      <a:pt x="381" y="112685"/>
                    </a:cubicBezTo>
                    <a:lnTo>
                      <a:pt x="5059" y="117378"/>
                    </a:lnTo>
                    <a:cubicBezTo>
                      <a:pt x="5181" y="117515"/>
                      <a:pt x="5257" y="117667"/>
                      <a:pt x="5257" y="117850"/>
                    </a:cubicBezTo>
                    <a:cubicBezTo>
                      <a:pt x="5257" y="118048"/>
                      <a:pt x="5196" y="118200"/>
                      <a:pt x="5059" y="118322"/>
                    </a:cubicBezTo>
                    <a:lnTo>
                      <a:pt x="3231" y="120150"/>
                    </a:lnTo>
                    <a:cubicBezTo>
                      <a:pt x="2850" y="120531"/>
                      <a:pt x="2850" y="121141"/>
                      <a:pt x="3231" y="121522"/>
                    </a:cubicBezTo>
                    <a:lnTo>
                      <a:pt x="5059" y="123365"/>
                    </a:lnTo>
                    <a:cubicBezTo>
                      <a:pt x="5333" y="123609"/>
                      <a:pt x="5333" y="124020"/>
                      <a:pt x="5059" y="124295"/>
                    </a:cubicBezTo>
                    <a:cubicBezTo>
                      <a:pt x="4914" y="124432"/>
                      <a:pt x="4754" y="124489"/>
                      <a:pt x="4602" y="124489"/>
                    </a:cubicBezTo>
                    <a:cubicBezTo>
                      <a:pt x="4449" y="124489"/>
                      <a:pt x="4305" y="124432"/>
                      <a:pt x="4190" y="124340"/>
                    </a:cubicBezTo>
                    <a:cubicBezTo>
                      <a:pt x="3962" y="124173"/>
                      <a:pt x="3825" y="123838"/>
                      <a:pt x="4038" y="123487"/>
                    </a:cubicBezTo>
                    <a:lnTo>
                      <a:pt x="3764" y="123335"/>
                    </a:lnTo>
                    <a:lnTo>
                      <a:pt x="3764" y="123335"/>
                    </a:lnTo>
                    <a:cubicBezTo>
                      <a:pt x="3459" y="123838"/>
                      <a:pt x="3672" y="124356"/>
                      <a:pt x="3992" y="124599"/>
                    </a:cubicBezTo>
                    <a:cubicBezTo>
                      <a:pt x="4175" y="124736"/>
                      <a:pt x="4373" y="124813"/>
                      <a:pt x="4602" y="124813"/>
                    </a:cubicBezTo>
                    <a:cubicBezTo>
                      <a:pt x="4830" y="124813"/>
                      <a:pt x="5059" y="124736"/>
                      <a:pt x="5272" y="124477"/>
                    </a:cubicBezTo>
                    <a:cubicBezTo>
                      <a:pt x="5455" y="124295"/>
                      <a:pt x="5562" y="124066"/>
                      <a:pt x="5562" y="123792"/>
                    </a:cubicBezTo>
                    <a:cubicBezTo>
                      <a:pt x="5562" y="123533"/>
                      <a:pt x="5455" y="123304"/>
                      <a:pt x="5272" y="123106"/>
                    </a:cubicBezTo>
                    <a:lnTo>
                      <a:pt x="3444" y="121278"/>
                    </a:lnTo>
                    <a:cubicBezTo>
                      <a:pt x="3170" y="121034"/>
                      <a:pt x="3170" y="120623"/>
                      <a:pt x="3444" y="120349"/>
                    </a:cubicBezTo>
                    <a:lnTo>
                      <a:pt x="5272" y="118520"/>
                    </a:lnTo>
                    <a:cubicBezTo>
                      <a:pt x="5455" y="118337"/>
                      <a:pt x="5562" y="118094"/>
                      <a:pt x="5562" y="117835"/>
                    </a:cubicBezTo>
                    <a:cubicBezTo>
                      <a:pt x="5562" y="117576"/>
                      <a:pt x="5455" y="117332"/>
                      <a:pt x="5272" y="117149"/>
                    </a:cubicBezTo>
                    <a:lnTo>
                      <a:pt x="579" y="112456"/>
                    </a:lnTo>
                    <a:cubicBezTo>
                      <a:pt x="320" y="112213"/>
                      <a:pt x="320" y="111801"/>
                      <a:pt x="579" y="111527"/>
                    </a:cubicBezTo>
                    <a:lnTo>
                      <a:pt x="6445" y="105661"/>
                    </a:lnTo>
                    <a:cubicBezTo>
                      <a:pt x="6575" y="105532"/>
                      <a:pt x="6742" y="105467"/>
                      <a:pt x="6912" y="105467"/>
                    </a:cubicBezTo>
                    <a:cubicBezTo>
                      <a:pt x="7081" y="105467"/>
                      <a:pt x="7253" y="105532"/>
                      <a:pt x="7390" y="105661"/>
                    </a:cubicBezTo>
                    <a:lnTo>
                      <a:pt x="12067" y="110354"/>
                    </a:lnTo>
                    <a:cubicBezTo>
                      <a:pt x="12265" y="110537"/>
                      <a:pt x="12494" y="110643"/>
                      <a:pt x="12753" y="110643"/>
                    </a:cubicBezTo>
                    <a:cubicBezTo>
                      <a:pt x="13027" y="110643"/>
                      <a:pt x="13256" y="110537"/>
                      <a:pt x="13439" y="110354"/>
                    </a:cubicBezTo>
                    <a:lnTo>
                      <a:pt x="26831" y="96961"/>
                    </a:lnTo>
                    <a:cubicBezTo>
                      <a:pt x="27014" y="96779"/>
                      <a:pt x="27120" y="96550"/>
                      <a:pt x="27120" y="96276"/>
                    </a:cubicBezTo>
                    <a:lnTo>
                      <a:pt x="27120" y="87469"/>
                    </a:lnTo>
                    <a:cubicBezTo>
                      <a:pt x="27120" y="87287"/>
                      <a:pt x="27166" y="87134"/>
                      <a:pt x="27303" y="86997"/>
                    </a:cubicBezTo>
                    <a:lnTo>
                      <a:pt x="41031" y="73270"/>
                    </a:lnTo>
                    <a:cubicBezTo>
                      <a:pt x="41412" y="72889"/>
                      <a:pt x="41412" y="72279"/>
                      <a:pt x="41031" y="71898"/>
                    </a:cubicBezTo>
                    <a:lnTo>
                      <a:pt x="23571" y="54438"/>
                    </a:lnTo>
                    <a:cubicBezTo>
                      <a:pt x="23312" y="54194"/>
                      <a:pt x="23312" y="53768"/>
                      <a:pt x="23571" y="53509"/>
                    </a:cubicBezTo>
                    <a:lnTo>
                      <a:pt x="37862" y="39217"/>
                    </a:lnTo>
                    <a:cubicBezTo>
                      <a:pt x="37984" y="39095"/>
                      <a:pt x="38155" y="39035"/>
                      <a:pt x="38327" y="39035"/>
                    </a:cubicBezTo>
                    <a:cubicBezTo>
                      <a:pt x="38498" y="39035"/>
                      <a:pt x="38669" y="39095"/>
                      <a:pt x="38791" y="39217"/>
                    </a:cubicBezTo>
                    <a:lnTo>
                      <a:pt x="45373" y="45830"/>
                    </a:lnTo>
                    <a:cubicBezTo>
                      <a:pt x="45571" y="46013"/>
                      <a:pt x="45800" y="46119"/>
                      <a:pt x="46059" y="46119"/>
                    </a:cubicBezTo>
                    <a:cubicBezTo>
                      <a:pt x="46333" y="46119"/>
                      <a:pt x="46562" y="46013"/>
                      <a:pt x="46744" y="45830"/>
                    </a:cubicBezTo>
                    <a:lnTo>
                      <a:pt x="70055" y="22519"/>
                    </a:lnTo>
                    <a:cubicBezTo>
                      <a:pt x="70436" y="22138"/>
                      <a:pt x="70436" y="21528"/>
                      <a:pt x="70055" y="21148"/>
                    </a:cubicBezTo>
                    <a:lnTo>
                      <a:pt x="63473" y="14550"/>
                    </a:lnTo>
                    <a:cubicBezTo>
                      <a:pt x="63199" y="14307"/>
                      <a:pt x="63199" y="13895"/>
                      <a:pt x="63473" y="13621"/>
                    </a:cubicBezTo>
                    <a:lnTo>
                      <a:pt x="76881" y="213"/>
                    </a:lnTo>
                    <a:lnTo>
                      <a:pt x="76668" y="0"/>
                    </a:ln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5" name="Google Shape;125;p4"/>
              <p:cNvSpPr/>
              <p:nvPr/>
            </p:nvSpPr>
            <p:spPr>
              <a:xfrm>
                <a:off x="3934943" y="908175"/>
                <a:ext cx="2925190" cy="3057668"/>
              </a:xfrm>
              <a:custGeom>
                <a:rect b="b" l="l" r="r" t="t"/>
                <a:pathLst>
                  <a:path extrusionOk="0" h="74550" w="71320">
                    <a:moveTo>
                      <a:pt x="71091" y="0"/>
                    </a:moveTo>
                    <a:lnTo>
                      <a:pt x="59679" y="11397"/>
                    </a:lnTo>
                    <a:lnTo>
                      <a:pt x="54895" y="11397"/>
                    </a:lnTo>
                    <a:lnTo>
                      <a:pt x="41015" y="25307"/>
                    </a:lnTo>
                    <a:lnTo>
                      <a:pt x="40954" y="25337"/>
                    </a:lnTo>
                    <a:lnTo>
                      <a:pt x="40954" y="42325"/>
                    </a:lnTo>
                    <a:lnTo>
                      <a:pt x="31767" y="51528"/>
                    </a:lnTo>
                    <a:lnTo>
                      <a:pt x="31721" y="51574"/>
                    </a:lnTo>
                    <a:lnTo>
                      <a:pt x="31721" y="59237"/>
                    </a:lnTo>
                    <a:lnTo>
                      <a:pt x="22824" y="68135"/>
                    </a:lnTo>
                    <a:lnTo>
                      <a:pt x="6186" y="68135"/>
                    </a:lnTo>
                    <a:lnTo>
                      <a:pt x="0" y="74321"/>
                    </a:lnTo>
                    <a:lnTo>
                      <a:pt x="229" y="74549"/>
                    </a:lnTo>
                    <a:lnTo>
                      <a:pt x="6323" y="68455"/>
                    </a:lnTo>
                    <a:lnTo>
                      <a:pt x="22945" y="68455"/>
                    </a:lnTo>
                    <a:lnTo>
                      <a:pt x="31980" y="59420"/>
                    </a:lnTo>
                    <a:lnTo>
                      <a:pt x="32026" y="59374"/>
                    </a:lnTo>
                    <a:lnTo>
                      <a:pt x="32026" y="51695"/>
                    </a:lnTo>
                    <a:lnTo>
                      <a:pt x="41229" y="42508"/>
                    </a:lnTo>
                    <a:lnTo>
                      <a:pt x="41259" y="42463"/>
                    </a:lnTo>
                    <a:lnTo>
                      <a:pt x="41259" y="25475"/>
                    </a:lnTo>
                    <a:lnTo>
                      <a:pt x="55032" y="11732"/>
                    </a:lnTo>
                    <a:lnTo>
                      <a:pt x="59786" y="11732"/>
                    </a:lnTo>
                    <a:lnTo>
                      <a:pt x="71320" y="213"/>
                    </a:lnTo>
                    <a:lnTo>
                      <a:pt x="71091" y="0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6" name="Google Shape;126;p4"/>
              <p:cNvSpPr/>
              <p:nvPr/>
            </p:nvSpPr>
            <p:spPr>
              <a:xfrm>
                <a:off x="2976325" y="930036"/>
                <a:ext cx="4006263" cy="4749291"/>
              </a:xfrm>
              <a:custGeom>
                <a:rect b="b" l="l" r="r" t="t"/>
                <a:pathLst>
                  <a:path extrusionOk="0" h="115794" w="97678">
                    <a:moveTo>
                      <a:pt x="97449" y="0"/>
                    </a:moveTo>
                    <a:lnTo>
                      <a:pt x="76805" y="20645"/>
                    </a:lnTo>
                    <a:lnTo>
                      <a:pt x="76744" y="20691"/>
                    </a:lnTo>
                    <a:lnTo>
                      <a:pt x="76744" y="35927"/>
                    </a:lnTo>
                    <a:lnTo>
                      <a:pt x="63107" y="49563"/>
                    </a:lnTo>
                    <a:lnTo>
                      <a:pt x="63077" y="49608"/>
                    </a:lnTo>
                    <a:lnTo>
                      <a:pt x="63077" y="56571"/>
                    </a:lnTo>
                    <a:lnTo>
                      <a:pt x="61005" y="58659"/>
                    </a:lnTo>
                    <a:lnTo>
                      <a:pt x="61005" y="62407"/>
                    </a:lnTo>
                    <a:lnTo>
                      <a:pt x="52473" y="70939"/>
                    </a:lnTo>
                    <a:lnTo>
                      <a:pt x="52412" y="70969"/>
                    </a:lnTo>
                    <a:lnTo>
                      <a:pt x="52412" y="78541"/>
                    </a:lnTo>
                    <a:lnTo>
                      <a:pt x="46912" y="84057"/>
                    </a:lnTo>
                    <a:lnTo>
                      <a:pt x="46912" y="89633"/>
                    </a:lnTo>
                    <a:lnTo>
                      <a:pt x="33123" y="103406"/>
                    </a:lnTo>
                    <a:lnTo>
                      <a:pt x="12174" y="103406"/>
                    </a:lnTo>
                    <a:lnTo>
                      <a:pt x="0" y="115565"/>
                    </a:lnTo>
                    <a:lnTo>
                      <a:pt x="229" y="115793"/>
                    </a:lnTo>
                    <a:lnTo>
                      <a:pt x="12280" y="103711"/>
                    </a:lnTo>
                    <a:lnTo>
                      <a:pt x="33245" y="103711"/>
                    </a:lnTo>
                    <a:lnTo>
                      <a:pt x="47155" y="89801"/>
                    </a:lnTo>
                    <a:lnTo>
                      <a:pt x="47216" y="89770"/>
                    </a:lnTo>
                    <a:lnTo>
                      <a:pt x="47216" y="84179"/>
                    </a:lnTo>
                    <a:lnTo>
                      <a:pt x="52732" y="78663"/>
                    </a:lnTo>
                    <a:lnTo>
                      <a:pt x="52732" y="71106"/>
                    </a:lnTo>
                    <a:lnTo>
                      <a:pt x="61264" y="62574"/>
                    </a:lnTo>
                    <a:lnTo>
                      <a:pt x="61310" y="62513"/>
                    </a:lnTo>
                    <a:lnTo>
                      <a:pt x="61310" y="58780"/>
                    </a:lnTo>
                    <a:lnTo>
                      <a:pt x="63382" y="56708"/>
                    </a:lnTo>
                    <a:lnTo>
                      <a:pt x="63382" y="49730"/>
                    </a:lnTo>
                    <a:lnTo>
                      <a:pt x="77018" y="36109"/>
                    </a:lnTo>
                    <a:lnTo>
                      <a:pt x="77048" y="36064"/>
                    </a:lnTo>
                    <a:lnTo>
                      <a:pt x="77048" y="20828"/>
                    </a:lnTo>
                    <a:lnTo>
                      <a:pt x="97678" y="198"/>
                    </a:lnTo>
                    <a:lnTo>
                      <a:pt x="97449" y="0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pic>
        <p:nvPicPr>
          <p:cNvPr id="127" name="Google Shape;127;p4"/>
          <p:cNvPicPr preferRelativeResize="0"/>
          <p:nvPr/>
        </p:nvPicPr>
        <p:blipFill rotWithShape="1">
          <a:blip r:embed="rId2">
            <a:alphaModFix amt="25000"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4"/>
          <p:cNvSpPr txBox="1"/>
          <p:nvPr/>
        </p:nvSpPr>
        <p:spPr>
          <a:xfrm>
            <a:off x="10729913" y="876583"/>
            <a:ext cx="14151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7F7F7F"/>
                </a:solidFill>
              </a:rPr>
              <a:t>codehubai.com</a:t>
            </a:r>
            <a:endParaRPr sz="1200">
              <a:solidFill>
                <a:srgbClr val="7F7F7F"/>
              </a:solidFill>
            </a:endParaRPr>
          </a:p>
        </p:txBody>
      </p:sp>
      <p:sp>
        <p:nvSpPr>
          <p:cNvPr id="129" name="Google Shape;129;p4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Custom Layout">
  <p:cSld name="2_Custom Layout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5"/>
          <p:cNvPicPr preferRelativeResize="0"/>
          <p:nvPr/>
        </p:nvPicPr>
        <p:blipFill rotWithShape="1">
          <a:blip r:embed="rId2">
            <a:alphaModFix amt="25000"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5"/>
          <p:cNvPicPr preferRelativeResize="0"/>
          <p:nvPr/>
        </p:nvPicPr>
        <p:blipFill rotWithShape="1">
          <a:blip r:embed="rId2">
            <a:alphaModFix amt="25000"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5"/>
          <p:cNvSpPr txBox="1"/>
          <p:nvPr/>
        </p:nvSpPr>
        <p:spPr>
          <a:xfrm>
            <a:off x="10729913" y="876583"/>
            <a:ext cx="14151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7F7F7F"/>
                </a:solidFill>
              </a:rPr>
              <a:t>codehubai.com</a:t>
            </a:r>
            <a:endParaRPr sz="1200">
              <a:solidFill>
                <a:srgbClr val="7F7F7F"/>
              </a:solidFill>
            </a:endParaRPr>
          </a:p>
        </p:txBody>
      </p:sp>
      <p:sp>
        <p:nvSpPr>
          <p:cNvPr id="134" name="Google Shape;134;p5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_Custom Layout">
  <p:cSld name="6_Custom Layout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p6"/>
          <p:cNvPicPr preferRelativeResize="0"/>
          <p:nvPr/>
        </p:nvPicPr>
        <p:blipFill rotWithShape="1">
          <a:blip r:embed="rId2">
            <a:alphaModFix amt="25000"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6"/>
          <p:cNvPicPr preferRelativeResize="0"/>
          <p:nvPr/>
        </p:nvPicPr>
        <p:blipFill rotWithShape="1">
          <a:blip r:embed="rId2">
            <a:alphaModFix amt="25000"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6"/>
          <p:cNvSpPr txBox="1"/>
          <p:nvPr/>
        </p:nvSpPr>
        <p:spPr>
          <a:xfrm>
            <a:off x="10729913" y="876583"/>
            <a:ext cx="14151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7F7F7F"/>
                </a:solidFill>
              </a:rPr>
              <a:t>codehubai.com</a:t>
            </a:r>
            <a:endParaRPr sz="1200">
              <a:solidFill>
                <a:srgbClr val="7F7F7F"/>
              </a:solidFill>
            </a:endParaRPr>
          </a:p>
        </p:txBody>
      </p:sp>
      <p:sp>
        <p:nvSpPr>
          <p:cNvPr id="139" name="Google Shape;139;p6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" name="Google Shape;141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2" name="Google Shape;142;p7"/>
          <p:cNvGrpSpPr/>
          <p:nvPr/>
        </p:nvGrpSpPr>
        <p:grpSpPr>
          <a:xfrm>
            <a:off x="-1607561" y="-3646040"/>
            <a:ext cx="10823409" cy="7799545"/>
            <a:chOff x="-1180406" y="-2565680"/>
            <a:chExt cx="8117556" cy="5849659"/>
          </a:xfrm>
        </p:grpSpPr>
        <p:sp>
          <p:nvSpPr>
            <p:cNvPr id="143" name="Google Shape;143;p7"/>
            <p:cNvSpPr/>
            <p:nvPr/>
          </p:nvSpPr>
          <p:spPr>
            <a:xfrm rot="10221728">
              <a:off x="-981122" y="-549008"/>
              <a:ext cx="3045481" cy="2637398"/>
            </a:xfrm>
            <a:custGeom>
              <a:rect b="b" l="l" r="r" t="t"/>
              <a:pathLst>
                <a:path extrusionOk="0" h="44413" w="51285">
                  <a:moveTo>
                    <a:pt x="12814" y="0"/>
                  </a:moveTo>
                  <a:lnTo>
                    <a:pt x="0" y="22199"/>
                  </a:lnTo>
                  <a:lnTo>
                    <a:pt x="12814" y="44413"/>
                  </a:lnTo>
                  <a:lnTo>
                    <a:pt x="38471" y="44413"/>
                  </a:lnTo>
                  <a:lnTo>
                    <a:pt x="51285" y="22199"/>
                  </a:lnTo>
                  <a:lnTo>
                    <a:pt x="38471" y="0"/>
                  </a:lnTo>
                  <a:close/>
                </a:path>
              </a:pathLst>
            </a:custGeom>
            <a:gradFill>
              <a:gsLst>
                <a:gs pos="0">
                  <a:srgbClr val="F5F8FF"/>
                </a:gs>
                <a:gs pos="22000">
                  <a:srgbClr val="F5F8FF"/>
                </a:gs>
                <a:gs pos="45000">
                  <a:srgbClr val="FFFFFF">
                    <a:alpha val="0"/>
                  </a:srgbClr>
                </a:gs>
                <a:gs pos="100000">
                  <a:srgbClr val="F50403"/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" name="Google Shape;144;p7"/>
            <p:cNvSpPr/>
            <p:nvPr/>
          </p:nvSpPr>
          <p:spPr>
            <a:xfrm>
              <a:off x="-289323" y="-166742"/>
              <a:ext cx="1421047" cy="2833357"/>
            </a:xfrm>
            <a:custGeom>
              <a:rect b="b" l="l" r="r" t="t"/>
              <a:pathLst>
                <a:path extrusionOk="0" h="69081" w="34647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>
              <a:gsLst>
                <a:gs pos="0">
                  <a:srgbClr val="F50403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" name="Google Shape;145;p7"/>
            <p:cNvSpPr/>
            <p:nvPr/>
          </p:nvSpPr>
          <p:spPr>
            <a:xfrm rot="2700000">
              <a:off x="917817" y="-2200499"/>
              <a:ext cx="3153371" cy="5119296"/>
            </a:xfrm>
            <a:custGeom>
              <a:rect b="b" l="l" r="r" t="t"/>
              <a:pathLst>
                <a:path extrusionOk="0" h="124813" w="76882">
                  <a:moveTo>
                    <a:pt x="76668" y="0"/>
                  </a:moveTo>
                  <a:lnTo>
                    <a:pt x="63260" y="13408"/>
                  </a:lnTo>
                  <a:cubicBezTo>
                    <a:pt x="62879" y="13789"/>
                    <a:pt x="62879" y="14398"/>
                    <a:pt x="63260" y="14779"/>
                  </a:cubicBezTo>
                  <a:lnTo>
                    <a:pt x="69857" y="21376"/>
                  </a:lnTo>
                  <a:cubicBezTo>
                    <a:pt x="70116" y="21620"/>
                    <a:pt x="70116" y="22046"/>
                    <a:pt x="69857" y="22305"/>
                  </a:cubicBezTo>
                  <a:lnTo>
                    <a:pt x="46546" y="45616"/>
                  </a:lnTo>
                  <a:cubicBezTo>
                    <a:pt x="46417" y="45738"/>
                    <a:pt x="46245" y="45799"/>
                    <a:pt x="46074" y="45799"/>
                  </a:cubicBezTo>
                  <a:cubicBezTo>
                    <a:pt x="45903" y="45799"/>
                    <a:pt x="45731" y="45738"/>
                    <a:pt x="45602" y="45616"/>
                  </a:cubicBezTo>
                  <a:lnTo>
                    <a:pt x="39020" y="39019"/>
                  </a:lnTo>
                  <a:cubicBezTo>
                    <a:pt x="38822" y="38836"/>
                    <a:pt x="38593" y="38745"/>
                    <a:pt x="38334" y="38745"/>
                  </a:cubicBezTo>
                  <a:cubicBezTo>
                    <a:pt x="38060" y="38745"/>
                    <a:pt x="37831" y="38836"/>
                    <a:pt x="37649" y="39019"/>
                  </a:cubicBezTo>
                  <a:lnTo>
                    <a:pt x="23357" y="53311"/>
                  </a:lnTo>
                  <a:cubicBezTo>
                    <a:pt x="22976" y="53691"/>
                    <a:pt x="22976" y="54301"/>
                    <a:pt x="23357" y="54682"/>
                  </a:cubicBezTo>
                  <a:lnTo>
                    <a:pt x="40833" y="72142"/>
                  </a:lnTo>
                  <a:cubicBezTo>
                    <a:pt x="40939" y="72279"/>
                    <a:pt x="41016" y="72432"/>
                    <a:pt x="41016" y="72614"/>
                  </a:cubicBezTo>
                  <a:cubicBezTo>
                    <a:pt x="41016" y="72812"/>
                    <a:pt x="40955" y="72965"/>
                    <a:pt x="40833" y="73102"/>
                  </a:cubicBezTo>
                  <a:lnTo>
                    <a:pt x="27090" y="86830"/>
                  </a:lnTo>
                  <a:cubicBezTo>
                    <a:pt x="26907" y="87028"/>
                    <a:pt x="26816" y="87256"/>
                    <a:pt x="26816" y="87515"/>
                  </a:cubicBezTo>
                  <a:lnTo>
                    <a:pt x="26816" y="96276"/>
                  </a:lnTo>
                  <a:cubicBezTo>
                    <a:pt x="26816" y="96459"/>
                    <a:pt x="26755" y="96611"/>
                    <a:pt x="26618" y="96748"/>
                  </a:cubicBezTo>
                  <a:lnTo>
                    <a:pt x="13225" y="110140"/>
                  </a:lnTo>
                  <a:cubicBezTo>
                    <a:pt x="13103" y="110270"/>
                    <a:pt x="12940" y="110335"/>
                    <a:pt x="12772" y="110335"/>
                  </a:cubicBezTo>
                  <a:cubicBezTo>
                    <a:pt x="12604" y="110335"/>
                    <a:pt x="12433" y="110270"/>
                    <a:pt x="12296" y="110140"/>
                  </a:cubicBezTo>
                  <a:lnTo>
                    <a:pt x="7618" y="105448"/>
                  </a:lnTo>
                  <a:cubicBezTo>
                    <a:pt x="7428" y="105257"/>
                    <a:pt x="7180" y="105162"/>
                    <a:pt x="6933" y="105162"/>
                  </a:cubicBezTo>
                  <a:cubicBezTo>
                    <a:pt x="6685" y="105162"/>
                    <a:pt x="6438" y="105257"/>
                    <a:pt x="6247" y="105448"/>
                  </a:cubicBezTo>
                  <a:lnTo>
                    <a:pt x="381" y="111314"/>
                  </a:lnTo>
                  <a:cubicBezTo>
                    <a:pt x="1" y="111695"/>
                    <a:pt x="1" y="112304"/>
                    <a:pt x="381" y="112685"/>
                  </a:cubicBezTo>
                  <a:lnTo>
                    <a:pt x="5059" y="117378"/>
                  </a:lnTo>
                  <a:cubicBezTo>
                    <a:pt x="5181" y="117515"/>
                    <a:pt x="5257" y="117667"/>
                    <a:pt x="5257" y="117850"/>
                  </a:cubicBezTo>
                  <a:cubicBezTo>
                    <a:pt x="5257" y="118048"/>
                    <a:pt x="5196" y="118200"/>
                    <a:pt x="5059" y="118322"/>
                  </a:cubicBezTo>
                  <a:lnTo>
                    <a:pt x="3231" y="120150"/>
                  </a:lnTo>
                  <a:cubicBezTo>
                    <a:pt x="2850" y="120531"/>
                    <a:pt x="2850" y="121141"/>
                    <a:pt x="3231" y="121522"/>
                  </a:cubicBezTo>
                  <a:lnTo>
                    <a:pt x="5059" y="123365"/>
                  </a:lnTo>
                  <a:cubicBezTo>
                    <a:pt x="5333" y="123609"/>
                    <a:pt x="5333" y="124020"/>
                    <a:pt x="5059" y="124295"/>
                  </a:cubicBezTo>
                  <a:cubicBezTo>
                    <a:pt x="4914" y="124432"/>
                    <a:pt x="4754" y="124489"/>
                    <a:pt x="4602" y="124489"/>
                  </a:cubicBezTo>
                  <a:cubicBezTo>
                    <a:pt x="4449" y="124489"/>
                    <a:pt x="4305" y="124432"/>
                    <a:pt x="4190" y="124340"/>
                  </a:cubicBezTo>
                  <a:cubicBezTo>
                    <a:pt x="3962" y="124173"/>
                    <a:pt x="3825" y="123838"/>
                    <a:pt x="4038" y="123487"/>
                  </a:cubicBezTo>
                  <a:lnTo>
                    <a:pt x="3764" y="123335"/>
                  </a:lnTo>
                  <a:lnTo>
                    <a:pt x="3764" y="123335"/>
                  </a:lnTo>
                  <a:cubicBezTo>
                    <a:pt x="3459" y="123838"/>
                    <a:pt x="3672" y="124356"/>
                    <a:pt x="3992" y="124599"/>
                  </a:cubicBezTo>
                  <a:cubicBezTo>
                    <a:pt x="4175" y="124736"/>
                    <a:pt x="4373" y="124813"/>
                    <a:pt x="4602" y="124813"/>
                  </a:cubicBezTo>
                  <a:cubicBezTo>
                    <a:pt x="4830" y="124813"/>
                    <a:pt x="5059" y="124736"/>
                    <a:pt x="5272" y="124477"/>
                  </a:cubicBezTo>
                  <a:cubicBezTo>
                    <a:pt x="5455" y="124295"/>
                    <a:pt x="5562" y="124066"/>
                    <a:pt x="5562" y="123792"/>
                  </a:cubicBezTo>
                  <a:cubicBezTo>
                    <a:pt x="5562" y="123533"/>
                    <a:pt x="5455" y="123304"/>
                    <a:pt x="5272" y="123106"/>
                  </a:cubicBezTo>
                  <a:lnTo>
                    <a:pt x="3444" y="121278"/>
                  </a:lnTo>
                  <a:cubicBezTo>
                    <a:pt x="3170" y="121034"/>
                    <a:pt x="3170" y="120623"/>
                    <a:pt x="3444" y="120349"/>
                  </a:cubicBezTo>
                  <a:lnTo>
                    <a:pt x="5272" y="118520"/>
                  </a:lnTo>
                  <a:cubicBezTo>
                    <a:pt x="5455" y="118337"/>
                    <a:pt x="5562" y="118094"/>
                    <a:pt x="5562" y="117835"/>
                  </a:cubicBezTo>
                  <a:cubicBezTo>
                    <a:pt x="5562" y="117576"/>
                    <a:pt x="5455" y="117332"/>
                    <a:pt x="5272" y="117149"/>
                  </a:cubicBezTo>
                  <a:lnTo>
                    <a:pt x="579" y="112456"/>
                  </a:lnTo>
                  <a:cubicBezTo>
                    <a:pt x="320" y="112213"/>
                    <a:pt x="320" y="111801"/>
                    <a:pt x="579" y="111527"/>
                  </a:cubicBezTo>
                  <a:lnTo>
                    <a:pt x="6445" y="105661"/>
                  </a:lnTo>
                  <a:cubicBezTo>
                    <a:pt x="6575" y="105532"/>
                    <a:pt x="6742" y="105467"/>
                    <a:pt x="6912" y="105467"/>
                  </a:cubicBezTo>
                  <a:cubicBezTo>
                    <a:pt x="7081" y="105467"/>
                    <a:pt x="7253" y="105532"/>
                    <a:pt x="7390" y="105661"/>
                  </a:cubicBezTo>
                  <a:lnTo>
                    <a:pt x="12067" y="110354"/>
                  </a:lnTo>
                  <a:cubicBezTo>
                    <a:pt x="12265" y="110537"/>
                    <a:pt x="12494" y="110643"/>
                    <a:pt x="12753" y="110643"/>
                  </a:cubicBezTo>
                  <a:cubicBezTo>
                    <a:pt x="13027" y="110643"/>
                    <a:pt x="13256" y="110537"/>
                    <a:pt x="13439" y="110354"/>
                  </a:cubicBezTo>
                  <a:lnTo>
                    <a:pt x="26831" y="96961"/>
                  </a:lnTo>
                  <a:cubicBezTo>
                    <a:pt x="27014" y="96779"/>
                    <a:pt x="27120" y="96550"/>
                    <a:pt x="27120" y="96276"/>
                  </a:cubicBezTo>
                  <a:lnTo>
                    <a:pt x="27120" y="87469"/>
                  </a:lnTo>
                  <a:cubicBezTo>
                    <a:pt x="27120" y="87287"/>
                    <a:pt x="27166" y="87134"/>
                    <a:pt x="27303" y="86997"/>
                  </a:cubicBezTo>
                  <a:lnTo>
                    <a:pt x="41031" y="73270"/>
                  </a:lnTo>
                  <a:cubicBezTo>
                    <a:pt x="41412" y="72889"/>
                    <a:pt x="41412" y="72279"/>
                    <a:pt x="41031" y="71898"/>
                  </a:cubicBezTo>
                  <a:lnTo>
                    <a:pt x="23571" y="54438"/>
                  </a:lnTo>
                  <a:cubicBezTo>
                    <a:pt x="23312" y="54194"/>
                    <a:pt x="23312" y="53768"/>
                    <a:pt x="23571" y="53509"/>
                  </a:cubicBezTo>
                  <a:lnTo>
                    <a:pt x="37862" y="39217"/>
                  </a:lnTo>
                  <a:cubicBezTo>
                    <a:pt x="37984" y="39095"/>
                    <a:pt x="38155" y="39035"/>
                    <a:pt x="38327" y="39035"/>
                  </a:cubicBezTo>
                  <a:cubicBezTo>
                    <a:pt x="38498" y="39035"/>
                    <a:pt x="38669" y="39095"/>
                    <a:pt x="38791" y="39217"/>
                  </a:cubicBezTo>
                  <a:lnTo>
                    <a:pt x="45373" y="45830"/>
                  </a:lnTo>
                  <a:cubicBezTo>
                    <a:pt x="45571" y="46013"/>
                    <a:pt x="45800" y="46119"/>
                    <a:pt x="46059" y="46119"/>
                  </a:cubicBezTo>
                  <a:cubicBezTo>
                    <a:pt x="46333" y="46119"/>
                    <a:pt x="46562" y="46013"/>
                    <a:pt x="46744" y="45830"/>
                  </a:cubicBezTo>
                  <a:lnTo>
                    <a:pt x="70055" y="22519"/>
                  </a:lnTo>
                  <a:cubicBezTo>
                    <a:pt x="70436" y="22138"/>
                    <a:pt x="70436" y="21528"/>
                    <a:pt x="70055" y="21148"/>
                  </a:cubicBezTo>
                  <a:lnTo>
                    <a:pt x="63473" y="14550"/>
                  </a:lnTo>
                  <a:cubicBezTo>
                    <a:pt x="63199" y="14307"/>
                    <a:pt x="63199" y="13895"/>
                    <a:pt x="63473" y="13621"/>
                  </a:cubicBezTo>
                  <a:lnTo>
                    <a:pt x="76881" y="213"/>
                  </a:lnTo>
                  <a:lnTo>
                    <a:pt x="76668" y="0"/>
                  </a:lnTo>
                  <a:close/>
                </a:path>
              </a:pathLst>
            </a:custGeom>
            <a:gradFill>
              <a:gsLst>
                <a:gs pos="0">
                  <a:srgbClr val="EB9109"/>
                </a:gs>
                <a:gs pos="78000">
                  <a:srgbClr val="F5F8FF"/>
                </a:gs>
                <a:gs pos="100000">
                  <a:srgbClr val="F5F8FF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" name="Google Shape;146;p7"/>
            <p:cNvSpPr/>
            <p:nvPr/>
          </p:nvSpPr>
          <p:spPr>
            <a:xfrm>
              <a:off x="-201475" y="-361175"/>
              <a:ext cx="7138625" cy="819350"/>
            </a:xfrm>
            <a:custGeom>
              <a:rect b="b" l="l" r="r" t="t"/>
              <a:pathLst>
                <a:path extrusionOk="0" h="32774" w="285545">
                  <a:moveTo>
                    <a:pt x="0" y="32774"/>
                  </a:moveTo>
                  <a:lnTo>
                    <a:pt x="188861" y="32774"/>
                  </a:lnTo>
                  <a:lnTo>
                    <a:pt x="221636" y="0"/>
                  </a:lnTo>
                  <a:lnTo>
                    <a:pt x="285545" y="0"/>
                  </a:lnTo>
                </a:path>
              </a:pathLst>
            </a:custGeom>
            <a:noFill/>
            <a:ln cap="flat" cmpd="sng" w="9525">
              <a:solidFill>
                <a:srgbClr val="F5040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" name="Google Shape;147;p7"/>
            <p:cNvSpPr/>
            <p:nvPr/>
          </p:nvSpPr>
          <p:spPr>
            <a:xfrm rot="5400000">
              <a:off x="1110859" y="-1245788"/>
              <a:ext cx="577450" cy="3045475"/>
            </a:xfrm>
            <a:custGeom>
              <a:rect b="b" l="l" r="r" t="t"/>
              <a:pathLst>
                <a:path extrusionOk="0" h="48146" w="14079">
                  <a:moveTo>
                    <a:pt x="13866" y="0"/>
                  </a:moveTo>
                  <a:lnTo>
                    <a:pt x="5867" y="7999"/>
                  </a:lnTo>
                  <a:lnTo>
                    <a:pt x="5836" y="8045"/>
                  </a:lnTo>
                  <a:lnTo>
                    <a:pt x="5836" y="31737"/>
                  </a:lnTo>
                  <a:lnTo>
                    <a:pt x="1" y="37541"/>
                  </a:lnTo>
                  <a:lnTo>
                    <a:pt x="1" y="48146"/>
                  </a:lnTo>
                  <a:lnTo>
                    <a:pt x="306" y="48146"/>
                  </a:lnTo>
                  <a:lnTo>
                    <a:pt x="306" y="37679"/>
                  </a:lnTo>
                  <a:lnTo>
                    <a:pt x="6141" y="31874"/>
                  </a:lnTo>
                  <a:lnTo>
                    <a:pt x="6141" y="8167"/>
                  </a:lnTo>
                  <a:lnTo>
                    <a:pt x="14079" y="229"/>
                  </a:lnTo>
                  <a:lnTo>
                    <a:pt x="13866" y="0"/>
                  </a:lnTo>
                  <a:close/>
                </a:path>
              </a:pathLst>
            </a:custGeom>
            <a:gradFill>
              <a:gsLst>
                <a:gs pos="0">
                  <a:srgbClr val="F50403"/>
                </a:gs>
                <a:gs pos="100000">
                  <a:srgbClr val="FFFFFF">
                    <a:alpha val="0"/>
                  </a:srgbClr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" name="Google Shape;148;p7"/>
            <p:cNvSpPr/>
            <p:nvPr/>
          </p:nvSpPr>
          <p:spPr>
            <a:xfrm rot="5400000">
              <a:off x="654013" y="-781254"/>
              <a:ext cx="687411" cy="2731351"/>
            </a:xfrm>
            <a:custGeom>
              <a:rect b="b" l="l" r="r" t="t"/>
              <a:pathLst>
                <a:path extrusionOk="0" h="43180" w="16760">
                  <a:moveTo>
                    <a:pt x="16531" y="1"/>
                  </a:moveTo>
                  <a:lnTo>
                    <a:pt x="4403" y="12159"/>
                  </a:lnTo>
                  <a:lnTo>
                    <a:pt x="4342" y="12190"/>
                  </a:lnTo>
                  <a:lnTo>
                    <a:pt x="4342" y="25734"/>
                  </a:lnTo>
                  <a:lnTo>
                    <a:pt x="0" y="30077"/>
                  </a:lnTo>
                  <a:lnTo>
                    <a:pt x="8746" y="38822"/>
                  </a:lnTo>
                  <a:lnTo>
                    <a:pt x="8746" y="43180"/>
                  </a:lnTo>
                  <a:lnTo>
                    <a:pt x="9066" y="43180"/>
                  </a:lnTo>
                  <a:lnTo>
                    <a:pt x="9066" y="38700"/>
                  </a:lnTo>
                  <a:lnTo>
                    <a:pt x="442" y="30077"/>
                  </a:lnTo>
                  <a:lnTo>
                    <a:pt x="4662" y="25872"/>
                  </a:lnTo>
                  <a:lnTo>
                    <a:pt x="4662" y="12327"/>
                  </a:lnTo>
                  <a:lnTo>
                    <a:pt x="16760" y="230"/>
                  </a:lnTo>
                  <a:lnTo>
                    <a:pt x="16531" y="1"/>
                  </a:lnTo>
                  <a:close/>
                </a:path>
              </a:pathLst>
            </a:custGeom>
            <a:gradFill>
              <a:gsLst>
                <a:gs pos="0">
                  <a:srgbClr val="F50403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49" name="Google Shape;149;p7"/>
            <p:cNvGrpSpPr/>
            <p:nvPr/>
          </p:nvGrpSpPr>
          <p:grpSpPr>
            <a:xfrm flipH="1">
              <a:off x="4446909" y="391151"/>
              <a:ext cx="134044" cy="134013"/>
              <a:chOff x="1101075" y="2142375"/>
              <a:chExt cx="439200" cy="439100"/>
            </a:xfrm>
          </p:grpSpPr>
          <p:sp>
            <p:nvSpPr>
              <p:cNvPr id="150" name="Google Shape;150;p7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1" name="Google Shape;151;p7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52" name="Google Shape;152;p7"/>
            <p:cNvGrpSpPr/>
            <p:nvPr/>
          </p:nvGrpSpPr>
          <p:grpSpPr>
            <a:xfrm flipH="1">
              <a:off x="1373609" y="694563"/>
              <a:ext cx="134044" cy="134013"/>
              <a:chOff x="1101075" y="2142375"/>
              <a:chExt cx="439200" cy="439100"/>
            </a:xfrm>
          </p:grpSpPr>
          <p:sp>
            <p:nvSpPr>
              <p:cNvPr id="153" name="Google Shape;153;p7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4" name="Google Shape;154;p7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55" name="Google Shape;155;p7"/>
            <p:cNvGrpSpPr/>
            <p:nvPr/>
          </p:nvGrpSpPr>
          <p:grpSpPr>
            <a:xfrm flipH="1">
              <a:off x="1086834" y="957463"/>
              <a:ext cx="134044" cy="134013"/>
              <a:chOff x="1101075" y="2142375"/>
              <a:chExt cx="439200" cy="439100"/>
            </a:xfrm>
          </p:grpSpPr>
          <p:sp>
            <p:nvSpPr>
              <p:cNvPr id="156" name="Google Shape;156;p7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7" name="Google Shape;157;p7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58" name="Google Shape;158;p7"/>
            <p:cNvGrpSpPr/>
            <p:nvPr/>
          </p:nvGrpSpPr>
          <p:grpSpPr>
            <a:xfrm flipH="1">
              <a:off x="277709" y="957463"/>
              <a:ext cx="134044" cy="134013"/>
              <a:chOff x="1101075" y="2142375"/>
              <a:chExt cx="439200" cy="439100"/>
            </a:xfrm>
          </p:grpSpPr>
          <p:sp>
            <p:nvSpPr>
              <p:cNvPr id="159" name="Google Shape;159;p7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0" name="Google Shape;160;p7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61" name="Google Shape;161;p7"/>
            <p:cNvGrpSpPr/>
            <p:nvPr/>
          </p:nvGrpSpPr>
          <p:grpSpPr>
            <a:xfrm flipH="1">
              <a:off x="277709" y="640813"/>
              <a:ext cx="134044" cy="134013"/>
              <a:chOff x="1101075" y="2142375"/>
              <a:chExt cx="439200" cy="439100"/>
            </a:xfrm>
          </p:grpSpPr>
          <p:sp>
            <p:nvSpPr>
              <p:cNvPr id="162" name="Google Shape;162;p7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3" name="Google Shape;163;p7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164" name="Google Shape;164;p7"/>
          <p:cNvSpPr/>
          <p:nvPr/>
        </p:nvSpPr>
        <p:spPr>
          <a:xfrm rot="10800000">
            <a:off x="10148865" y="4183810"/>
            <a:ext cx="1309035" cy="3077055"/>
          </a:xfrm>
          <a:custGeom>
            <a:rect b="b" l="l" r="r" t="t"/>
            <a:pathLst>
              <a:path extrusionOk="0" h="56267" w="23937">
                <a:moveTo>
                  <a:pt x="12997" y="1"/>
                </a:moveTo>
                <a:lnTo>
                  <a:pt x="12784" y="214"/>
                </a:lnTo>
                <a:lnTo>
                  <a:pt x="23098" y="10513"/>
                </a:lnTo>
                <a:cubicBezTo>
                  <a:pt x="23434" y="10864"/>
                  <a:pt x="23632" y="11321"/>
                  <a:pt x="23632" y="11808"/>
                </a:cubicBezTo>
                <a:cubicBezTo>
                  <a:pt x="23632" y="12311"/>
                  <a:pt x="23434" y="12768"/>
                  <a:pt x="23098" y="13104"/>
                </a:cubicBezTo>
                <a:lnTo>
                  <a:pt x="21925" y="14261"/>
                </a:lnTo>
                <a:cubicBezTo>
                  <a:pt x="21575" y="14627"/>
                  <a:pt x="21110" y="14810"/>
                  <a:pt x="20642" y="14810"/>
                </a:cubicBezTo>
                <a:cubicBezTo>
                  <a:pt x="20173" y="14810"/>
                  <a:pt x="19701" y="14627"/>
                  <a:pt x="19335" y="14261"/>
                </a:cubicBezTo>
                <a:lnTo>
                  <a:pt x="16958" y="11885"/>
                </a:lnTo>
                <a:cubicBezTo>
                  <a:pt x="16547" y="11489"/>
                  <a:pt x="16029" y="11260"/>
                  <a:pt x="15435" y="11260"/>
                </a:cubicBezTo>
                <a:cubicBezTo>
                  <a:pt x="14841" y="11260"/>
                  <a:pt x="14307" y="11489"/>
                  <a:pt x="13911" y="11885"/>
                </a:cubicBezTo>
                <a:lnTo>
                  <a:pt x="12525" y="13271"/>
                </a:lnTo>
                <a:cubicBezTo>
                  <a:pt x="12129" y="13698"/>
                  <a:pt x="11900" y="14231"/>
                  <a:pt x="11900" y="14795"/>
                </a:cubicBezTo>
                <a:cubicBezTo>
                  <a:pt x="11900" y="15374"/>
                  <a:pt x="12129" y="15922"/>
                  <a:pt x="12525" y="16318"/>
                </a:cubicBezTo>
                <a:cubicBezTo>
                  <a:pt x="12860" y="16669"/>
                  <a:pt x="13058" y="17126"/>
                  <a:pt x="13058" y="17629"/>
                </a:cubicBezTo>
                <a:cubicBezTo>
                  <a:pt x="13058" y="18116"/>
                  <a:pt x="12860" y="18573"/>
                  <a:pt x="12525" y="18924"/>
                </a:cubicBezTo>
                <a:lnTo>
                  <a:pt x="11489" y="19944"/>
                </a:lnTo>
                <a:cubicBezTo>
                  <a:pt x="11154" y="20295"/>
                  <a:pt x="10696" y="20478"/>
                  <a:pt x="10209" y="20478"/>
                </a:cubicBezTo>
                <a:lnTo>
                  <a:pt x="9569" y="20478"/>
                </a:lnTo>
                <a:cubicBezTo>
                  <a:pt x="8990" y="20478"/>
                  <a:pt x="8457" y="20706"/>
                  <a:pt x="8045" y="21102"/>
                </a:cubicBezTo>
                <a:lnTo>
                  <a:pt x="3353" y="25810"/>
                </a:lnTo>
                <a:cubicBezTo>
                  <a:pt x="2515" y="26648"/>
                  <a:pt x="2515" y="28004"/>
                  <a:pt x="3353" y="28842"/>
                </a:cubicBezTo>
                <a:lnTo>
                  <a:pt x="10529" y="36018"/>
                </a:lnTo>
                <a:cubicBezTo>
                  <a:pt x="10864" y="36369"/>
                  <a:pt x="11062" y="36826"/>
                  <a:pt x="11062" y="37313"/>
                </a:cubicBezTo>
                <a:cubicBezTo>
                  <a:pt x="11062" y="37801"/>
                  <a:pt x="10864" y="38273"/>
                  <a:pt x="10529" y="38608"/>
                </a:cubicBezTo>
                <a:lnTo>
                  <a:pt x="8198" y="40940"/>
                </a:lnTo>
                <a:cubicBezTo>
                  <a:pt x="7802" y="41351"/>
                  <a:pt x="7573" y="41884"/>
                  <a:pt x="7573" y="42463"/>
                </a:cubicBezTo>
                <a:lnTo>
                  <a:pt x="7573" y="47720"/>
                </a:lnTo>
                <a:cubicBezTo>
                  <a:pt x="7573" y="48207"/>
                  <a:pt x="7390" y="48664"/>
                  <a:pt x="7040" y="49015"/>
                </a:cubicBezTo>
                <a:lnTo>
                  <a:pt x="1" y="56054"/>
                </a:lnTo>
                <a:lnTo>
                  <a:pt x="199" y="56267"/>
                </a:lnTo>
                <a:lnTo>
                  <a:pt x="7268" y="49274"/>
                </a:lnTo>
                <a:cubicBezTo>
                  <a:pt x="7664" y="48862"/>
                  <a:pt x="7893" y="48329"/>
                  <a:pt x="7893" y="47750"/>
                </a:cubicBezTo>
                <a:lnTo>
                  <a:pt x="7893" y="42494"/>
                </a:lnTo>
                <a:cubicBezTo>
                  <a:pt x="7893" y="42006"/>
                  <a:pt x="8091" y="41549"/>
                  <a:pt x="8426" y="41199"/>
                </a:cubicBezTo>
                <a:lnTo>
                  <a:pt x="10757" y="38883"/>
                </a:lnTo>
                <a:cubicBezTo>
                  <a:pt x="11154" y="38456"/>
                  <a:pt x="11382" y="37923"/>
                  <a:pt x="11382" y="37359"/>
                </a:cubicBezTo>
                <a:cubicBezTo>
                  <a:pt x="11382" y="36765"/>
                  <a:pt x="11154" y="36232"/>
                  <a:pt x="10757" y="35835"/>
                </a:cubicBezTo>
                <a:lnTo>
                  <a:pt x="3581" y="28644"/>
                </a:lnTo>
                <a:cubicBezTo>
                  <a:pt x="2850" y="27943"/>
                  <a:pt x="2850" y="26785"/>
                  <a:pt x="3581" y="26054"/>
                </a:cubicBezTo>
                <a:lnTo>
                  <a:pt x="8274" y="21346"/>
                </a:lnTo>
                <a:cubicBezTo>
                  <a:pt x="8624" y="21011"/>
                  <a:pt x="9081" y="20813"/>
                  <a:pt x="9569" y="20813"/>
                </a:cubicBezTo>
                <a:lnTo>
                  <a:pt x="10209" y="20813"/>
                </a:lnTo>
                <a:cubicBezTo>
                  <a:pt x="10788" y="20813"/>
                  <a:pt x="11321" y="20584"/>
                  <a:pt x="11732" y="20188"/>
                </a:cubicBezTo>
                <a:lnTo>
                  <a:pt x="12753" y="19167"/>
                </a:lnTo>
                <a:cubicBezTo>
                  <a:pt x="13149" y="18741"/>
                  <a:pt x="13378" y="18208"/>
                  <a:pt x="13378" y="17644"/>
                </a:cubicBezTo>
                <a:cubicBezTo>
                  <a:pt x="13378" y="17050"/>
                  <a:pt x="13149" y="16516"/>
                  <a:pt x="12753" y="16120"/>
                </a:cubicBezTo>
                <a:cubicBezTo>
                  <a:pt x="12418" y="15770"/>
                  <a:pt x="12220" y="15313"/>
                  <a:pt x="12220" y="14825"/>
                </a:cubicBezTo>
                <a:cubicBezTo>
                  <a:pt x="12220" y="14322"/>
                  <a:pt x="12418" y="13865"/>
                  <a:pt x="12753" y="13530"/>
                </a:cubicBezTo>
                <a:lnTo>
                  <a:pt x="14140" y="12128"/>
                </a:lnTo>
                <a:cubicBezTo>
                  <a:pt x="14490" y="11793"/>
                  <a:pt x="14947" y="11595"/>
                  <a:pt x="15435" y="11595"/>
                </a:cubicBezTo>
                <a:cubicBezTo>
                  <a:pt x="15938" y="11595"/>
                  <a:pt x="16395" y="11793"/>
                  <a:pt x="16730" y="12128"/>
                </a:cubicBezTo>
                <a:lnTo>
                  <a:pt x="19107" y="14520"/>
                </a:lnTo>
                <a:cubicBezTo>
                  <a:pt x="19526" y="14939"/>
                  <a:pt x="20074" y="15149"/>
                  <a:pt x="20623" y="15149"/>
                </a:cubicBezTo>
                <a:cubicBezTo>
                  <a:pt x="21171" y="15149"/>
                  <a:pt x="21720" y="14939"/>
                  <a:pt x="22139" y="14520"/>
                </a:cubicBezTo>
                <a:lnTo>
                  <a:pt x="23297" y="13347"/>
                </a:lnTo>
                <a:cubicBezTo>
                  <a:pt x="23708" y="12936"/>
                  <a:pt x="23936" y="12403"/>
                  <a:pt x="23936" y="11824"/>
                </a:cubicBezTo>
                <a:cubicBezTo>
                  <a:pt x="23936" y="11260"/>
                  <a:pt x="23708" y="10711"/>
                  <a:pt x="23297" y="10300"/>
                </a:cubicBezTo>
                <a:lnTo>
                  <a:pt x="12997" y="1"/>
                </a:lnTo>
                <a:close/>
              </a:path>
            </a:pathLst>
          </a:custGeom>
          <a:gradFill>
            <a:gsLst>
              <a:gs pos="0">
                <a:srgbClr val="EB9109"/>
              </a:gs>
              <a:gs pos="40000">
                <a:srgbClr val="FF9900">
                  <a:alpha val="40392"/>
                </a:srgbClr>
              </a:gs>
              <a:gs pos="100000">
                <a:srgbClr val="FFFFFF">
                  <a:alpha val="0"/>
                </a:srgbClr>
              </a:gs>
            </a:gsLst>
            <a:lin ang="2700006" scaled="0"/>
          </a:gra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b="0" i="0" sz="2400" u="none" cap="none" strike="noStrike">
              <a:solidFill>
                <a:srgbClr val="1D1D1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7"/>
          <p:cNvSpPr/>
          <p:nvPr/>
        </p:nvSpPr>
        <p:spPr>
          <a:xfrm rot="10800000">
            <a:off x="10361327" y="4184630"/>
            <a:ext cx="1309035" cy="3077055"/>
          </a:xfrm>
          <a:custGeom>
            <a:rect b="b" l="l" r="r" t="t"/>
            <a:pathLst>
              <a:path extrusionOk="0" h="56267" w="23937">
                <a:moveTo>
                  <a:pt x="12997" y="0"/>
                </a:moveTo>
                <a:lnTo>
                  <a:pt x="12784" y="214"/>
                </a:lnTo>
                <a:lnTo>
                  <a:pt x="23098" y="10513"/>
                </a:lnTo>
                <a:cubicBezTo>
                  <a:pt x="23434" y="10848"/>
                  <a:pt x="23632" y="11305"/>
                  <a:pt x="23632" y="11808"/>
                </a:cubicBezTo>
                <a:cubicBezTo>
                  <a:pt x="23632" y="12296"/>
                  <a:pt x="23434" y="12753"/>
                  <a:pt x="23098" y="13103"/>
                </a:cubicBezTo>
                <a:lnTo>
                  <a:pt x="21925" y="14261"/>
                </a:lnTo>
                <a:cubicBezTo>
                  <a:pt x="21575" y="14627"/>
                  <a:pt x="21110" y="14810"/>
                  <a:pt x="20642" y="14810"/>
                </a:cubicBezTo>
                <a:cubicBezTo>
                  <a:pt x="20173" y="14810"/>
                  <a:pt x="19701" y="14627"/>
                  <a:pt x="19335" y="14261"/>
                </a:cubicBezTo>
                <a:lnTo>
                  <a:pt x="16958" y="11884"/>
                </a:lnTo>
                <a:cubicBezTo>
                  <a:pt x="16547" y="11488"/>
                  <a:pt x="16029" y="11260"/>
                  <a:pt x="15435" y="11260"/>
                </a:cubicBezTo>
                <a:cubicBezTo>
                  <a:pt x="14840" y="11260"/>
                  <a:pt x="14307" y="11488"/>
                  <a:pt x="13911" y="11884"/>
                </a:cubicBezTo>
                <a:lnTo>
                  <a:pt x="12525" y="13271"/>
                </a:lnTo>
                <a:cubicBezTo>
                  <a:pt x="11687" y="14109"/>
                  <a:pt x="11687" y="15465"/>
                  <a:pt x="12525" y="16303"/>
                </a:cubicBezTo>
                <a:cubicBezTo>
                  <a:pt x="12860" y="16638"/>
                  <a:pt x="13058" y="17095"/>
                  <a:pt x="13058" y="17598"/>
                </a:cubicBezTo>
                <a:cubicBezTo>
                  <a:pt x="13058" y="18085"/>
                  <a:pt x="12860" y="18543"/>
                  <a:pt x="12525" y="18893"/>
                </a:cubicBezTo>
                <a:lnTo>
                  <a:pt x="11489" y="19914"/>
                </a:lnTo>
                <a:cubicBezTo>
                  <a:pt x="11153" y="20264"/>
                  <a:pt x="10696" y="20447"/>
                  <a:pt x="10193" y="20447"/>
                </a:cubicBezTo>
                <a:lnTo>
                  <a:pt x="9569" y="20447"/>
                </a:lnTo>
                <a:cubicBezTo>
                  <a:pt x="8975" y="20447"/>
                  <a:pt x="8441" y="20676"/>
                  <a:pt x="8045" y="21087"/>
                </a:cubicBezTo>
                <a:lnTo>
                  <a:pt x="3337" y="25780"/>
                </a:lnTo>
                <a:cubicBezTo>
                  <a:pt x="2941" y="26206"/>
                  <a:pt x="2713" y="26739"/>
                  <a:pt x="2713" y="27303"/>
                </a:cubicBezTo>
                <a:cubicBezTo>
                  <a:pt x="2713" y="27897"/>
                  <a:pt x="2941" y="28431"/>
                  <a:pt x="3337" y="28827"/>
                </a:cubicBezTo>
                <a:lnTo>
                  <a:pt x="10529" y="36018"/>
                </a:lnTo>
                <a:cubicBezTo>
                  <a:pt x="11245" y="36719"/>
                  <a:pt x="11245" y="37877"/>
                  <a:pt x="10529" y="38608"/>
                </a:cubicBezTo>
                <a:lnTo>
                  <a:pt x="8198" y="40924"/>
                </a:lnTo>
                <a:cubicBezTo>
                  <a:pt x="7801" y="41351"/>
                  <a:pt x="7573" y="41884"/>
                  <a:pt x="7573" y="42448"/>
                </a:cubicBezTo>
                <a:lnTo>
                  <a:pt x="7573" y="47704"/>
                </a:lnTo>
                <a:cubicBezTo>
                  <a:pt x="7573" y="48207"/>
                  <a:pt x="7375" y="48664"/>
                  <a:pt x="7040" y="48999"/>
                </a:cubicBezTo>
                <a:lnTo>
                  <a:pt x="1" y="56053"/>
                </a:lnTo>
                <a:lnTo>
                  <a:pt x="199" y="56267"/>
                </a:lnTo>
                <a:lnTo>
                  <a:pt x="7268" y="49212"/>
                </a:lnTo>
                <a:cubicBezTo>
                  <a:pt x="7664" y="48801"/>
                  <a:pt x="7893" y="48268"/>
                  <a:pt x="7893" y="47689"/>
                </a:cubicBezTo>
                <a:lnTo>
                  <a:pt x="7893" y="42432"/>
                </a:lnTo>
                <a:cubicBezTo>
                  <a:pt x="7893" y="41945"/>
                  <a:pt x="8091" y="41473"/>
                  <a:pt x="8426" y="41137"/>
                </a:cubicBezTo>
                <a:lnTo>
                  <a:pt x="10757" y="38806"/>
                </a:lnTo>
                <a:cubicBezTo>
                  <a:pt x="11595" y="37984"/>
                  <a:pt x="11595" y="36628"/>
                  <a:pt x="10757" y="35790"/>
                </a:cubicBezTo>
                <a:lnTo>
                  <a:pt x="3581" y="28598"/>
                </a:lnTo>
                <a:cubicBezTo>
                  <a:pt x="3231" y="28263"/>
                  <a:pt x="3048" y="27806"/>
                  <a:pt x="3048" y="27318"/>
                </a:cubicBezTo>
                <a:cubicBezTo>
                  <a:pt x="3048" y="26816"/>
                  <a:pt x="3231" y="26359"/>
                  <a:pt x="3581" y="26023"/>
                </a:cubicBezTo>
                <a:lnTo>
                  <a:pt x="8274" y="21346"/>
                </a:lnTo>
                <a:cubicBezTo>
                  <a:pt x="8624" y="21011"/>
                  <a:pt x="9081" y="20813"/>
                  <a:pt x="9569" y="20813"/>
                </a:cubicBezTo>
                <a:lnTo>
                  <a:pt x="10209" y="20813"/>
                </a:lnTo>
                <a:cubicBezTo>
                  <a:pt x="10788" y="20813"/>
                  <a:pt x="11321" y="20584"/>
                  <a:pt x="11732" y="20188"/>
                </a:cubicBezTo>
                <a:lnTo>
                  <a:pt x="12753" y="19152"/>
                </a:lnTo>
                <a:cubicBezTo>
                  <a:pt x="13149" y="18741"/>
                  <a:pt x="13378" y="18207"/>
                  <a:pt x="13378" y="17628"/>
                </a:cubicBezTo>
                <a:cubicBezTo>
                  <a:pt x="13378" y="17049"/>
                  <a:pt x="13149" y="16516"/>
                  <a:pt x="12753" y="16105"/>
                </a:cubicBezTo>
                <a:cubicBezTo>
                  <a:pt x="12037" y="15404"/>
                  <a:pt x="12037" y="14246"/>
                  <a:pt x="12753" y="13515"/>
                </a:cubicBezTo>
                <a:lnTo>
                  <a:pt x="14140" y="12128"/>
                </a:lnTo>
                <a:cubicBezTo>
                  <a:pt x="14490" y="11793"/>
                  <a:pt x="14947" y="11595"/>
                  <a:pt x="15435" y="11595"/>
                </a:cubicBezTo>
                <a:cubicBezTo>
                  <a:pt x="15937" y="11595"/>
                  <a:pt x="16395" y="11793"/>
                  <a:pt x="16730" y="12128"/>
                </a:cubicBezTo>
                <a:lnTo>
                  <a:pt x="19106" y="14505"/>
                </a:lnTo>
                <a:cubicBezTo>
                  <a:pt x="19525" y="14924"/>
                  <a:pt x="20074" y="15133"/>
                  <a:pt x="20622" y="15133"/>
                </a:cubicBezTo>
                <a:cubicBezTo>
                  <a:pt x="21171" y="15133"/>
                  <a:pt x="21719" y="14924"/>
                  <a:pt x="22138" y="14505"/>
                </a:cubicBezTo>
                <a:lnTo>
                  <a:pt x="23296" y="13347"/>
                </a:lnTo>
                <a:cubicBezTo>
                  <a:pt x="23708" y="12936"/>
                  <a:pt x="23936" y="12402"/>
                  <a:pt x="23936" y="11823"/>
                </a:cubicBezTo>
                <a:cubicBezTo>
                  <a:pt x="23936" y="11229"/>
                  <a:pt x="23708" y="10696"/>
                  <a:pt x="23296" y="10300"/>
                </a:cubicBezTo>
                <a:lnTo>
                  <a:pt x="12997" y="0"/>
                </a:lnTo>
                <a:close/>
              </a:path>
            </a:pathLst>
          </a:custGeom>
          <a:gradFill>
            <a:gsLst>
              <a:gs pos="0">
                <a:srgbClr val="EB9109"/>
              </a:gs>
              <a:gs pos="40000">
                <a:srgbClr val="FF9900">
                  <a:alpha val="40392"/>
                </a:srgbClr>
              </a:gs>
              <a:gs pos="100000">
                <a:srgbClr val="FFFFFF">
                  <a:alpha val="0"/>
                </a:srgbClr>
              </a:gs>
            </a:gsLst>
            <a:lin ang="2700006" scaled="0"/>
          </a:gra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b="0" i="0" sz="2400" u="none" cap="none" strike="noStrike">
              <a:solidFill>
                <a:srgbClr val="1D1D1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66" name="Google Shape;166;p7"/>
          <p:cNvGrpSpPr/>
          <p:nvPr/>
        </p:nvGrpSpPr>
        <p:grpSpPr>
          <a:xfrm>
            <a:off x="9808800" y="5221734"/>
            <a:ext cx="776067" cy="776567"/>
            <a:chOff x="959750" y="3039275"/>
            <a:chExt cx="582050" cy="582425"/>
          </a:xfrm>
        </p:grpSpPr>
        <p:sp>
          <p:nvSpPr>
            <p:cNvPr id="167" name="Google Shape;167;p7"/>
            <p:cNvSpPr/>
            <p:nvPr/>
          </p:nvSpPr>
          <p:spPr>
            <a:xfrm>
              <a:off x="959750" y="3498275"/>
              <a:ext cx="123450" cy="123425"/>
            </a:xfrm>
            <a:custGeom>
              <a:rect b="b" l="l" r="r" t="t"/>
              <a:pathLst>
                <a:path extrusionOk="0" h="4937" w="4938">
                  <a:moveTo>
                    <a:pt x="1403" y="0"/>
                  </a:moveTo>
                  <a:lnTo>
                    <a:pt x="1" y="1402"/>
                  </a:lnTo>
                  <a:lnTo>
                    <a:pt x="3536" y="4937"/>
                  </a:lnTo>
                  <a:lnTo>
                    <a:pt x="4937" y="3535"/>
                  </a:lnTo>
                  <a:lnTo>
                    <a:pt x="1403" y="0"/>
                  </a:lnTo>
                  <a:close/>
                </a:path>
              </a:pathLst>
            </a:custGeom>
            <a:gradFill>
              <a:gsLst>
                <a:gs pos="0">
                  <a:srgbClr val="F50403"/>
                </a:gs>
                <a:gs pos="100000">
                  <a:srgbClr val="FFFFFF">
                    <a:alpha val="37254"/>
                  </a:srgbClr>
                </a:gs>
              </a:gsLst>
              <a:lin ang="1350003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" name="Google Shape;168;p7"/>
            <p:cNvSpPr/>
            <p:nvPr/>
          </p:nvSpPr>
          <p:spPr>
            <a:xfrm>
              <a:off x="1035950" y="3421700"/>
              <a:ext cx="123425" cy="123825"/>
            </a:xfrm>
            <a:custGeom>
              <a:rect b="b" l="l" r="r" t="t"/>
              <a:pathLst>
                <a:path extrusionOk="0" h="4953" w="4937">
                  <a:moveTo>
                    <a:pt x="1402" y="1"/>
                  </a:moveTo>
                  <a:lnTo>
                    <a:pt x="0" y="1403"/>
                  </a:lnTo>
                  <a:lnTo>
                    <a:pt x="3535" y="4952"/>
                  </a:lnTo>
                  <a:lnTo>
                    <a:pt x="4937" y="3551"/>
                  </a:lnTo>
                  <a:lnTo>
                    <a:pt x="1402" y="1"/>
                  </a:lnTo>
                  <a:close/>
                </a:path>
              </a:pathLst>
            </a:custGeom>
            <a:gradFill>
              <a:gsLst>
                <a:gs pos="0">
                  <a:srgbClr val="F50403"/>
                </a:gs>
                <a:gs pos="100000">
                  <a:srgbClr val="FFFFFF">
                    <a:alpha val="37254"/>
                  </a:srgbClr>
                </a:gs>
              </a:gsLst>
              <a:lin ang="1350003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" name="Google Shape;169;p7"/>
            <p:cNvSpPr/>
            <p:nvPr/>
          </p:nvSpPr>
          <p:spPr>
            <a:xfrm>
              <a:off x="1112500" y="3345525"/>
              <a:ext cx="123825" cy="123450"/>
            </a:xfrm>
            <a:custGeom>
              <a:rect b="b" l="l" r="r" t="t"/>
              <a:pathLst>
                <a:path extrusionOk="0" h="4938" w="4953">
                  <a:moveTo>
                    <a:pt x="1402" y="1"/>
                  </a:moveTo>
                  <a:lnTo>
                    <a:pt x="1" y="1402"/>
                  </a:lnTo>
                  <a:lnTo>
                    <a:pt x="3551" y="4937"/>
                  </a:lnTo>
                  <a:lnTo>
                    <a:pt x="4952" y="3535"/>
                  </a:lnTo>
                  <a:lnTo>
                    <a:pt x="1402" y="1"/>
                  </a:lnTo>
                  <a:close/>
                </a:path>
              </a:pathLst>
            </a:custGeom>
            <a:gradFill>
              <a:gsLst>
                <a:gs pos="0">
                  <a:srgbClr val="F50403"/>
                </a:gs>
                <a:gs pos="100000">
                  <a:srgbClr val="FFFFFF">
                    <a:alpha val="37254"/>
                  </a:srgbClr>
                </a:gs>
              </a:gsLst>
              <a:lin ang="1350003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" name="Google Shape;170;p7"/>
            <p:cNvSpPr/>
            <p:nvPr/>
          </p:nvSpPr>
          <p:spPr>
            <a:xfrm>
              <a:off x="1188675" y="3268975"/>
              <a:ext cx="123825" cy="123425"/>
            </a:xfrm>
            <a:custGeom>
              <a:rect b="b" l="l" r="r" t="t"/>
              <a:pathLst>
                <a:path extrusionOk="0" h="4937" w="4953">
                  <a:moveTo>
                    <a:pt x="1402" y="0"/>
                  </a:moveTo>
                  <a:lnTo>
                    <a:pt x="1" y="1402"/>
                  </a:lnTo>
                  <a:lnTo>
                    <a:pt x="3551" y="4937"/>
                  </a:lnTo>
                  <a:lnTo>
                    <a:pt x="4952" y="3550"/>
                  </a:lnTo>
                  <a:lnTo>
                    <a:pt x="1402" y="0"/>
                  </a:lnTo>
                  <a:close/>
                </a:path>
              </a:pathLst>
            </a:custGeom>
            <a:gradFill>
              <a:gsLst>
                <a:gs pos="0">
                  <a:srgbClr val="F50403"/>
                </a:gs>
                <a:gs pos="100000">
                  <a:srgbClr val="FFFFFF">
                    <a:alpha val="37254"/>
                  </a:srgbClr>
                </a:gs>
              </a:gsLst>
              <a:lin ang="1350003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" name="Google Shape;171;p7"/>
            <p:cNvSpPr/>
            <p:nvPr/>
          </p:nvSpPr>
          <p:spPr>
            <a:xfrm>
              <a:off x="1265625" y="3192800"/>
              <a:ext cx="123425" cy="123425"/>
            </a:xfrm>
            <a:custGeom>
              <a:rect b="b" l="l" r="r" t="t"/>
              <a:pathLst>
                <a:path extrusionOk="0" h="4937" w="4937">
                  <a:moveTo>
                    <a:pt x="1402" y="0"/>
                  </a:moveTo>
                  <a:lnTo>
                    <a:pt x="0" y="1386"/>
                  </a:lnTo>
                  <a:lnTo>
                    <a:pt x="3535" y="4936"/>
                  </a:lnTo>
                  <a:lnTo>
                    <a:pt x="4937" y="3535"/>
                  </a:lnTo>
                  <a:lnTo>
                    <a:pt x="1402" y="0"/>
                  </a:lnTo>
                  <a:close/>
                </a:path>
              </a:pathLst>
            </a:custGeom>
            <a:gradFill>
              <a:gsLst>
                <a:gs pos="0">
                  <a:srgbClr val="F50403"/>
                </a:gs>
                <a:gs pos="100000">
                  <a:srgbClr val="FFFFFF">
                    <a:alpha val="37254"/>
                  </a:srgbClr>
                </a:gs>
              </a:gsLst>
              <a:lin ang="1350003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" name="Google Shape;172;p7"/>
            <p:cNvSpPr/>
            <p:nvPr/>
          </p:nvSpPr>
          <p:spPr>
            <a:xfrm>
              <a:off x="1341800" y="3116225"/>
              <a:ext cx="123450" cy="123450"/>
            </a:xfrm>
            <a:custGeom>
              <a:rect b="b" l="l" r="r" t="t"/>
              <a:pathLst>
                <a:path extrusionOk="0" h="4938" w="4938">
                  <a:moveTo>
                    <a:pt x="1402" y="1"/>
                  </a:moveTo>
                  <a:lnTo>
                    <a:pt x="1" y="1402"/>
                  </a:lnTo>
                  <a:lnTo>
                    <a:pt x="3535" y="4937"/>
                  </a:lnTo>
                  <a:lnTo>
                    <a:pt x="4937" y="3535"/>
                  </a:lnTo>
                  <a:lnTo>
                    <a:pt x="1402" y="1"/>
                  </a:lnTo>
                  <a:close/>
                </a:path>
              </a:pathLst>
            </a:custGeom>
            <a:gradFill>
              <a:gsLst>
                <a:gs pos="0">
                  <a:srgbClr val="F50403"/>
                </a:gs>
                <a:gs pos="100000">
                  <a:srgbClr val="FFFFFF">
                    <a:alpha val="37254"/>
                  </a:srgbClr>
                </a:gs>
              </a:gsLst>
              <a:lin ang="1350003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" name="Google Shape;173;p7"/>
            <p:cNvSpPr/>
            <p:nvPr/>
          </p:nvSpPr>
          <p:spPr>
            <a:xfrm>
              <a:off x="1418375" y="3039275"/>
              <a:ext cx="123425" cy="123825"/>
            </a:xfrm>
            <a:custGeom>
              <a:rect b="b" l="l" r="r" t="t"/>
              <a:pathLst>
                <a:path extrusionOk="0" h="4953" w="4937">
                  <a:moveTo>
                    <a:pt x="1387" y="1"/>
                  </a:moveTo>
                  <a:lnTo>
                    <a:pt x="0" y="1403"/>
                  </a:lnTo>
                  <a:lnTo>
                    <a:pt x="3535" y="4953"/>
                  </a:lnTo>
                  <a:lnTo>
                    <a:pt x="4936" y="3551"/>
                  </a:lnTo>
                  <a:lnTo>
                    <a:pt x="1387" y="1"/>
                  </a:lnTo>
                  <a:close/>
                </a:path>
              </a:pathLst>
            </a:custGeom>
            <a:gradFill>
              <a:gsLst>
                <a:gs pos="0">
                  <a:srgbClr val="F50403"/>
                </a:gs>
                <a:gs pos="100000">
                  <a:srgbClr val="FFFFFF">
                    <a:alpha val="37254"/>
                  </a:srgbClr>
                </a:gs>
              </a:gsLst>
              <a:lin ang="1350003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74" name="Google Shape;174;p7"/>
          <p:cNvSpPr/>
          <p:nvPr/>
        </p:nvSpPr>
        <p:spPr>
          <a:xfrm>
            <a:off x="11342634" y="4052934"/>
            <a:ext cx="641191" cy="634437"/>
          </a:xfrm>
          <a:custGeom>
            <a:rect b="b" l="l" r="r" t="t"/>
            <a:pathLst>
              <a:path extrusionOk="0" h="35790" w="36171">
                <a:moveTo>
                  <a:pt x="34030" y="1"/>
                </a:moveTo>
                <a:cubicBezTo>
                  <a:pt x="33531" y="1"/>
                  <a:pt x="33032" y="191"/>
                  <a:pt x="32651" y="572"/>
                </a:cubicBezTo>
                <a:cubicBezTo>
                  <a:pt x="31890" y="1334"/>
                  <a:pt x="31890" y="2568"/>
                  <a:pt x="32651" y="3330"/>
                </a:cubicBezTo>
                <a:cubicBezTo>
                  <a:pt x="33032" y="3711"/>
                  <a:pt x="33531" y="3901"/>
                  <a:pt x="34030" y="3901"/>
                </a:cubicBezTo>
                <a:cubicBezTo>
                  <a:pt x="34529" y="3901"/>
                  <a:pt x="35028" y="3711"/>
                  <a:pt x="35409" y="3330"/>
                </a:cubicBezTo>
                <a:cubicBezTo>
                  <a:pt x="36171" y="2568"/>
                  <a:pt x="36171" y="1334"/>
                  <a:pt x="35409" y="572"/>
                </a:cubicBezTo>
                <a:cubicBezTo>
                  <a:pt x="35028" y="191"/>
                  <a:pt x="34529" y="1"/>
                  <a:pt x="34030" y="1"/>
                </a:cubicBezTo>
                <a:close/>
                <a:moveTo>
                  <a:pt x="27662" y="6385"/>
                </a:moveTo>
                <a:cubicBezTo>
                  <a:pt x="27163" y="6385"/>
                  <a:pt x="26664" y="6575"/>
                  <a:pt x="26283" y="6956"/>
                </a:cubicBezTo>
                <a:cubicBezTo>
                  <a:pt x="25521" y="7718"/>
                  <a:pt x="25521" y="8952"/>
                  <a:pt x="26283" y="9714"/>
                </a:cubicBezTo>
                <a:cubicBezTo>
                  <a:pt x="26664" y="10095"/>
                  <a:pt x="27163" y="10285"/>
                  <a:pt x="27662" y="10285"/>
                </a:cubicBezTo>
                <a:cubicBezTo>
                  <a:pt x="28161" y="10285"/>
                  <a:pt x="28660" y="10095"/>
                  <a:pt x="29040" y="9714"/>
                </a:cubicBezTo>
                <a:cubicBezTo>
                  <a:pt x="29802" y="8952"/>
                  <a:pt x="29802" y="7718"/>
                  <a:pt x="29040" y="6956"/>
                </a:cubicBezTo>
                <a:cubicBezTo>
                  <a:pt x="28660" y="6575"/>
                  <a:pt x="28161" y="6385"/>
                  <a:pt x="27662" y="6385"/>
                </a:cubicBezTo>
                <a:close/>
                <a:moveTo>
                  <a:pt x="21285" y="12753"/>
                </a:moveTo>
                <a:cubicBezTo>
                  <a:pt x="20783" y="12753"/>
                  <a:pt x="20280" y="12944"/>
                  <a:pt x="19899" y="13325"/>
                </a:cubicBezTo>
                <a:cubicBezTo>
                  <a:pt x="19137" y="14086"/>
                  <a:pt x="19137" y="15336"/>
                  <a:pt x="19899" y="16097"/>
                </a:cubicBezTo>
                <a:cubicBezTo>
                  <a:pt x="20280" y="16478"/>
                  <a:pt x="20783" y="16669"/>
                  <a:pt x="21285" y="16669"/>
                </a:cubicBezTo>
                <a:cubicBezTo>
                  <a:pt x="21788" y="16669"/>
                  <a:pt x="22291" y="16478"/>
                  <a:pt x="22672" y="16097"/>
                </a:cubicBezTo>
                <a:cubicBezTo>
                  <a:pt x="23434" y="15336"/>
                  <a:pt x="23434" y="14086"/>
                  <a:pt x="22672" y="13325"/>
                </a:cubicBezTo>
                <a:cubicBezTo>
                  <a:pt x="22291" y="12944"/>
                  <a:pt x="21788" y="12753"/>
                  <a:pt x="21285" y="12753"/>
                </a:cubicBezTo>
                <a:close/>
                <a:moveTo>
                  <a:pt x="14917" y="19128"/>
                </a:moveTo>
                <a:cubicBezTo>
                  <a:pt x="14415" y="19128"/>
                  <a:pt x="13913" y="19318"/>
                  <a:pt x="13530" y="19693"/>
                </a:cubicBezTo>
                <a:cubicBezTo>
                  <a:pt x="12768" y="20455"/>
                  <a:pt x="12768" y="21689"/>
                  <a:pt x="13530" y="22451"/>
                </a:cubicBezTo>
                <a:cubicBezTo>
                  <a:pt x="13911" y="22832"/>
                  <a:pt x="14410" y="23022"/>
                  <a:pt x="14909" y="23022"/>
                </a:cubicBezTo>
                <a:cubicBezTo>
                  <a:pt x="15408" y="23022"/>
                  <a:pt x="15907" y="22832"/>
                  <a:pt x="16288" y="22451"/>
                </a:cubicBezTo>
                <a:cubicBezTo>
                  <a:pt x="17050" y="21689"/>
                  <a:pt x="17050" y="20455"/>
                  <a:pt x="16288" y="19693"/>
                </a:cubicBezTo>
                <a:cubicBezTo>
                  <a:pt x="15909" y="19314"/>
                  <a:pt x="15413" y="19128"/>
                  <a:pt x="14917" y="19128"/>
                </a:cubicBezTo>
                <a:close/>
                <a:moveTo>
                  <a:pt x="8525" y="25506"/>
                </a:moveTo>
                <a:cubicBezTo>
                  <a:pt x="8026" y="25506"/>
                  <a:pt x="7527" y="25696"/>
                  <a:pt x="7146" y="26077"/>
                </a:cubicBezTo>
                <a:cubicBezTo>
                  <a:pt x="6385" y="26839"/>
                  <a:pt x="6385" y="28073"/>
                  <a:pt x="7146" y="28835"/>
                </a:cubicBezTo>
                <a:cubicBezTo>
                  <a:pt x="7527" y="29216"/>
                  <a:pt x="8026" y="29406"/>
                  <a:pt x="8525" y="29406"/>
                </a:cubicBezTo>
                <a:cubicBezTo>
                  <a:pt x="9024" y="29406"/>
                  <a:pt x="9523" y="29216"/>
                  <a:pt x="9904" y="28835"/>
                </a:cubicBezTo>
                <a:cubicBezTo>
                  <a:pt x="10666" y="28073"/>
                  <a:pt x="10666" y="26839"/>
                  <a:pt x="9904" y="26077"/>
                </a:cubicBezTo>
                <a:cubicBezTo>
                  <a:pt x="9523" y="25696"/>
                  <a:pt x="9024" y="25506"/>
                  <a:pt x="8525" y="25506"/>
                </a:cubicBezTo>
                <a:close/>
                <a:moveTo>
                  <a:pt x="2141" y="31874"/>
                </a:moveTo>
                <a:cubicBezTo>
                  <a:pt x="1642" y="31874"/>
                  <a:pt x="1143" y="32065"/>
                  <a:pt x="763" y="32446"/>
                </a:cubicBezTo>
                <a:cubicBezTo>
                  <a:pt x="1" y="33207"/>
                  <a:pt x="1" y="34457"/>
                  <a:pt x="763" y="35219"/>
                </a:cubicBezTo>
                <a:cubicBezTo>
                  <a:pt x="1143" y="35599"/>
                  <a:pt x="1642" y="35790"/>
                  <a:pt x="2141" y="35790"/>
                </a:cubicBezTo>
                <a:cubicBezTo>
                  <a:pt x="2640" y="35790"/>
                  <a:pt x="3139" y="35599"/>
                  <a:pt x="3520" y="35219"/>
                </a:cubicBezTo>
                <a:cubicBezTo>
                  <a:pt x="4282" y="34457"/>
                  <a:pt x="4282" y="33207"/>
                  <a:pt x="3520" y="32446"/>
                </a:cubicBezTo>
                <a:cubicBezTo>
                  <a:pt x="3139" y="32065"/>
                  <a:pt x="2640" y="31874"/>
                  <a:pt x="2141" y="31874"/>
                </a:cubicBezTo>
                <a:close/>
              </a:path>
            </a:pathLst>
          </a:custGeom>
          <a:gradFill>
            <a:gsLst>
              <a:gs pos="0">
                <a:srgbClr val="EB9109">
                  <a:alpha val="46666"/>
                </a:srgbClr>
              </a:gs>
              <a:gs pos="78000">
                <a:srgbClr val="F5F8FF">
                  <a:alpha val="46666"/>
                </a:srgbClr>
              </a:gs>
              <a:gs pos="100000">
                <a:srgbClr val="F5F8FF">
                  <a:alpha val="46666"/>
                </a:srgbClr>
              </a:gs>
            </a:gsLst>
            <a:lin ang="0" scaled="0"/>
          </a:gra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b="0" i="0" sz="2400" u="none" cap="none" strike="noStrike">
              <a:solidFill>
                <a:srgbClr val="1D1D1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75" name="Google Shape;175;p7"/>
          <p:cNvGrpSpPr/>
          <p:nvPr/>
        </p:nvGrpSpPr>
        <p:grpSpPr>
          <a:xfrm>
            <a:off x="11218683" y="4918944"/>
            <a:ext cx="933237" cy="2201365"/>
            <a:chOff x="8337812" y="3492483"/>
            <a:chExt cx="699928" cy="1651024"/>
          </a:xfrm>
        </p:grpSpPr>
        <p:sp>
          <p:nvSpPr>
            <p:cNvPr id="176" name="Google Shape;176;p7"/>
            <p:cNvSpPr/>
            <p:nvPr/>
          </p:nvSpPr>
          <p:spPr>
            <a:xfrm>
              <a:off x="8337812" y="3492483"/>
              <a:ext cx="483116" cy="1013645"/>
            </a:xfrm>
            <a:custGeom>
              <a:rect b="b" l="l" r="r" t="t"/>
              <a:pathLst>
                <a:path extrusionOk="0" h="24714" w="11779">
                  <a:moveTo>
                    <a:pt x="6735" y="1"/>
                  </a:moveTo>
                  <a:lnTo>
                    <a:pt x="1" y="6750"/>
                  </a:lnTo>
                  <a:lnTo>
                    <a:pt x="229" y="6964"/>
                  </a:lnTo>
                  <a:lnTo>
                    <a:pt x="6415" y="763"/>
                  </a:lnTo>
                  <a:lnTo>
                    <a:pt x="6415" y="13165"/>
                  </a:lnTo>
                  <a:lnTo>
                    <a:pt x="11458" y="13165"/>
                  </a:lnTo>
                  <a:lnTo>
                    <a:pt x="11458" y="24713"/>
                  </a:lnTo>
                  <a:lnTo>
                    <a:pt x="11778" y="24713"/>
                  </a:lnTo>
                  <a:lnTo>
                    <a:pt x="11778" y="12860"/>
                  </a:lnTo>
                  <a:lnTo>
                    <a:pt x="6735" y="12860"/>
                  </a:lnTo>
                  <a:lnTo>
                    <a:pt x="6735" y="1"/>
                  </a:lnTo>
                  <a:close/>
                </a:path>
              </a:pathLst>
            </a:custGeom>
            <a:gradFill>
              <a:gsLst>
                <a:gs pos="0">
                  <a:srgbClr val="F50403"/>
                </a:gs>
                <a:gs pos="100000">
                  <a:srgbClr val="FFFFFF">
                    <a:alpha val="0"/>
                  </a:srgbClr>
                </a:gs>
              </a:gsLst>
              <a:lin ang="1350003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" name="Google Shape;177;p7"/>
            <p:cNvSpPr/>
            <p:nvPr/>
          </p:nvSpPr>
          <p:spPr>
            <a:xfrm>
              <a:off x="8698380" y="3916789"/>
              <a:ext cx="246869" cy="1226718"/>
            </a:xfrm>
            <a:custGeom>
              <a:rect b="b" l="l" r="r" t="t"/>
              <a:pathLst>
                <a:path extrusionOk="0" h="29909" w="6019">
                  <a:moveTo>
                    <a:pt x="1" y="1"/>
                  </a:moveTo>
                  <a:lnTo>
                    <a:pt x="1" y="306"/>
                  </a:lnTo>
                  <a:lnTo>
                    <a:pt x="5699" y="306"/>
                  </a:lnTo>
                  <a:lnTo>
                    <a:pt x="5699" y="29909"/>
                  </a:lnTo>
                  <a:lnTo>
                    <a:pt x="6019" y="29909"/>
                  </a:lnTo>
                  <a:lnTo>
                    <a:pt x="6019" y="1"/>
                  </a:lnTo>
                  <a:close/>
                </a:path>
              </a:pathLst>
            </a:custGeom>
            <a:gradFill>
              <a:gsLst>
                <a:gs pos="0">
                  <a:srgbClr val="F50403"/>
                </a:gs>
                <a:gs pos="100000">
                  <a:srgbClr val="FFFFFF">
                    <a:alpha val="0"/>
                  </a:srgbClr>
                </a:gs>
              </a:gsLst>
              <a:lin ang="1350003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" name="Google Shape;178;p7"/>
            <p:cNvSpPr/>
            <p:nvPr/>
          </p:nvSpPr>
          <p:spPr>
            <a:xfrm>
              <a:off x="8790871" y="3823684"/>
              <a:ext cx="246869" cy="1226718"/>
            </a:xfrm>
            <a:custGeom>
              <a:rect b="b" l="l" r="r" t="t"/>
              <a:pathLst>
                <a:path extrusionOk="0" h="29909" w="6019">
                  <a:moveTo>
                    <a:pt x="1" y="1"/>
                  </a:moveTo>
                  <a:lnTo>
                    <a:pt x="1" y="305"/>
                  </a:lnTo>
                  <a:lnTo>
                    <a:pt x="5714" y="305"/>
                  </a:lnTo>
                  <a:lnTo>
                    <a:pt x="5714" y="29909"/>
                  </a:lnTo>
                  <a:lnTo>
                    <a:pt x="6019" y="29909"/>
                  </a:lnTo>
                  <a:lnTo>
                    <a:pt x="6019" y="1"/>
                  </a:lnTo>
                  <a:close/>
                </a:path>
              </a:pathLst>
            </a:custGeom>
            <a:gradFill>
              <a:gsLst>
                <a:gs pos="0">
                  <a:srgbClr val="F50403"/>
                </a:gs>
                <a:gs pos="100000">
                  <a:srgbClr val="FFFFFF">
                    <a:alpha val="0"/>
                  </a:srgbClr>
                </a:gs>
              </a:gsLst>
              <a:lin ang="1350003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79" name="Google Shape;179;p7"/>
          <p:cNvGrpSpPr/>
          <p:nvPr/>
        </p:nvGrpSpPr>
        <p:grpSpPr>
          <a:xfrm>
            <a:off x="10695234" y="5998301"/>
            <a:ext cx="1206221" cy="968161"/>
            <a:chOff x="7945225" y="4302000"/>
            <a:chExt cx="904666" cy="726121"/>
          </a:xfrm>
        </p:grpSpPr>
        <p:sp>
          <p:nvSpPr>
            <p:cNvPr id="180" name="Google Shape;180;p7"/>
            <p:cNvSpPr/>
            <p:nvPr/>
          </p:nvSpPr>
          <p:spPr>
            <a:xfrm>
              <a:off x="8176775" y="4445200"/>
              <a:ext cx="673116" cy="582921"/>
            </a:xfrm>
            <a:custGeom>
              <a:rect b="b" l="l" r="r" t="t"/>
              <a:pathLst>
                <a:path extrusionOk="0" h="44413" w="51285">
                  <a:moveTo>
                    <a:pt x="12814" y="0"/>
                  </a:moveTo>
                  <a:lnTo>
                    <a:pt x="0" y="22199"/>
                  </a:lnTo>
                  <a:lnTo>
                    <a:pt x="12814" y="44413"/>
                  </a:lnTo>
                  <a:lnTo>
                    <a:pt x="38471" y="44413"/>
                  </a:lnTo>
                  <a:lnTo>
                    <a:pt x="51285" y="22199"/>
                  </a:lnTo>
                  <a:lnTo>
                    <a:pt x="38471" y="0"/>
                  </a:lnTo>
                  <a:close/>
                </a:path>
              </a:pathLst>
            </a:custGeom>
            <a:gradFill>
              <a:gsLst>
                <a:gs pos="0">
                  <a:srgbClr val="F5F8FF"/>
                </a:gs>
                <a:gs pos="22000">
                  <a:srgbClr val="F5F8FF"/>
                </a:gs>
                <a:gs pos="45000">
                  <a:srgbClr val="FFFFFF">
                    <a:alpha val="0"/>
                  </a:srgbClr>
                </a:gs>
                <a:gs pos="100000">
                  <a:srgbClr val="F50403"/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" name="Google Shape;181;p7"/>
            <p:cNvSpPr/>
            <p:nvPr/>
          </p:nvSpPr>
          <p:spPr>
            <a:xfrm>
              <a:off x="8164350" y="4302000"/>
              <a:ext cx="480925" cy="416483"/>
            </a:xfrm>
            <a:custGeom>
              <a:rect b="b" l="l" r="r" t="t"/>
              <a:pathLst>
                <a:path extrusionOk="0" h="44413" w="51285">
                  <a:moveTo>
                    <a:pt x="12814" y="0"/>
                  </a:moveTo>
                  <a:lnTo>
                    <a:pt x="0" y="22199"/>
                  </a:lnTo>
                  <a:lnTo>
                    <a:pt x="12814" y="44413"/>
                  </a:lnTo>
                  <a:lnTo>
                    <a:pt x="38471" y="44413"/>
                  </a:lnTo>
                  <a:lnTo>
                    <a:pt x="51285" y="22199"/>
                  </a:lnTo>
                  <a:lnTo>
                    <a:pt x="38471" y="0"/>
                  </a:lnTo>
                  <a:close/>
                </a:path>
              </a:pathLst>
            </a:custGeom>
            <a:gradFill>
              <a:gsLst>
                <a:gs pos="0">
                  <a:srgbClr val="F5F8FF"/>
                </a:gs>
                <a:gs pos="22000">
                  <a:srgbClr val="F5F8FF"/>
                </a:gs>
                <a:gs pos="45000">
                  <a:srgbClr val="FFFFFF">
                    <a:alpha val="0"/>
                  </a:srgbClr>
                </a:gs>
                <a:gs pos="100000">
                  <a:srgbClr val="F50403"/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" name="Google Shape;182;p7"/>
            <p:cNvSpPr/>
            <p:nvPr/>
          </p:nvSpPr>
          <p:spPr>
            <a:xfrm>
              <a:off x="7945225" y="4445200"/>
              <a:ext cx="480925" cy="416483"/>
            </a:xfrm>
            <a:custGeom>
              <a:rect b="b" l="l" r="r" t="t"/>
              <a:pathLst>
                <a:path extrusionOk="0" h="44413" w="51285">
                  <a:moveTo>
                    <a:pt x="12814" y="0"/>
                  </a:moveTo>
                  <a:lnTo>
                    <a:pt x="0" y="22199"/>
                  </a:lnTo>
                  <a:lnTo>
                    <a:pt x="12814" y="44413"/>
                  </a:lnTo>
                  <a:lnTo>
                    <a:pt x="38471" y="44413"/>
                  </a:lnTo>
                  <a:lnTo>
                    <a:pt x="51285" y="22199"/>
                  </a:lnTo>
                  <a:lnTo>
                    <a:pt x="38471" y="0"/>
                  </a:lnTo>
                  <a:close/>
                </a:path>
              </a:pathLst>
            </a:custGeom>
            <a:gradFill>
              <a:gsLst>
                <a:gs pos="0">
                  <a:srgbClr val="F5F8FF"/>
                </a:gs>
                <a:gs pos="22000">
                  <a:srgbClr val="F5F8FF"/>
                </a:gs>
                <a:gs pos="45000">
                  <a:srgbClr val="FFFFFF">
                    <a:alpha val="0"/>
                  </a:srgbClr>
                </a:gs>
                <a:gs pos="100000">
                  <a:srgbClr val="F50403"/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83" name="Google Shape;183;p7"/>
          <p:cNvGrpSpPr/>
          <p:nvPr/>
        </p:nvGrpSpPr>
        <p:grpSpPr>
          <a:xfrm>
            <a:off x="-413180" y="4823208"/>
            <a:ext cx="1931765" cy="2985073"/>
            <a:chOff x="-309885" y="3617406"/>
            <a:chExt cx="1448824" cy="2238805"/>
          </a:xfrm>
        </p:grpSpPr>
        <p:grpSp>
          <p:nvGrpSpPr>
            <p:cNvPr id="184" name="Google Shape;184;p7"/>
            <p:cNvGrpSpPr/>
            <p:nvPr/>
          </p:nvGrpSpPr>
          <p:grpSpPr>
            <a:xfrm>
              <a:off x="-277007" y="3870159"/>
              <a:ext cx="981772" cy="1986052"/>
              <a:chOff x="-293545" y="3454371"/>
              <a:chExt cx="981772" cy="1986052"/>
            </a:xfrm>
          </p:grpSpPr>
          <p:sp>
            <p:nvSpPr>
              <p:cNvPr id="185" name="Google Shape;185;p7"/>
              <p:cNvSpPr/>
              <p:nvPr/>
            </p:nvSpPr>
            <p:spPr>
              <a:xfrm rot="10800000">
                <a:off x="-293545" y="3454371"/>
                <a:ext cx="844677" cy="1985522"/>
              </a:xfrm>
              <a:custGeom>
                <a:rect b="b" l="l" r="r" t="t"/>
                <a:pathLst>
                  <a:path extrusionOk="0" h="56267" w="23937">
                    <a:moveTo>
                      <a:pt x="12997" y="1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64"/>
                      <a:pt x="23632" y="11321"/>
                      <a:pt x="23632" y="11808"/>
                    </a:cubicBezTo>
                    <a:cubicBezTo>
                      <a:pt x="23632" y="12311"/>
                      <a:pt x="23434" y="12768"/>
                      <a:pt x="23098" y="13104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5"/>
                    </a:lnTo>
                    <a:cubicBezTo>
                      <a:pt x="16547" y="11489"/>
                      <a:pt x="16029" y="11260"/>
                      <a:pt x="15435" y="11260"/>
                    </a:cubicBezTo>
                    <a:cubicBezTo>
                      <a:pt x="14841" y="11260"/>
                      <a:pt x="14307" y="11489"/>
                      <a:pt x="13911" y="11885"/>
                    </a:cubicBezTo>
                    <a:lnTo>
                      <a:pt x="12525" y="13271"/>
                    </a:lnTo>
                    <a:cubicBezTo>
                      <a:pt x="12129" y="13698"/>
                      <a:pt x="11900" y="14231"/>
                      <a:pt x="11900" y="14795"/>
                    </a:cubicBezTo>
                    <a:cubicBezTo>
                      <a:pt x="11900" y="15374"/>
                      <a:pt x="12129" y="15922"/>
                      <a:pt x="12525" y="16318"/>
                    </a:cubicBezTo>
                    <a:cubicBezTo>
                      <a:pt x="12860" y="16669"/>
                      <a:pt x="13058" y="17126"/>
                      <a:pt x="13058" y="17629"/>
                    </a:cubicBezTo>
                    <a:cubicBezTo>
                      <a:pt x="13058" y="18116"/>
                      <a:pt x="12860" y="18573"/>
                      <a:pt x="12525" y="18924"/>
                    </a:cubicBezTo>
                    <a:lnTo>
                      <a:pt x="11489" y="19944"/>
                    </a:lnTo>
                    <a:cubicBezTo>
                      <a:pt x="11154" y="20295"/>
                      <a:pt x="10696" y="20478"/>
                      <a:pt x="10209" y="20478"/>
                    </a:cubicBezTo>
                    <a:lnTo>
                      <a:pt x="9569" y="20478"/>
                    </a:lnTo>
                    <a:cubicBezTo>
                      <a:pt x="8990" y="20478"/>
                      <a:pt x="8457" y="20706"/>
                      <a:pt x="8045" y="21102"/>
                    </a:cubicBezTo>
                    <a:lnTo>
                      <a:pt x="3353" y="25810"/>
                    </a:lnTo>
                    <a:cubicBezTo>
                      <a:pt x="2515" y="26648"/>
                      <a:pt x="2515" y="28004"/>
                      <a:pt x="3353" y="28842"/>
                    </a:cubicBezTo>
                    <a:lnTo>
                      <a:pt x="10529" y="36018"/>
                    </a:lnTo>
                    <a:cubicBezTo>
                      <a:pt x="10864" y="36369"/>
                      <a:pt x="11062" y="36826"/>
                      <a:pt x="11062" y="37313"/>
                    </a:cubicBezTo>
                    <a:cubicBezTo>
                      <a:pt x="11062" y="37801"/>
                      <a:pt x="10864" y="38273"/>
                      <a:pt x="10529" y="38608"/>
                    </a:cubicBezTo>
                    <a:lnTo>
                      <a:pt x="8198" y="40940"/>
                    </a:lnTo>
                    <a:cubicBezTo>
                      <a:pt x="7802" y="41351"/>
                      <a:pt x="7573" y="41884"/>
                      <a:pt x="7573" y="42463"/>
                    </a:cubicBezTo>
                    <a:lnTo>
                      <a:pt x="7573" y="47720"/>
                    </a:lnTo>
                    <a:cubicBezTo>
                      <a:pt x="7573" y="48207"/>
                      <a:pt x="7390" y="48664"/>
                      <a:pt x="7040" y="49015"/>
                    </a:cubicBezTo>
                    <a:lnTo>
                      <a:pt x="1" y="56054"/>
                    </a:lnTo>
                    <a:lnTo>
                      <a:pt x="199" y="56267"/>
                    </a:lnTo>
                    <a:lnTo>
                      <a:pt x="7268" y="49274"/>
                    </a:lnTo>
                    <a:cubicBezTo>
                      <a:pt x="7664" y="48862"/>
                      <a:pt x="7893" y="48329"/>
                      <a:pt x="7893" y="47750"/>
                    </a:cubicBezTo>
                    <a:lnTo>
                      <a:pt x="7893" y="42494"/>
                    </a:lnTo>
                    <a:cubicBezTo>
                      <a:pt x="7893" y="42006"/>
                      <a:pt x="8091" y="41549"/>
                      <a:pt x="8426" y="41199"/>
                    </a:cubicBezTo>
                    <a:lnTo>
                      <a:pt x="10757" y="38883"/>
                    </a:lnTo>
                    <a:cubicBezTo>
                      <a:pt x="11154" y="38456"/>
                      <a:pt x="11382" y="37923"/>
                      <a:pt x="11382" y="37359"/>
                    </a:cubicBezTo>
                    <a:cubicBezTo>
                      <a:pt x="11382" y="36765"/>
                      <a:pt x="11154" y="36232"/>
                      <a:pt x="10757" y="35835"/>
                    </a:cubicBezTo>
                    <a:lnTo>
                      <a:pt x="3581" y="28644"/>
                    </a:lnTo>
                    <a:cubicBezTo>
                      <a:pt x="2850" y="27943"/>
                      <a:pt x="2850" y="26785"/>
                      <a:pt x="3581" y="26054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67"/>
                    </a:lnTo>
                    <a:cubicBezTo>
                      <a:pt x="13149" y="18741"/>
                      <a:pt x="13378" y="18208"/>
                      <a:pt x="13378" y="17644"/>
                    </a:cubicBezTo>
                    <a:cubicBezTo>
                      <a:pt x="13378" y="17050"/>
                      <a:pt x="13149" y="16516"/>
                      <a:pt x="12753" y="16120"/>
                    </a:cubicBezTo>
                    <a:cubicBezTo>
                      <a:pt x="12418" y="15770"/>
                      <a:pt x="12220" y="15313"/>
                      <a:pt x="12220" y="14825"/>
                    </a:cubicBezTo>
                    <a:cubicBezTo>
                      <a:pt x="12220" y="14322"/>
                      <a:pt x="12418" y="13865"/>
                      <a:pt x="12753" y="13530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8" y="11595"/>
                      <a:pt x="16395" y="11793"/>
                      <a:pt x="16730" y="12128"/>
                    </a:cubicBezTo>
                    <a:lnTo>
                      <a:pt x="19107" y="14520"/>
                    </a:lnTo>
                    <a:cubicBezTo>
                      <a:pt x="19526" y="14939"/>
                      <a:pt x="20074" y="15149"/>
                      <a:pt x="20623" y="15149"/>
                    </a:cubicBezTo>
                    <a:cubicBezTo>
                      <a:pt x="21171" y="15149"/>
                      <a:pt x="21720" y="14939"/>
                      <a:pt x="22139" y="14520"/>
                    </a:cubicBezTo>
                    <a:lnTo>
                      <a:pt x="23297" y="13347"/>
                    </a:lnTo>
                    <a:cubicBezTo>
                      <a:pt x="23708" y="12936"/>
                      <a:pt x="23936" y="12403"/>
                      <a:pt x="23936" y="11824"/>
                    </a:cubicBezTo>
                    <a:cubicBezTo>
                      <a:pt x="23936" y="11260"/>
                      <a:pt x="23708" y="10711"/>
                      <a:pt x="23297" y="10300"/>
                    </a:cubicBezTo>
                    <a:lnTo>
                      <a:pt x="12997" y="1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6" name="Google Shape;186;p7"/>
              <p:cNvSpPr/>
              <p:nvPr/>
            </p:nvSpPr>
            <p:spPr>
              <a:xfrm rot="10800000">
                <a:off x="-156450" y="3454901"/>
                <a:ext cx="844677" cy="1985522"/>
              </a:xfrm>
              <a:custGeom>
                <a:rect b="b" l="l" r="r" t="t"/>
                <a:pathLst>
                  <a:path extrusionOk="0" h="56267" w="23937">
                    <a:moveTo>
                      <a:pt x="12997" y="0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48"/>
                      <a:pt x="23632" y="11305"/>
                      <a:pt x="23632" y="11808"/>
                    </a:cubicBezTo>
                    <a:cubicBezTo>
                      <a:pt x="23632" y="12296"/>
                      <a:pt x="23434" y="12753"/>
                      <a:pt x="23098" y="13103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4"/>
                    </a:lnTo>
                    <a:cubicBezTo>
                      <a:pt x="16547" y="11488"/>
                      <a:pt x="16029" y="11260"/>
                      <a:pt x="15435" y="11260"/>
                    </a:cubicBezTo>
                    <a:cubicBezTo>
                      <a:pt x="14840" y="11260"/>
                      <a:pt x="14307" y="11488"/>
                      <a:pt x="13911" y="11884"/>
                    </a:cubicBezTo>
                    <a:lnTo>
                      <a:pt x="12525" y="13271"/>
                    </a:lnTo>
                    <a:cubicBezTo>
                      <a:pt x="11687" y="14109"/>
                      <a:pt x="11687" y="15465"/>
                      <a:pt x="12525" y="16303"/>
                    </a:cubicBezTo>
                    <a:cubicBezTo>
                      <a:pt x="12860" y="16638"/>
                      <a:pt x="13058" y="17095"/>
                      <a:pt x="13058" y="17598"/>
                    </a:cubicBezTo>
                    <a:cubicBezTo>
                      <a:pt x="13058" y="18085"/>
                      <a:pt x="12860" y="18543"/>
                      <a:pt x="12525" y="18893"/>
                    </a:cubicBezTo>
                    <a:lnTo>
                      <a:pt x="11489" y="19914"/>
                    </a:lnTo>
                    <a:cubicBezTo>
                      <a:pt x="11153" y="20264"/>
                      <a:pt x="10696" y="20447"/>
                      <a:pt x="10193" y="20447"/>
                    </a:cubicBezTo>
                    <a:lnTo>
                      <a:pt x="9569" y="20447"/>
                    </a:lnTo>
                    <a:cubicBezTo>
                      <a:pt x="8975" y="20447"/>
                      <a:pt x="8441" y="20676"/>
                      <a:pt x="8045" y="21087"/>
                    </a:cubicBezTo>
                    <a:lnTo>
                      <a:pt x="3337" y="25780"/>
                    </a:lnTo>
                    <a:cubicBezTo>
                      <a:pt x="2941" y="26206"/>
                      <a:pt x="2713" y="26739"/>
                      <a:pt x="2713" y="27303"/>
                    </a:cubicBezTo>
                    <a:cubicBezTo>
                      <a:pt x="2713" y="27897"/>
                      <a:pt x="2941" y="28431"/>
                      <a:pt x="3337" y="28827"/>
                    </a:cubicBezTo>
                    <a:lnTo>
                      <a:pt x="10529" y="36018"/>
                    </a:lnTo>
                    <a:cubicBezTo>
                      <a:pt x="11245" y="36719"/>
                      <a:pt x="11245" y="37877"/>
                      <a:pt x="10529" y="38608"/>
                    </a:cubicBezTo>
                    <a:lnTo>
                      <a:pt x="8198" y="40924"/>
                    </a:lnTo>
                    <a:cubicBezTo>
                      <a:pt x="7801" y="41351"/>
                      <a:pt x="7573" y="41884"/>
                      <a:pt x="7573" y="42448"/>
                    </a:cubicBezTo>
                    <a:lnTo>
                      <a:pt x="7573" y="47704"/>
                    </a:lnTo>
                    <a:cubicBezTo>
                      <a:pt x="7573" y="48207"/>
                      <a:pt x="7375" y="48664"/>
                      <a:pt x="7040" y="48999"/>
                    </a:cubicBezTo>
                    <a:lnTo>
                      <a:pt x="1" y="56053"/>
                    </a:lnTo>
                    <a:lnTo>
                      <a:pt x="199" y="56267"/>
                    </a:lnTo>
                    <a:lnTo>
                      <a:pt x="7268" y="49212"/>
                    </a:lnTo>
                    <a:cubicBezTo>
                      <a:pt x="7664" y="48801"/>
                      <a:pt x="7893" y="48268"/>
                      <a:pt x="7893" y="47689"/>
                    </a:cubicBezTo>
                    <a:lnTo>
                      <a:pt x="7893" y="42432"/>
                    </a:lnTo>
                    <a:cubicBezTo>
                      <a:pt x="7893" y="41945"/>
                      <a:pt x="8091" y="41473"/>
                      <a:pt x="8426" y="41137"/>
                    </a:cubicBezTo>
                    <a:lnTo>
                      <a:pt x="10757" y="38806"/>
                    </a:lnTo>
                    <a:cubicBezTo>
                      <a:pt x="11595" y="37984"/>
                      <a:pt x="11595" y="36628"/>
                      <a:pt x="10757" y="35790"/>
                    </a:cubicBezTo>
                    <a:lnTo>
                      <a:pt x="3581" y="28598"/>
                    </a:lnTo>
                    <a:cubicBezTo>
                      <a:pt x="3231" y="28263"/>
                      <a:pt x="3048" y="27806"/>
                      <a:pt x="3048" y="27318"/>
                    </a:cubicBezTo>
                    <a:cubicBezTo>
                      <a:pt x="3048" y="26816"/>
                      <a:pt x="3231" y="26359"/>
                      <a:pt x="3581" y="26023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52"/>
                    </a:lnTo>
                    <a:cubicBezTo>
                      <a:pt x="13149" y="18741"/>
                      <a:pt x="13378" y="18207"/>
                      <a:pt x="13378" y="17628"/>
                    </a:cubicBezTo>
                    <a:cubicBezTo>
                      <a:pt x="13378" y="17049"/>
                      <a:pt x="13149" y="16516"/>
                      <a:pt x="12753" y="16105"/>
                    </a:cubicBezTo>
                    <a:cubicBezTo>
                      <a:pt x="12037" y="15404"/>
                      <a:pt x="12037" y="14246"/>
                      <a:pt x="12753" y="13515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7" y="11595"/>
                      <a:pt x="16395" y="11793"/>
                      <a:pt x="16730" y="12128"/>
                    </a:cubicBezTo>
                    <a:lnTo>
                      <a:pt x="19106" y="14505"/>
                    </a:lnTo>
                    <a:cubicBezTo>
                      <a:pt x="19525" y="14924"/>
                      <a:pt x="20074" y="15133"/>
                      <a:pt x="20622" y="15133"/>
                    </a:cubicBezTo>
                    <a:cubicBezTo>
                      <a:pt x="21171" y="15133"/>
                      <a:pt x="21719" y="14924"/>
                      <a:pt x="22138" y="14505"/>
                    </a:cubicBezTo>
                    <a:lnTo>
                      <a:pt x="23296" y="13347"/>
                    </a:lnTo>
                    <a:cubicBezTo>
                      <a:pt x="23708" y="12936"/>
                      <a:pt x="23936" y="12402"/>
                      <a:pt x="23936" y="11823"/>
                    </a:cubicBezTo>
                    <a:cubicBezTo>
                      <a:pt x="23936" y="11229"/>
                      <a:pt x="23708" y="10696"/>
                      <a:pt x="23296" y="10300"/>
                    </a:cubicBezTo>
                    <a:lnTo>
                      <a:pt x="12997" y="0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87" name="Google Shape;187;p7"/>
            <p:cNvGrpSpPr/>
            <p:nvPr/>
          </p:nvGrpSpPr>
          <p:grpSpPr>
            <a:xfrm>
              <a:off x="363249" y="4906873"/>
              <a:ext cx="699940" cy="478601"/>
              <a:chOff x="39723" y="4349021"/>
              <a:chExt cx="1061964" cy="726143"/>
            </a:xfrm>
          </p:grpSpPr>
          <p:grpSp>
            <p:nvGrpSpPr>
              <p:cNvPr id="188" name="Google Shape;188;p7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189" name="Google Shape;189;p7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F50403"/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1D1D1D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190" name="Google Shape;190;p7"/>
                <p:cNvGrpSpPr/>
                <p:nvPr/>
              </p:nvGrpSpPr>
              <p:grpSpPr>
                <a:xfrm>
                  <a:off x="1232795" y="-1740829"/>
                  <a:ext cx="717622" cy="717393"/>
                  <a:chOff x="1483457" y="3953671"/>
                  <a:chExt cx="717622" cy="717393"/>
                </a:xfrm>
              </p:grpSpPr>
              <p:sp>
                <p:nvSpPr>
                  <p:cNvPr id="191" name="Google Shape;191;p7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92" name="Google Shape;192;p7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93" name="Google Shape;193;p7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94" name="Google Shape;194;p7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95" name="Google Shape;195;p7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196" name="Google Shape;196;p7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97" name="Google Shape;197;p7"/>
            <p:cNvGrpSpPr/>
            <p:nvPr/>
          </p:nvGrpSpPr>
          <p:grpSpPr>
            <a:xfrm rot="-5400000">
              <a:off x="-461872" y="3769394"/>
              <a:ext cx="1351491" cy="1047516"/>
              <a:chOff x="-2460210" y="2758494"/>
              <a:chExt cx="1351491" cy="1047516"/>
            </a:xfrm>
          </p:grpSpPr>
          <p:sp>
            <p:nvSpPr>
              <p:cNvPr id="198" name="Google Shape;198;p7"/>
              <p:cNvSpPr/>
              <p:nvPr/>
            </p:nvSpPr>
            <p:spPr>
              <a:xfrm rot="-2700000">
                <a:off x="-2341816" y="3108554"/>
                <a:ext cx="582127" cy="575995"/>
              </a:xfrm>
              <a:custGeom>
                <a:rect b="b" l="l" r="r" t="t"/>
                <a:pathLst>
                  <a:path extrusionOk="0" h="35790" w="36171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46666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9" name="Google Shape;199;p7"/>
              <p:cNvSpPr/>
              <p:nvPr/>
            </p:nvSpPr>
            <p:spPr>
              <a:xfrm rot="-2700000">
                <a:off x="-2157466" y="3032354"/>
                <a:ext cx="582127" cy="575995"/>
              </a:xfrm>
              <a:custGeom>
                <a:rect b="b" l="l" r="r" t="t"/>
                <a:pathLst>
                  <a:path extrusionOk="0" h="35790" w="36171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46666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0" name="Google Shape;200;p7"/>
              <p:cNvSpPr/>
              <p:nvPr/>
            </p:nvSpPr>
            <p:spPr>
              <a:xfrm rot="-2700000">
                <a:off x="-1993591" y="2956154"/>
                <a:ext cx="582127" cy="575995"/>
              </a:xfrm>
              <a:custGeom>
                <a:rect b="b" l="l" r="r" t="t"/>
                <a:pathLst>
                  <a:path extrusionOk="0" h="35790" w="36171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46666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1" name="Google Shape;201;p7"/>
              <p:cNvSpPr/>
              <p:nvPr/>
            </p:nvSpPr>
            <p:spPr>
              <a:xfrm rot="-2700000">
                <a:off x="-1809241" y="2879954"/>
                <a:ext cx="582127" cy="575995"/>
              </a:xfrm>
              <a:custGeom>
                <a:rect b="b" l="l" r="r" t="t"/>
                <a:pathLst>
                  <a:path extrusionOk="0" h="35790" w="36171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46666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02" name="Google Shape;202;p7"/>
            <p:cNvGrpSpPr/>
            <p:nvPr/>
          </p:nvGrpSpPr>
          <p:grpSpPr>
            <a:xfrm>
              <a:off x="438999" y="4567398"/>
              <a:ext cx="699940" cy="478601"/>
              <a:chOff x="39723" y="4349021"/>
              <a:chExt cx="1061964" cy="726143"/>
            </a:xfrm>
          </p:grpSpPr>
          <p:grpSp>
            <p:nvGrpSpPr>
              <p:cNvPr id="203" name="Google Shape;203;p7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204" name="Google Shape;204;p7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F50403"/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1D1D1D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205" name="Google Shape;205;p7"/>
                <p:cNvGrpSpPr/>
                <p:nvPr/>
              </p:nvGrpSpPr>
              <p:grpSpPr>
                <a:xfrm>
                  <a:off x="1232795" y="-1740829"/>
                  <a:ext cx="717622" cy="717393"/>
                  <a:chOff x="1483457" y="3953671"/>
                  <a:chExt cx="717622" cy="717393"/>
                </a:xfrm>
              </p:grpSpPr>
              <p:sp>
                <p:nvSpPr>
                  <p:cNvPr id="206" name="Google Shape;206;p7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07" name="Google Shape;207;p7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08" name="Google Shape;208;p7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09" name="Google Shape;209;p7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10" name="Google Shape;210;p7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211" name="Google Shape;211;p7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12" name="Google Shape;212;p7"/>
            <p:cNvGrpSpPr/>
            <p:nvPr/>
          </p:nvGrpSpPr>
          <p:grpSpPr>
            <a:xfrm>
              <a:off x="-65076" y="4623886"/>
              <a:ext cx="699940" cy="478601"/>
              <a:chOff x="39723" y="4349021"/>
              <a:chExt cx="1061964" cy="726143"/>
            </a:xfrm>
          </p:grpSpPr>
          <p:grpSp>
            <p:nvGrpSpPr>
              <p:cNvPr id="213" name="Google Shape;213;p7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214" name="Google Shape;214;p7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F50403"/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1D1D1D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215" name="Google Shape;215;p7"/>
                <p:cNvGrpSpPr/>
                <p:nvPr/>
              </p:nvGrpSpPr>
              <p:grpSpPr>
                <a:xfrm>
                  <a:off x="1232795" y="-1740829"/>
                  <a:ext cx="717622" cy="717393"/>
                  <a:chOff x="1483457" y="3953671"/>
                  <a:chExt cx="717622" cy="717393"/>
                </a:xfrm>
              </p:grpSpPr>
              <p:sp>
                <p:nvSpPr>
                  <p:cNvPr id="216" name="Google Shape;216;p7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17" name="Google Shape;217;p7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18" name="Google Shape;218;p7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19" name="Google Shape;219;p7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20" name="Google Shape;220;p7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221" name="Google Shape;221;p7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pic>
        <p:nvPicPr>
          <p:cNvPr id="222" name="Google Shape;222;p7"/>
          <p:cNvPicPr preferRelativeResize="0"/>
          <p:nvPr/>
        </p:nvPicPr>
        <p:blipFill rotWithShape="1">
          <a:blip r:embed="rId3">
            <a:alphaModFix/>
          </a:blip>
          <a:srcRect b="17662" l="0" r="0" t="17657"/>
          <a:stretch/>
        </p:blipFill>
        <p:spPr>
          <a:xfrm rot="-7778255">
            <a:off x="-3534446" y="-1919228"/>
            <a:ext cx="7140905" cy="5450109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7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Custom Layout">
  <p:cSld name="1_Custom Layout"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8"/>
          <p:cNvSpPr/>
          <p:nvPr>
            <p:ph idx="2" type="pic"/>
          </p:nvPr>
        </p:nvSpPr>
        <p:spPr>
          <a:xfrm>
            <a:off x="5841479" y="953468"/>
            <a:ext cx="4868084" cy="495106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pic>
        <p:nvPicPr>
          <p:cNvPr id="226" name="Google Shape;226;p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27" name="Google Shape;227;p8"/>
          <p:cNvGrpSpPr/>
          <p:nvPr/>
        </p:nvGrpSpPr>
        <p:grpSpPr>
          <a:xfrm>
            <a:off x="-680840" y="-2290632"/>
            <a:ext cx="5862925" cy="5562209"/>
            <a:chOff x="-494405" y="-1584825"/>
            <a:chExt cx="4397193" cy="4171657"/>
          </a:xfrm>
        </p:grpSpPr>
        <p:grpSp>
          <p:nvGrpSpPr>
            <p:cNvPr id="228" name="Google Shape;228;p8"/>
            <p:cNvGrpSpPr/>
            <p:nvPr/>
          </p:nvGrpSpPr>
          <p:grpSpPr>
            <a:xfrm>
              <a:off x="-494405" y="-252396"/>
              <a:ext cx="1741563" cy="1288563"/>
              <a:chOff x="-494405" y="-252396"/>
              <a:chExt cx="1741563" cy="1288563"/>
            </a:xfrm>
          </p:grpSpPr>
          <p:sp>
            <p:nvSpPr>
              <p:cNvPr id="229" name="Google Shape;229;p8"/>
              <p:cNvSpPr/>
              <p:nvPr/>
            </p:nvSpPr>
            <p:spPr>
              <a:xfrm rot="2700000">
                <a:off x="-315569" y="-53821"/>
                <a:ext cx="930891" cy="891412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F5F8FF"/>
                  </a:gs>
                  <a:gs pos="18000">
                    <a:srgbClr val="F5F8FF"/>
                  </a:gs>
                  <a:gs pos="56000">
                    <a:srgbClr val="FFFFFF">
                      <a:alpha val="0"/>
                    </a:srgbClr>
                  </a:gs>
                  <a:gs pos="74000">
                    <a:srgbClr val="F5F8FF"/>
                  </a:gs>
                  <a:gs pos="100000">
                    <a:srgbClr val="F50403"/>
                  </a:gs>
                </a:gsLst>
                <a:path path="circle">
                  <a:fillToRect b="100%" l="0%" r="100%" t="0%"/>
                </a:path>
                <a:tileRect b="0%" l="-100%" r="0%" t="-100%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0" name="Google Shape;230;p8"/>
              <p:cNvSpPr/>
              <p:nvPr/>
            </p:nvSpPr>
            <p:spPr>
              <a:xfrm rot="2700000">
                <a:off x="137431" y="-53821"/>
                <a:ext cx="930891" cy="891412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F5F8FF"/>
                  </a:gs>
                  <a:gs pos="18000">
                    <a:srgbClr val="F5F8FF"/>
                  </a:gs>
                  <a:gs pos="56000">
                    <a:srgbClr val="FFFFFF">
                      <a:alpha val="0"/>
                    </a:srgbClr>
                  </a:gs>
                  <a:gs pos="74000">
                    <a:srgbClr val="F5F8FF"/>
                  </a:gs>
                  <a:gs pos="100000">
                    <a:srgbClr val="F50403"/>
                  </a:gs>
                </a:gsLst>
                <a:path path="circle">
                  <a:fillToRect b="100%" l="0%" r="100%" t="0%"/>
                </a:path>
                <a:tileRect b="0%" l="-100%" r="0%" t="-100%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31" name="Google Shape;231;p8"/>
            <p:cNvGrpSpPr/>
            <p:nvPr/>
          </p:nvGrpSpPr>
          <p:grpSpPr>
            <a:xfrm>
              <a:off x="245875" y="-51824"/>
              <a:ext cx="208200" cy="1824700"/>
              <a:chOff x="1040050" y="3812126"/>
              <a:chExt cx="208200" cy="1824700"/>
            </a:xfrm>
          </p:grpSpPr>
          <p:sp>
            <p:nvSpPr>
              <p:cNvPr id="232" name="Google Shape;232;p8"/>
              <p:cNvSpPr/>
              <p:nvPr/>
            </p:nvSpPr>
            <p:spPr>
              <a:xfrm>
                <a:off x="1040050" y="3812126"/>
                <a:ext cx="12550" cy="1824700"/>
              </a:xfrm>
              <a:custGeom>
                <a:rect b="b" l="l" r="r" t="t"/>
                <a:pathLst>
                  <a:path extrusionOk="0" h="27731" w="306">
                    <a:moveTo>
                      <a:pt x="1" y="1"/>
                    </a:moveTo>
                    <a:lnTo>
                      <a:pt x="1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46666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3" name="Google Shape;233;p8"/>
              <p:cNvSpPr/>
              <p:nvPr/>
            </p:nvSpPr>
            <p:spPr>
              <a:xfrm>
                <a:off x="1235741" y="3812126"/>
                <a:ext cx="12509" cy="1824700"/>
              </a:xfrm>
              <a:custGeom>
                <a:rect b="b" l="l" r="r" t="t"/>
                <a:pathLst>
                  <a:path extrusionOk="0" h="27731" w="305">
                    <a:moveTo>
                      <a:pt x="0" y="1"/>
                    </a:moveTo>
                    <a:lnTo>
                      <a:pt x="0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rgbClr val="EB9109">
                      <a:alpha val="46666"/>
                    </a:srgbClr>
                  </a:gs>
                  <a:gs pos="78000">
                    <a:srgbClr val="F5F8FF">
                      <a:alpha val="46666"/>
                    </a:srgbClr>
                  </a:gs>
                  <a:gs pos="100000">
                    <a:srgbClr val="F5F8FF">
                      <a:alpha val="46666"/>
                    </a:srgb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34" name="Google Shape;234;p8"/>
            <p:cNvGrpSpPr/>
            <p:nvPr/>
          </p:nvGrpSpPr>
          <p:grpSpPr>
            <a:xfrm>
              <a:off x="441574" y="-36652"/>
              <a:ext cx="699940" cy="478601"/>
              <a:chOff x="39723" y="4349021"/>
              <a:chExt cx="1061964" cy="726143"/>
            </a:xfrm>
          </p:grpSpPr>
          <p:grpSp>
            <p:nvGrpSpPr>
              <p:cNvPr id="235" name="Google Shape;235;p8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236" name="Google Shape;236;p8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F50403"/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1D1D1D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237" name="Google Shape;237;p8"/>
                <p:cNvGrpSpPr/>
                <p:nvPr/>
              </p:nvGrpSpPr>
              <p:grpSpPr>
                <a:xfrm>
                  <a:off x="1232795" y="-1740829"/>
                  <a:ext cx="717622" cy="717393"/>
                  <a:chOff x="1483457" y="3953671"/>
                  <a:chExt cx="717622" cy="717393"/>
                </a:xfrm>
              </p:grpSpPr>
              <p:sp>
                <p:nvSpPr>
                  <p:cNvPr id="238" name="Google Shape;238;p8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39" name="Google Shape;239;p8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40" name="Google Shape;240;p8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41" name="Google Shape;241;p8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42" name="Google Shape;242;p8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243" name="Google Shape;243;p8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44" name="Google Shape;244;p8"/>
            <p:cNvGrpSpPr/>
            <p:nvPr/>
          </p:nvGrpSpPr>
          <p:grpSpPr>
            <a:xfrm>
              <a:off x="955673" y="11"/>
              <a:ext cx="592576" cy="405260"/>
              <a:chOff x="39723" y="4349021"/>
              <a:chExt cx="1061964" cy="726143"/>
            </a:xfrm>
          </p:grpSpPr>
          <p:grpSp>
            <p:nvGrpSpPr>
              <p:cNvPr id="245" name="Google Shape;245;p8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246" name="Google Shape;246;p8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F50403"/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1D1D1D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247" name="Google Shape;247;p8"/>
                <p:cNvGrpSpPr/>
                <p:nvPr/>
              </p:nvGrpSpPr>
              <p:grpSpPr>
                <a:xfrm>
                  <a:off x="1232795" y="-1740829"/>
                  <a:ext cx="717622" cy="717393"/>
                  <a:chOff x="1483457" y="3953671"/>
                  <a:chExt cx="717622" cy="717393"/>
                </a:xfrm>
              </p:grpSpPr>
              <p:sp>
                <p:nvSpPr>
                  <p:cNvPr id="248" name="Google Shape;248;p8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49" name="Google Shape;249;p8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50" name="Google Shape;250;p8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51" name="Google Shape;251;p8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52" name="Google Shape;252;p8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253" name="Google Shape;253;p8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54" name="Google Shape;254;p8"/>
            <p:cNvGrpSpPr/>
            <p:nvPr/>
          </p:nvGrpSpPr>
          <p:grpSpPr>
            <a:xfrm>
              <a:off x="-1" y="621223"/>
              <a:ext cx="699940" cy="478601"/>
              <a:chOff x="39723" y="4349021"/>
              <a:chExt cx="1061964" cy="726143"/>
            </a:xfrm>
          </p:grpSpPr>
          <p:grpSp>
            <p:nvGrpSpPr>
              <p:cNvPr id="255" name="Google Shape;255;p8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256" name="Google Shape;256;p8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F50403"/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1D1D1D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257" name="Google Shape;257;p8"/>
                <p:cNvGrpSpPr/>
                <p:nvPr/>
              </p:nvGrpSpPr>
              <p:grpSpPr>
                <a:xfrm>
                  <a:off x="1232795" y="-1740829"/>
                  <a:ext cx="717622" cy="717393"/>
                  <a:chOff x="1483457" y="3953671"/>
                  <a:chExt cx="717622" cy="717393"/>
                </a:xfrm>
              </p:grpSpPr>
              <p:sp>
                <p:nvSpPr>
                  <p:cNvPr id="258" name="Google Shape;258;p8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59" name="Google Shape;259;p8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60" name="Google Shape;260;p8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61" name="Google Shape;261;p8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62" name="Google Shape;262;p8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263" name="Google Shape;263;p8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64" name="Google Shape;264;p8"/>
            <p:cNvGrpSpPr/>
            <p:nvPr/>
          </p:nvGrpSpPr>
          <p:grpSpPr>
            <a:xfrm rot="-8100000">
              <a:off x="540898" y="-1172741"/>
              <a:ext cx="2552124" cy="3347490"/>
              <a:chOff x="2976325" y="908175"/>
              <a:chExt cx="4028179" cy="5283555"/>
            </a:xfrm>
          </p:grpSpPr>
          <p:sp>
            <p:nvSpPr>
              <p:cNvPr id="265" name="Google Shape;265;p8"/>
              <p:cNvSpPr/>
              <p:nvPr/>
            </p:nvSpPr>
            <p:spPr>
              <a:xfrm>
                <a:off x="3851189" y="1072525"/>
                <a:ext cx="3153315" cy="5119205"/>
              </a:xfrm>
              <a:custGeom>
                <a:rect b="b" l="l" r="r" t="t"/>
                <a:pathLst>
                  <a:path extrusionOk="0" h="124813" w="76882">
                    <a:moveTo>
                      <a:pt x="76668" y="0"/>
                    </a:moveTo>
                    <a:lnTo>
                      <a:pt x="63260" y="13408"/>
                    </a:lnTo>
                    <a:cubicBezTo>
                      <a:pt x="62879" y="13789"/>
                      <a:pt x="62879" y="14398"/>
                      <a:pt x="63260" y="14779"/>
                    </a:cubicBezTo>
                    <a:lnTo>
                      <a:pt x="69857" y="21376"/>
                    </a:lnTo>
                    <a:cubicBezTo>
                      <a:pt x="70116" y="21620"/>
                      <a:pt x="70116" y="22046"/>
                      <a:pt x="69857" y="22305"/>
                    </a:cubicBezTo>
                    <a:lnTo>
                      <a:pt x="46546" y="45616"/>
                    </a:lnTo>
                    <a:cubicBezTo>
                      <a:pt x="46417" y="45738"/>
                      <a:pt x="46245" y="45799"/>
                      <a:pt x="46074" y="45799"/>
                    </a:cubicBezTo>
                    <a:cubicBezTo>
                      <a:pt x="45903" y="45799"/>
                      <a:pt x="45731" y="45738"/>
                      <a:pt x="45602" y="45616"/>
                    </a:cubicBezTo>
                    <a:lnTo>
                      <a:pt x="39020" y="39019"/>
                    </a:lnTo>
                    <a:cubicBezTo>
                      <a:pt x="38822" y="38836"/>
                      <a:pt x="38593" y="38745"/>
                      <a:pt x="38334" y="38745"/>
                    </a:cubicBezTo>
                    <a:cubicBezTo>
                      <a:pt x="38060" y="38745"/>
                      <a:pt x="37831" y="38836"/>
                      <a:pt x="37649" y="39019"/>
                    </a:cubicBezTo>
                    <a:lnTo>
                      <a:pt x="23357" y="53311"/>
                    </a:lnTo>
                    <a:cubicBezTo>
                      <a:pt x="22976" y="53691"/>
                      <a:pt x="22976" y="54301"/>
                      <a:pt x="23357" y="54682"/>
                    </a:cubicBezTo>
                    <a:lnTo>
                      <a:pt x="40833" y="72142"/>
                    </a:lnTo>
                    <a:cubicBezTo>
                      <a:pt x="40939" y="72279"/>
                      <a:pt x="41016" y="72432"/>
                      <a:pt x="41016" y="72614"/>
                    </a:cubicBezTo>
                    <a:cubicBezTo>
                      <a:pt x="41016" y="72812"/>
                      <a:pt x="40955" y="72965"/>
                      <a:pt x="40833" y="73102"/>
                    </a:cubicBezTo>
                    <a:lnTo>
                      <a:pt x="27090" y="86830"/>
                    </a:lnTo>
                    <a:cubicBezTo>
                      <a:pt x="26907" y="87028"/>
                      <a:pt x="26816" y="87256"/>
                      <a:pt x="26816" y="87515"/>
                    </a:cubicBezTo>
                    <a:lnTo>
                      <a:pt x="26816" y="96276"/>
                    </a:lnTo>
                    <a:cubicBezTo>
                      <a:pt x="26816" y="96459"/>
                      <a:pt x="26755" y="96611"/>
                      <a:pt x="26618" y="96748"/>
                    </a:cubicBezTo>
                    <a:lnTo>
                      <a:pt x="13225" y="110140"/>
                    </a:lnTo>
                    <a:cubicBezTo>
                      <a:pt x="13103" y="110270"/>
                      <a:pt x="12940" y="110335"/>
                      <a:pt x="12772" y="110335"/>
                    </a:cubicBezTo>
                    <a:cubicBezTo>
                      <a:pt x="12604" y="110335"/>
                      <a:pt x="12433" y="110270"/>
                      <a:pt x="12296" y="110140"/>
                    </a:cubicBezTo>
                    <a:lnTo>
                      <a:pt x="7618" y="105448"/>
                    </a:lnTo>
                    <a:cubicBezTo>
                      <a:pt x="7428" y="105257"/>
                      <a:pt x="7180" y="105162"/>
                      <a:pt x="6933" y="105162"/>
                    </a:cubicBezTo>
                    <a:cubicBezTo>
                      <a:pt x="6685" y="105162"/>
                      <a:pt x="6438" y="105257"/>
                      <a:pt x="6247" y="105448"/>
                    </a:cubicBezTo>
                    <a:lnTo>
                      <a:pt x="381" y="111314"/>
                    </a:lnTo>
                    <a:cubicBezTo>
                      <a:pt x="1" y="111695"/>
                      <a:pt x="1" y="112304"/>
                      <a:pt x="381" y="112685"/>
                    </a:cubicBezTo>
                    <a:lnTo>
                      <a:pt x="5059" y="117378"/>
                    </a:lnTo>
                    <a:cubicBezTo>
                      <a:pt x="5181" y="117515"/>
                      <a:pt x="5257" y="117667"/>
                      <a:pt x="5257" y="117850"/>
                    </a:cubicBezTo>
                    <a:cubicBezTo>
                      <a:pt x="5257" y="118048"/>
                      <a:pt x="5196" y="118200"/>
                      <a:pt x="5059" y="118322"/>
                    </a:cubicBezTo>
                    <a:lnTo>
                      <a:pt x="3231" y="120150"/>
                    </a:lnTo>
                    <a:cubicBezTo>
                      <a:pt x="2850" y="120531"/>
                      <a:pt x="2850" y="121141"/>
                      <a:pt x="3231" y="121522"/>
                    </a:cubicBezTo>
                    <a:lnTo>
                      <a:pt x="5059" y="123365"/>
                    </a:lnTo>
                    <a:cubicBezTo>
                      <a:pt x="5333" y="123609"/>
                      <a:pt x="5333" y="124020"/>
                      <a:pt x="5059" y="124295"/>
                    </a:cubicBezTo>
                    <a:cubicBezTo>
                      <a:pt x="4914" y="124432"/>
                      <a:pt x="4754" y="124489"/>
                      <a:pt x="4602" y="124489"/>
                    </a:cubicBezTo>
                    <a:cubicBezTo>
                      <a:pt x="4449" y="124489"/>
                      <a:pt x="4305" y="124432"/>
                      <a:pt x="4190" y="124340"/>
                    </a:cubicBezTo>
                    <a:cubicBezTo>
                      <a:pt x="3962" y="124173"/>
                      <a:pt x="3825" y="123838"/>
                      <a:pt x="4038" y="123487"/>
                    </a:cubicBezTo>
                    <a:lnTo>
                      <a:pt x="3764" y="123335"/>
                    </a:lnTo>
                    <a:lnTo>
                      <a:pt x="3764" y="123335"/>
                    </a:lnTo>
                    <a:cubicBezTo>
                      <a:pt x="3459" y="123838"/>
                      <a:pt x="3672" y="124356"/>
                      <a:pt x="3992" y="124599"/>
                    </a:cubicBezTo>
                    <a:cubicBezTo>
                      <a:pt x="4175" y="124736"/>
                      <a:pt x="4373" y="124813"/>
                      <a:pt x="4602" y="124813"/>
                    </a:cubicBezTo>
                    <a:cubicBezTo>
                      <a:pt x="4830" y="124813"/>
                      <a:pt x="5059" y="124736"/>
                      <a:pt x="5272" y="124477"/>
                    </a:cubicBezTo>
                    <a:cubicBezTo>
                      <a:pt x="5455" y="124295"/>
                      <a:pt x="5562" y="124066"/>
                      <a:pt x="5562" y="123792"/>
                    </a:cubicBezTo>
                    <a:cubicBezTo>
                      <a:pt x="5562" y="123533"/>
                      <a:pt x="5455" y="123304"/>
                      <a:pt x="5272" y="123106"/>
                    </a:cubicBezTo>
                    <a:lnTo>
                      <a:pt x="3444" y="121278"/>
                    </a:lnTo>
                    <a:cubicBezTo>
                      <a:pt x="3170" y="121034"/>
                      <a:pt x="3170" y="120623"/>
                      <a:pt x="3444" y="120349"/>
                    </a:cubicBezTo>
                    <a:lnTo>
                      <a:pt x="5272" y="118520"/>
                    </a:lnTo>
                    <a:cubicBezTo>
                      <a:pt x="5455" y="118337"/>
                      <a:pt x="5562" y="118094"/>
                      <a:pt x="5562" y="117835"/>
                    </a:cubicBezTo>
                    <a:cubicBezTo>
                      <a:pt x="5562" y="117576"/>
                      <a:pt x="5455" y="117332"/>
                      <a:pt x="5272" y="117149"/>
                    </a:cubicBezTo>
                    <a:lnTo>
                      <a:pt x="579" y="112456"/>
                    </a:lnTo>
                    <a:cubicBezTo>
                      <a:pt x="320" y="112213"/>
                      <a:pt x="320" y="111801"/>
                      <a:pt x="579" y="111527"/>
                    </a:cubicBezTo>
                    <a:lnTo>
                      <a:pt x="6445" y="105661"/>
                    </a:lnTo>
                    <a:cubicBezTo>
                      <a:pt x="6575" y="105532"/>
                      <a:pt x="6742" y="105467"/>
                      <a:pt x="6912" y="105467"/>
                    </a:cubicBezTo>
                    <a:cubicBezTo>
                      <a:pt x="7081" y="105467"/>
                      <a:pt x="7253" y="105532"/>
                      <a:pt x="7390" y="105661"/>
                    </a:cubicBezTo>
                    <a:lnTo>
                      <a:pt x="12067" y="110354"/>
                    </a:lnTo>
                    <a:cubicBezTo>
                      <a:pt x="12265" y="110537"/>
                      <a:pt x="12494" y="110643"/>
                      <a:pt x="12753" y="110643"/>
                    </a:cubicBezTo>
                    <a:cubicBezTo>
                      <a:pt x="13027" y="110643"/>
                      <a:pt x="13256" y="110537"/>
                      <a:pt x="13439" y="110354"/>
                    </a:cubicBezTo>
                    <a:lnTo>
                      <a:pt x="26831" y="96961"/>
                    </a:lnTo>
                    <a:cubicBezTo>
                      <a:pt x="27014" y="96779"/>
                      <a:pt x="27120" y="96550"/>
                      <a:pt x="27120" y="96276"/>
                    </a:cubicBezTo>
                    <a:lnTo>
                      <a:pt x="27120" y="87469"/>
                    </a:lnTo>
                    <a:cubicBezTo>
                      <a:pt x="27120" y="87287"/>
                      <a:pt x="27166" y="87134"/>
                      <a:pt x="27303" y="86997"/>
                    </a:cubicBezTo>
                    <a:lnTo>
                      <a:pt x="41031" y="73270"/>
                    </a:lnTo>
                    <a:cubicBezTo>
                      <a:pt x="41412" y="72889"/>
                      <a:pt x="41412" y="72279"/>
                      <a:pt x="41031" y="71898"/>
                    </a:cubicBezTo>
                    <a:lnTo>
                      <a:pt x="23571" y="54438"/>
                    </a:lnTo>
                    <a:cubicBezTo>
                      <a:pt x="23312" y="54194"/>
                      <a:pt x="23312" y="53768"/>
                      <a:pt x="23571" y="53509"/>
                    </a:cubicBezTo>
                    <a:lnTo>
                      <a:pt x="37862" y="39217"/>
                    </a:lnTo>
                    <a:cubicBezTo>
                      <a:pt x="37984" y="39095"/>
                      <a:pt x="38155" y="39035"/>
                      <a:pt x="38327" y="39035"/>
                    </a:cubicBezTo>
                    <a:cubicBezTo>
                      <a:pt x="38498" y="39035"/>
                      <a:pt x="38669" y="39095"/>
                      <a:pt x="38791" y="39217"/>
                    </a:cubicBezTo>
                    <a:lnTo>
                      <a:pt x="45373" y="45830"/>
                    </a:lnTo>
                    <a:cubicBezTo>
                      <a:pt x="45571" y="46013"/>
                      <a:pt x="45800" y="46119"/>
                      <a:pt x="46059" y="46119"/>
                    </a:cubicBezTo>
                    <a:cubicBezTo>
                      <a:pt x="46333" y="46119"/>
                      <a:pt x="46562" y="46013"/>
                      <a:pt x="46744" y="45830"/>
                    </a:cubicBezTo>
                    <a:lnTo>
                      <a:pt x="70055" y="22519"/>
                    </a:lnTo>
                    <a:cubicBezTo>
                      <a:pt x="70436" y="22138"/>
                      <a:pt x="70436" y="21528"/>
                      <a:pt x="70055" y="21148"/>
                    </a:cubicBezTo>
                    <a:lnTo>
                      <a:pt x="63473" y="14550"/>
                    </a:lnTo>
                    <a:cubicBezTo>
                      <a:pt x="63199" y="14307"/>
                      <a:pt x="63199" y="13895"/>
                      <a:pt x="63473" y="13621"/>
                    </a:cubicBezTo>
                    <a:lnTo>
                      <a:pt x="76881" y="213"/>
                    </a:lnTo>
                    <a:lnTo>
                      <a:pt x="76668" y="0"/>
                    </a:ln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6" name="Google Shape;266;p8"/>
              <p:cNvSpPr/>
              <p:nvPr/>
            </p:nvSpPr>
            <p:spPr>
              <a:xfrm>
                <a:off x="3934943" y="908175"/>
                <a:ext cx="2925190" cy="3057668"/>
              </a:xfrm>
              <a:custGeom>
                <a:rect b="b" l="l" r="r" t="t"/>
                <a:pathLst>
                  <a:path extrusionOk="0" h="74550" w="71320">
                    <a:moveTo>
                      <a:pt x="71091" y="0"/>
                    </a:moveTo>
                    <a:lnTo>
                      <a:pt x="59679" y="11397"/>
                    </a:lnTo>
                    <a:lnTo>
                      <a:pt x="54895" y="11397"/>
                    </a:lnTo>
                    <a:lnTo>
                      <a:pt x="41015" y="25307"/>
                    </a:lnTo>
                    <a:lnTo>
                      <a:pt x="40954" y="25337"/>
                    </a:lnTo>
                    <a:lnTo>
                      <a:pt x="40954" y="42325"/>
                    </a:lnTo>
                    <a:lnTo>
                      <a:pt x="31767" y="51528"/>
                    </a:lnTo>
                    <a:lnTo>
                      <a:pt x="31721" y="51574"/>
                    </a:lnTo>
                    <a:lnTo>
                      <a:pt x="31721" y="59237"/>
                    </a:lnTo>
                    <a:lnTo>
                      <a:pt x="22824" y="68135"/>
                    </a:lnTo>
                    <a:lnTo>
                      <a:pt x="6186" y="68135"/>
                    </a:lnTo>
                    <a:lnTo>
                      <a:pt x="0" y="74321"/>
                    </a:lnTo>
                    <a:lnTo>
                      <a:pt x="229" y="74549"/>
                    </a:lnTo>
                    <a:lnTo>
                      <a:pt x="6323" y="68455"/>
                    </a:lnTo>
                    <a:lnTo>
                      <a:pt x="22945" y="68455"/>
                    </a:lnTo>
                    <a:lnTo>
                      <a:pt x="31980" y="59420"/>
                    </a:lnTo>
                    <a:lnTo>
                      <a:pt x="32026" y="59374"/>
                    </a:lnTo>
                    <a:lnTo>
                      <a:pt x="32026" y="51695"/>
                    </a:lnTo>
                    <a:lnTo>
                      <a:pt x="41229" y="42508"/>
                    </a:lnTo>
                    <a:lnTo>
                      <a:pt x="41259" y="42463"/>
                    </a:lnTo>
                    <a:lnTo>
                      <a:pt x="41259" y="25475"/>
                    </a:lnTo>
                    <a:lnTo>
                      <a:pt x="55032" y="11732"/>
                    </a:lnTo>
                    <a:lnTo>
                      <a:pt x="59786" y="11732"/>
                    </a:lnTo>
                    <a:lnTo>
                      <a:pt x="71320" y="213"/>
                    </a:lnTo>
                    <a:lnTo>
                      <a:pt x="71091" y="0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7" name="Google Shape;267;p8"/>
              <p:cNvSpPr/>
              <p:nvPr/>
            </p:nvSpPr>
            <p:spPr>
              <a:xfrm>
                <a:off x="2976325" y="930036"/>
                <a:ext cx="4006263" cy="4749291"/>
              </a:xfrm>
              <a:custGeom>
                <a:rect b="b" l="l" r="r" t="t"/>
                <a:pathLst>
                  <a:path extrusionOk="0" h="115794" w="97678">
                    <a:moveTo>
                      <a:pt x="97449" y="0"/>
                    </a:moveTo>
                    <a:lnTo>
                      <a:pt x="76805" y="20645"/>
                    </a:lnTo>
                    <a:lnTo>
                      <a:pt x="76744" y="20691"/>
                    </a:lnTo>
                    <a:lnTo>
                      <a:pt x="76744" y="35927"/>
                    </a:lnTo>
                    <a:lnTo>
                      <a:pt x="63107" y="49563"/>
                    </a:lnTo>
                    <a:lnTo>
                      <a:pt x="63077" y="49608"/>
                    </a:lnTo>
                    <a:lnTo>
                      <a:pt x="63077" y="56571"/>
                    </a:lnTo>
                    <a:lnTo>
                      <a:pt x="61005" y="58659"/>
                    </a:lnTo>
                    <a:lnTo>
                      <a:pt x="61005" y="62407"/>
                    </a:lnTo>
                    <a:lnTo>
                      <a:pt x="52473" y="70939"/>
                    </a:lnTo>
                    <a:lnTo>
                      <a:pt x="52412" y="70969"/>
                    </a:lnTo>
                    <a:lnTo>
                      <a:pt x="52412" y="78541"/>
                    </a:lnTo>
                    <a:lnTo>
                      <a:pt x="46912" y="84057"/>
                    </a:lnTo>
                    <a:lnTo>
                      <a:pt x="46912" y="89633"/>
                    </a:lnTo>
                    <a:lnTo>
                      <a:pt x="33123" y="103406"/>
                    </a:lnTo>
                    <a:lnTo>
                      <a:pt x="12174" y="103406"/>
                    </a:lnTo>
                    <a:lnTo>
                      <a:pt x="0" y="115565"/>
                    </a:lnTo>
                    <a:lnTo>
                      <a:pt x="229" y="115793"/>
                    </a:lnTo>
                    <a:lnTo>
                      <a:pt x="12280" y="103711"/>
                    </a:lnTo>
                    <a:lnTo>
                      <a:pt x="33245" y="103711"/>
                    </a:lnTo>
                    <a:lnTo>
                      <a:pt x="47155" y="89801"/>
                    </a:lnTo>
                    <a:lnTo>
                      <a:pt x="47216" y="89770"/>
                    </a:lnTo>
                    <a:lnTo>
                      <a:pt x="47216" y="84179"/>
                    </a:lnTo>
                    <a:lnTo>
                      <a:pt x="52732" y="78663"/>
                    </a:lnTo>
                    <a:lnTo>
                      <a:pt x="52732" y="71106"/>
                    </a:lnTo>
                    <a:lnTo>
                      <a:pt x="61264" y="62574"/>
                    </a:lnTo>
                    <a:lnTo>
                      <a:pt x="61310" y="62513"/>
                    </a:lnTo>
                    <a:lnTo>
                      <a:pt x="61310" y="58780"/>
                    </a:lnTo>
                    <a:lnTo>
                      <a:pt x="63382" y="56708"/>
                    </a:lnTo>
                    <a:lnTo>
                      <a:pt x="63382" y="49730"/>
                    </a:lnTo>
                    <a:lnTo>
                      <a:pt x="77018" y="36109"/>
                    </a:lnTo>
                    <a:lnTo>
                      <a:pt x="77048" y="36064"/>
                    </a:lnTo>
                    <a:lnTo>
                      <a:pt x="77048" y="20828"/>
                    </a:lnTo>
                    <a:lnTo>
                      <a:pt x="97678" y="198"/>
                    </a:lnTo>
                    <a:lnTo>
                      <a:pt x="97449" y="0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268" name="Google Shape;268;p8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Custom Layout">
  <p:cSld name="3_Custom Layout"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9"/>
          <p:cNvSpPr/>
          <p:nvPr>
            <p:ph idx="2" type="pic"/>
          </p:nvPr>
        </p:nvSpPr>
        <p:spPr>
          <a:xfrm>
            <a:off x="4310745" y="2238827"/>
            <a:ext cx="4920335" cy="3298285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pic>
        <p:nvPicPr>
          <p:cNvPr id="271" name="Google Shape;271;p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2" name="Google Shape;272;p9"/>
          <p:cNvGrpSpPr/>
          <p:nvPr/>
        </p:nvGrpSpPr>
        <p:grpSpPr>
          <a:xfrm>
            <a:off x="-1607561" y="-3646040"/>
            <a:ext cx="10823409" cy="7799545"/>
            <a:chOff x="-1180406" y="-2565680"/>
            <a:chExt cx="8117556" cy="5849659"/>
          </a:xfrm>
        </p:grpSpPr>
        <p:sp>
          <p:nvSpPr>
            <p:cNvPr id="273" name="Google Shape;273;p9"/>
            <p:cNvSpPr/>
            <p:nvPr/>
          </p:nvSpPr>
          <p:spPr>
            <a:xfrm rot="10221728">
              <a:off x="-981122" y="-549008"/>
              <a:ext cx="3045481" cy="2637398"/>
            </a:xfrm>
            <a:custGeom>
              <a:rect b="b" l="l" r="r" t="t"/>
              <a:pathLst>
                <a:path extrusionOk="0" h="44413" w="51285">
                  <a:moveTo>
                    <a:pt x="12814" y="0"/>
                  </a:moveTo>
                  <a:lnTo>
                    <a:pt x="0" y="22199"/>
                  </a:lnTo>
                  <a:lnTo>
                    <a:pt x="12814" y="44413"/>
                  </a:lnTo>
                  <a:lnTo>
                    <a:pt x="38471" y="44413"/>
                  </a:lnTo>
                  <a:lnTo>
                    <a:pt x="51285" y="22199"/>
                  </a:lnTo>
                  <a:lnTo>
                    <a:pt x="38471" y="0"/>
                  </a:lnTo>
                  <a:close/>
                </a:path>
              </a:pathLst>
            </a:custGeom>
            <a:gradFill>
              <a:gsLst>
                <a:gs pos="0">
                  <a:srgbClr val="F5F8FF"/>
                </a:gs>
                <a:gs pos="22000">
                  <a:srgbClr val="F5F8FF"/>
                </a:gs>
                <a:gs pos="45000">
                  <a:srgbClr val="FFFFFF">
                    <a:alpha val="0"/>
                  </a:srgbClr>
                </a:gs>
                <a:gs pos="100000">
                  <a:srgbClr val="F50403"/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4" name="Google Shape;274;p9"/>
            <p:cNvSpPr/>
            <p:nvPr/>
          </p:nvSpPr>
          <p:spPr>
            <a:xfrm>
              <a:off x="-289323" y="-166742"/>
              <a:ext cx="1421047" cy="2833357"/>
            </a:xfrm>
            <a:custGeom>
              <a:rect b="b" l="l" r="r" t="t"/>
              <a:pathLst>
                <a:path extrusionOk="0" h="69081" w="34647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>
              <a:gsLst>
                <a:gs pos="0">
                  <a:srgbClr val="F50403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5" name="Google Shape;275;p9"/>
            <p:cNvSpPr/>
            <p:nvPr/>
          </p:nvSpPr>
          <p:spPr>
            <a:xfrm rot="2700000">
              <a:off x="917817" y="-2200499"/>
              <a:ext cx="3153371" cy="5119296"/>
            </a:xfrm>
            <a:custGeom>
              <a:rect b="b" l="l" r="r" t="t"/>
              <a:pathLst>
                <a:path extrusionOk="0" h="124813" w="76882">
                  <a:moveTo>
                    <a:pt x="76668" y="0"/>
                  </a:moveTo>
                  <a:lnTo>
                    <a:pt x="63260" y="13408"/>
                  </a:lnTo>
                  <a:cubicBezTo>
                    <a:pt x="62879" y="13789"/>
                    <a:pt x="62879" y="14398"/>
                    <a:pt x="63260" y="14779"/>
                  </a:cubicBezTo>
                  <a:lnTo>
                    <a:pt x="69857" y="21376"/>
                  </a:lnTo>
                  <a:cubicBezTo>
                    <a:pt x="70116" y="21620"/>
                    <a:pt x="70116" y="22046"/>
                    <a:pt x="69857" y="22305"/>
                  </a:cubicBezTo>
                  <a:lnTo>
                    <a:pt x="46546" y="45616"/>
                  </a:lnTo>
                  <a:cubicBezTo>
                    <a:pt x="46417" y="45738"/>
                    <a:pt x="46245" y="45799"/>
                    <a:pt x="46074" y="45799"/>
                  </a:cubicBezTo>
                  <a:cubicBezTo>
                    <a:pt x="45903" y="45799"/>
                    <a:pt x="45731" y="45738"/>
                    <a:pt x="45602" y="45616"/>
                  </a:cubicBezTo>
                  <a:lnTo>
                    <a:pt x="39020" y="39019"/>
                  </a:lnTo>
                  <a:cubicBezTo>
                    <a:pt x="38822" y="38836"/>
                    <a:pt x="38593" y="38745"/>
                    <a:pt x="38334" y="38745"/>
                  </a:cubicBezTo>
                  <a:cubicBezTo>
                    <a:pt x="38060" y="38745"/>
                    <a:pt x="37831" y="38836"/>
                    <a:pt x="37649" y="39019"/>
                  </a:cubicBezTo>
                  <a:lnTo>
                    <a:pt x="23357" y="53311"/>
                  </a:lnTo>
                  <a:cubicBezTo>
                    <a:pt x="22976" y="53691"/>
                    <a:pt x="22976" y="54301"/>
                    <a:pt x="23357" y="54682"/>
                  </a:cubicBezTo>
                  <a:lnTo>
                    <a:pt x="40833" y="72142"/>
                  </a:lnTo>
                  <a:cubicBezTo>
                    <a:pt x="40939" y="72279"/>
                    <a:pt x="41016" y="72432"/>
                    <a:pt x="41016" y="72614"/>
                  </a:cubicBezTo>
                  <a:cubicBezTo>
                    <a:pt x="41016" y="72812"/>
                    <a:pt x="40955" y="72965"/>
                    <a:pt x="40833" y="73102"/>
                  </a:cubicBezTo>
                  <a:lnTo>
                    <a:pt x="27090" y="86830"/>
                  </a:lnTo>
                  <a:cubicBezTo>
                    <a:pt x="26907" y="87028"/>
                    <a:pt x="26816" y="87256"/>
                    <a:pt x="26816" y="87515"/>
                  </a:cubicBezTo>
                  <a:lnTo>
                    <a:pt x="26816" y="96276"/>
                  </a:lnTo>
                  <a:cubicBezTo>
                    <a:pt x="26816" y="96459"/>
                    <a:pt x="26755" y="96611"/>
                    <a:pt x="26618" y="96748"/>
                  </a:cubicBezTo>
                  <a:lnTo>
                    <a:pt x="13225" y="110140"/>
                  </a:lnTo>
                  <a:cubicBezTo>
                    <a:pt x="13103" y="110270"/>
                    <a:pt x="12940" y="110335"/>
                    <a:pt x="12772" y="110335"/>
                  </a:cubicBezTo>
                  <a:cubicBezTo>
                    <a:pt x="12604" y="110335"/>
                    <a:pt x="12433" y="110270"/>
                    <a:pt x="12296" y="110140"/>
                  </a:cubicBezTo>
                  <a:lnTo>
                    <a:pt x="7618" y="105448"/>
                  </a:lnTo>
                  <a:cubicBezTo>
                    <a:pt x="7428" y="105257"/>
                    <a:pt x="7180" y="105162"/>
                    <a:pt x="6933" y="105162"/>
                  </a:cubicBezTo>
                  <a:cubicBezTo>
                    <a:pt x="6685" y="105162"/>
                    <a:pt x="6438" y="105257"/>
                    <a:pt x="6247" y="105448"/>
                  </a:cubicBezTo>
                  <a:lnTo>
                    <a:pt x="381" y="111314"/>
                  </a:lnTo>
                  <a:cubicBezTo>
                    <a:pt x="1" y="111695"/>
                    <a:pt x="1" y="112304"/>
                    <a:pt x="381" y="112685"/>
                  </a:cubicBezTo>
                  <a:lnTo>
                    <a:pt x="5059" y="117378"/>
                  </a:lnTo>
                  <a:cubicBezTo>
                    <a:pt x="5181" y="117515"/>
                    <a:pt x="5257" y="117667"/>
                    <a:pt x="5257" y="117850"/>
                  </a:cubicBezTo>
                  <a:cubicBezTo>
                    <a:pt x="5257" y="118048"/>
                    <a:pt x="5196" y="118200"/>
                    <a:pt x="5059" y="118322"/>
                  </a:cubicBezTo>
                  <a:lnTo>
                    <a:pt x="3231" y="120150"/>
                  </a:lnTo>
                  <a:cubicBezTo>
                    <a:pt x="2850" y="120531"/>
                    <a:pt x="2850" y="121141"/>
                    <a:pt x="3231" y="121522"/>
                  </a:cubicBezTo>
                  <a:lnTo>
                    <a:pt x="5059" y="123365"/>
                  </a:lnTo>
                  <a:cubicBezTo>
                    <a:pt x="5333" y="123609"/>
                    <a:pt x="5333" y="124020"/>
                    <a:pt x="5059" y="124295"/>
                  </a:cubicBezTo>
                  <a:cubicBezTo>
                    <a:pt x="4914" y="124432"/>
                    <a:pt x="4754" y="124489"/>
                    <a:pt x="4602" y="124489"/>
                  </a:cubicBezTo>
                  <a:cubicBezTo>
                    <a:pt x="4449" y="124489"/>
                    <a:pt x="4305" y="124432"/>
                    <a:pt x="4190" y="124340"/>
                  </a:cubicBezTo>
                  <a:cubicBezTo>
                    <a:pt x="3962" y="124173"/>
                    <a:pt x="3825" y="123838"/>
                    <a:pt x="4038" y="123487"/>
                  </a:cubicBezTo>
                  <a:lnTo>
                    <a:pt x="3764" y="123335"/>
                  </a:lnTo>
                  <a:lnTo>
                    <a:pt x="3764" y="123335"/>
                  </a:lnTo>
                  <a:cubicBezTo>
                    <a:pt x="3459" y="123838"/>
                    <a:pt x="3672" y="124356"/>
                    <a:pt x="3992" y="124599"/>
                  </a:cubicBezTo>
                  <a:cubicBezTo>
                    <a:pt x="4175" y="124736"/>
                    <a:pt x="4373" y="124813"/>
                    <a:pt x="4602" y="124813"/>
                  </a:cubicBezTo>
                  <a:cubicBezTo>
                    <a:pt x="4830" y="124813"/>
                    <a:pt x="5059" y="124736"/>
                    <a:pt x="5272" y="124477"/>
                  </a:cubicBezTo>
                  <a:cubicBezTo>
                    <a:pt x="5455" y="124295"/>
                    <a:pt x="5562" y="124066"/>
                    <a:pt x="5562" y="123792"/>
                  </a:cubicBezTo>
                  <a:cubicBezTo>
                    <a:pt x="5562" y="123533"/>
                    <a:pt x="5455" y="123304"/>
                    <a:pt x="5272" y="123106"/>
                  </a:cubicBezTo>
                  <a:lnTo>
                    <a:pt x="3444" y="121278"/>
                  </a:lnTo>
                  <a:cubicBezTo>
                    <a:pt x="3170" y="121034"/>
                    <a:pt x="3170" y="120623"/>
                    <a:pt x="3444" y="120349"/>
                  </a:cubicBezTo>
                  <a:lnTo>
                    <a:pt x="5272" y="118520"/>
                  </a:lnTo>
                  <a:cubicBezTo>
                    <a:pt x="5455" y="118337"/>
                    <a:pt x="5562" y="118094"/>
                    <a:pt x="5562" y="117835"/>
                  </a:cubicBezTo>
                  <a:cubicBezTo>
                    <a:pt x="5562" y="117576"/>
                    <a:pt x="5455" y="117332"/>
                    <a:pt x="5272" y="117149"/>
                  </a:cubicBezTo>
                  <a:lnTo>
                    <a:pt x="579" y="112456"/>
                  </a:lnTo>
                  <a:cubicBezTo>
                    <a:pt x="320" y="112213"/>
                    <a:pt x="320" y="111801"/>
                    <a:pt x="579" y="111527"/>
                  </a:cubicBezTo>
                  <a:lnTo>
                    <a:pt x="6445" y="105661"/>
                  </a:lnTo>
                  <a:cubicBezTo>
                    <a:pt x="6575" y="105532"/>
                    <a:pt x="6742" y="105467"/>
                    <a:pt x="6912" y="105467"/>
                  </a:cubicBezTo>
                  <a:cubicBezTo>
                    <a:pt x="7081" y="105467"/>
                    <a:pt x="7253" y="105532"/>
                    <a:pt x="7390" y="105661"/>
                  </a:cubicBezTo>
                  <a:lnTo>
                    <a:pt x="12067" y="110354"/>
                  </a:lnTo>
                  <a:cubicBezTo>
                    <a:pt x="12265" y="110537"/>
                    <a:pt x="12494" y="110643"/>
                    <a:pt x="12753" y="110643"/>
                  </a:cubicBezTo>
                  <a:cubicBezTo>
                    <a:pt x="13027" y="110643"/>
                    <a:pt x="13256" y="110537"/>
                    <a:pt x="13439" y="110354"/>
                  </a:cubicBezTo>
                  <a:lnTo>
                    <a:pt x="26831" y="96961"/>
                  </a:lnTo>
                  <a:cubicBezTo>
                    <a:pt x="27014" y="96779"/>
                    <a:pt x="27120" y="96550"/>
                    <a:pt x="27120" y="96276"/>
                  </a:cubicBezTo>
                  <a:lnTo>
                    <a:pt x="27120" y="87469"/>
                  </a:lnTo>
                  <a:cubicBezTo>
                    <a:pt x="27120" y="87287"/>
                    <a:pt x="27166" y="87134"/>
                    <a:pt x="27303" y="86997"/>
                  </a:cubicBezTo>
                  <a:lnTo>
                    <a:pt x="41031" y="73270"/>
                  </a:lnTo>
                  <a:cubicBezTo>
                    <a:pt x="41412" y="72889"/>
                    <a:pt x="41412" y="72279"/>
                    <a:pt x="41031" y="71898"/>
                  </a:cubicBezTo>
                  <a:lnTo>
                    <a:pt x="23571" y="54438"/>
                  </a:lnTo>
                  <a:cubicBezTo>
                    <a:pt x="23312" y="54194"/>
                    <a:pt x="23312" y="53768"/>
                    <a:pt x="23571" y="53509"/>
                  </a:cubicBezTo>
                  <a:lnTo>
                    <a:pt x="37862" y="39217"/>
                  </a:lnTo>
                  <a:cubicBezTo>
                    <a:pt x="37984" y="39095"/>
                    <a:pt x="38155" y="39035"/>
                    <a:pt x="38327" y="39035"/>
                  </a:cubicBezTo>
                  <a:cubicBezTo>
                    <a:pt x="38498" y="39035"/>
                    <a:pt x="38669" y="39095"/>
                    <a:pt x="38791" y="39217"/>
                  </a:cubicBezTo>
                  <a:lnTo>
                    <a:pt x="45373" y="45830"/>
                  </a:lnTo>
                  <a:cubicBezTo>
                    <a:pt x="45571" y="46013"/>
                    <a:pt x="45800" y="46119"/>
                    <a:pt x="46059" y="46119"/>
                  </a:cubicBezTo>
                  <a:cubicBezTo>
                    <a:pt x="46333" y="46119"/>
                    <a:pt x="46562" y="46013"/>
                    <a:pt x="46744" y="45830"/>
                  </a:cubicBezTo>
                  <a:lnTo>
                    <a:pt x="70055" y="22519"/>
                  </a:lnTo>
                  <a:cubicBezTo>
                    <a:pt x="70436" y="22138"/>
                    <a:pt x="70436" y="21528"/>
                    <a:pt x="70055" y="21148"/>
                  </a:cubicBezTo>
                  <a:lnTo>
                    <a:pt x="63473" y="14550"/>
                  </a:lnTo>
                  <a:cubicBezTo>
                    <a:pt x="63199" y="14307"/>
                    <a:pt x="63199" y="13895"/>
                    <a:pt x="63473" y="13621"/>
                  </a:cubicBezTo>
                  <a:lnTo>
                    <a:pt x="76881" y="213"/>
                  </a:lnTo>
                  <a:lnTo>
                    <a:pt x="76668" y="0"/>
                  </a:lnTo>
                  <a:close/>
                </a:path>
              </a:pathLst>
            </a:custGeom>
            <a:gradFill>
              <a:gsLst>
                <a:gs pos="0">
                  <a:srgbClr val="EB9109"/>
                </a:gs>
                <a:gs pos="78000">
                  <a:srgbClr val="F5F8FF"/>
                </a:gs>
                <a:gs pos="100000">
                  <a:srgbClr val="F5F8FF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6" name="Google Shape;276;p9"/>
            <p:cNvSpPr/>
            <p:nvPr/>
          </p:nvSpPr>
          <p:spPr>
            <a:xfrm>
              <a:off x="-201475" y="-361175"/>
              <a:ext cx="7138625" cy="819350"/>
            </a:xfrm>
            <a:custGeom>
              <a:rect b="b" l="l" r="r" t="t"/>
              <a:pathLst>
                <a:path extrusionOk="0" h="32774" w="285545">
                  <a:moveTo>
                    <a:pt x="0" y="32774"/>
                  </a:moveTo>
                  <a:lnTo>
                    <a:pt x="188861" y="32774"/>
                  </a:lnTo>
                  <a:lnTo>
                    <a:pt x="221636" y="0"/>
                  </a:lnTo>
                  <a:lnTo>
                    <a:pt x="285545" y="0"/>
                  </a:lnTo>
                </a:path>
              </a:pathLst>
            </a:custGeom>
            <a:noFill/>
            <a:ln cap="flat" cmpd="sng" w="9525">
              <a:solidFill>
                <a:srgbClr val="F5040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7" name="Google Shape;277;p9"/>
            <p:cNvSpPr/>
            <p:nvPr/>
          </p:nvSpPr>
          <p:spPr>
            <a:xfrm rot="5400000">
              <a:off x="1110859" y="-1245788"/>
              <a:ext cx="577450" cy="3045475"/>
            </a:xfrm>
            <a:custGeom>
              <a:rect b="b" l="l" r="r" t="t"/>
              <a:pathLst>
                <a:path extrusionOk="0" h="48146" w="14079">
                  <a:moveTo>
                    <a:pt x="13866" y="0"/>
                  </a:moveTo>
                  <a:lnTo>
                    <a:pt x="5867" y="7999"/>
                  </a:lnTo>
                  <a:lnTo>
                    <a:pt x="5836" y="8045"/>
                  </a:lnTo>
                  <a:lnTo>
                    <a:pt x="5836" y="31737"/>
                  </a:lnTo>
                  <a:lnTo>
                    <a:pt x="1" y="37541"/>
                  </a:lnTo>
                  <a:lnTo>
                    <a:pt x="1" y="48146"/>
                  </a:lnTo>
                  <a:lnTo>
                    <a:pt x="306" y="48146"/>
                  </a:lnTo>
                  <a:lnTo>
                    <a:pt x="306" y="37679"/>
                  </a:lnTo>
                  <a:lnTo>
                    <a:pt x="6141" y="31874"/>
                  </a:lnTo>
                  <a:lnTo>
                    <a:pt x="6141" y="8167"/>
                  </a:lnTo>
                  <a:lnTo>
                    <a:pt x="14079" y="229"/>
                  </a:lnTo>
                  <a:lnTo>
                    <a:pt x="13866" y="0"/>
                  </a:lnTo>
                  <a:close/>
                </a:path>
              </a:pathLst>
            </a:custGeom>
            <a:gradFill>
              <a:gsLst>
                <a:gs pos="0">
                  <a:srgbClr val="F50403"/>
                </a:gs>
                <a:gs pos="100000">
                  <a:srgbClr val="FFFFFF">
                    <a:alpha val="0"/>
                  </a:srgbClr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8" name="Google Shape;278;p9"/>
            <p:cNvSpPr/>
            <p:nvPr/>
          </p:nvSpPr>
          <p:spPr>
            <a:xfrm rot="5400000">
              <a:off x="654013" y="-781254"/>
              <a:ext cx="687411" cy="2731351"/>
            </a:xfrm>
            <a:custGeom>
              <a:rect b="b" l="l" r="r" t="t"/>
              <a:pathLst>
                <a:path extrusionOk="0" h="43180" w="16760">
                  <a:moveTo>
                    <a:pt x="16531" y="1"/>
                  </a:moveTo>
                  <a:lnTo>
                    <a:pt x="4403" y="12159"/>
                  </a:lnTo>
                  <a:lnTo>
                    <a:pt x="4342" y="12190"/>
                  </a:lnTo>
                  <a:lnTo>
                    <a:pt x="4342" y="25734"/>
                  </a:lnTo>
                  <a:lnTo>
                    <a:pt x="0" y="30077"/>
                  </a:lnTo>
                  <a:lnTo>
                    <a:pt x="8746" y="38822"/>
                  </a:lnTo>
                  <a:lnTo>
                    <a:pt x="8746" y="43180"/>
                  </a:lnTo>
                  <a:lnTo>
                    <a:pt x="9066" y="43180"/>
                  </a:lnTo>
                  <a:lnTo>
                    <a:pt x="9066" y="38700"/>
                  </a:lnTo>
                  <a:lnTo>
                    <a:pt x="442" y="30077"/>
                  </a:lnTo>
                  <a:lnTo>
                    <a:pt x="4662" y="25872"/>
                  </a:lnTo>
                  <a:lnTo>
                    <a:pt x="4662" y="12327"/>
                  </a:lnTo>
                  <a:lnTo>
                    <a:pt x="16760" y="230"/>
                  </a:lnTo>
                  <a:lnTo>
                    <a:pt x="16531" y="1"/>
                  </a:lnTo>
                  <a:close/>
                </a:path>
              </a:pathLst>
            </a:custGeom>
            <a:gradFill>
              <a:gsLst>
                <a:gs pos="0">
                  <a:srgbClr val="F50403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79" name="Google Shape;279;p9"/>
            <p:cNvGrpSpPr/>
            <p:nvPr/>
          </p:nvGrpSpPr>
          <p:grpSpPr>
            <a:xfrm flipH="1">
              <a:off x="4446909" y="391151"/>
              <a:ext cx="134044" cy="134013"/>
              <a:chOff x="1101075" y="2142375"/>
              <a:chExt cx="439200" cy="439100"/>
            </a:xfrm>
          </p:grpSpPr>
          <p:sp>
            <p:nvSpPr>
              <p:cNvPr id="280" name="Google Shape;280;p9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1" name="Google Shape;281;p9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82" name="Google Shape;282;p9"/>
            <p:cNvGrpSpPr/>
            <p:nvPr/>
          </p:nvGrpSpPr>
          <p:grpSpPr>
            <a:xfrm flipH="1">
              <a:off x="1373609" y="694563"/>
              <a:ext cx="134044" cy="134013"/>
              <a:chOff x="1101075" y="2142375"/>
              <a:chExt cx="439200" cy="439100"/>
            </a:xfrm>
          </p:grpSpPr>
          <p:sp>
            <p:nvSpPr>
              <p:cNvPr id="283" name="Google Shape;283;p9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4" name="Google Shape;284;p9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85" name="Google Shape;285;p9"/>
            <p:cNvGrpSpPr/>
            <p:nvPr/>
          </p:nvGrpSpPr>
          <p:grpSpPr>
            <a:xfrm flipH="1">
              <a:off x="1086834" y="957463"/>
              <a:ext cx="134044" cy="134013"/>
              <a:chOff x="1101075" y="2142375"/>
              <a:chExt cx="439200" cy="439100"/>
            </a:xfrm>
          </p:grpSpPr>
          <p:sp>
            <p:nvSpPr>
              <p:cNvPr id="286" name="Google Shape;286;p9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7" name="Google Shape;287;p9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88" name="Google Shape;288;p9"/>
            <p:cNvGrpSpPr/>
            <p:nvPr/>
          </p:nvGrpSpPr>
          <p:grpSpPr>
            <a:xfrm flipH="1">
              <a:off x="277709" y="957463"/>
              <a:ext cx="134044" cy="134013"/>
              <a:chOff x="1101075" y="2142375"/>
              <a:chExt cx="439200" cy="439100"/>
            </a:xfrm>
          </p:grpSpPr>
          <p:sp>
            <p:nvSpPr>
              <p:cNvPr id="289" name="Google Shape;289;p9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0" name="Google Shape;290;p9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91" name="Google Shape;291;p9"/>
            <p:cNvGrpSpPr/>
            <p:nvPr/>
          </p:nvGrpSpPr>
          <p:grpSpPr>
            <a:xfrm flipH="1">
              <a:off x="277709" y="640813"/>
              <a:ext cx="134044" cy="134013"/>
              <a:chOff x="1101075" y="2142375"/>
              <a:chExt cx="439200" cy="439100"/>
            </a:xfrm>
          </p:grpSpPr>
          <p:sp>
            <p:nvSpPr>
              <p:cNvPr id="292" name="Google Shape;292;p9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3" name="Google Shape;293;p9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pic>
        <p:nvPicPr>
          <p:cNvPr id="294" name="Google Shape;294;p9"/>
          <p:cNvPicPr preferRelativeResize="0"/>
          <p:nvPr/>
        </p:nvPicPr>
        <p:blipFill rotWithShape="1">
          <a:blip r:embed="rId3">
            <a:alphaModFix/>
          </a:blip>
          <a:srcRect b="17662" l="0" r="0" t="17657"/>
          <a:stretch/>
        </p:blipFill>
        <p:spPr>
          <a:xfrm rot="-7778255">
            <a:off x="-3534446" y="-1919228"/>
            <a:ext cx="7140905" cy="5450109"/>
          </a:xfrm>
          <a:prstGeom prst="rect">
            <a:avLst/>
          </a:prstGeom>
          <a:noFill/>
          <a:ln>
            <a:noFill/>
          </a:ln>
        </p:spPr>
      </p:pic>
      <p:sp>
        <p:nvSpPr>
          <p:cNvPr id="295" name="Google Shape;295;p9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_Custom Layout">
  <p:cSld name="7_Custom Layout"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10"/>
          <p:cNvSpPr/>
          <p:nvPr>
            <p:ph idx="2" type="pic"/>
          </p:nvPr>
        </p:nvSpPr>
        <p:spPr>
          <a:xfrm>
            <a:off x="610699" y="0"/>
            <a:ext cx="3680335" cy="3982461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pic>
        <p:nvPicPr>
          <p:cNvPr id="298" name="Google Shape;298;p1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9" name="Google Shape;299;p10"/>
          <p:cNvGrpSpPr/>
          <p:nvPr/>
        </p:nvGrpSpPr>
        <p:grpSpPr>
          <a:xfrm>
            <a:off x="-693530" y="-764219"/>
            <a:ext cx="2003055" cy="3742456"/>
            <a:chOff x="-367748" y="-573164"/>
            <a:chExt cx="1502291" cy="2806842"/>
          </a:xfrm>
        </p:grpSpPr>
        <p:grpSp>
          <p:nvGrpSpPr>
            <p:cNvPr id="300" name="Google Shape;300;p10"/>
            <p:cNvGrpSpPr/>
            <p:nvPr/>
          </p:nvGrpSpPr>
          <p:grpSpPr>
            <a:xfrm rot="10800000">
              <a:off x="-191449" y="1507557"/>
              <a:ext cx="904666" cy="726121"/>
              <a:chOff x="7945225" y="4302000"/>
              <a:chExt cx="904666" cy="726121"/>
            </a:xfrm>
          </p:grpSpPr>
          <p:sp>
            <p:nvSpPr>
              <p:cNvPr id="301" name="Google Shape;301;p10"/>
              <p:cNvSpPr/>
              <p:nvPr/>
            </p:nvSpPr>
            <p:spPr>
              <a:xfrm>
                <a:off x="8176775" y="4445200"/>
                <a:ext cx="673116" cy="582921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F50403">
                      <a:alpha val="45882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2" name="Google Shape;302;p10"/>
              <p:cNvSpPr/>
              <p:nvPr/>
            </p:nvSpPr>
            <p:spPr>
              <a:xfrm>
                <a:off x="8164350" y="4302000"/>
                <a:ext cx="480925" cy="416483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F50403"/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3" name="Google Shape;303;p10"/>
              <p:cNvSpPr/>
              <p:nvPr/>
            </p:nvSpPr>
            <p:spPr>
              <a:xfrm>
                <a:off x="7945225" y="4445200"/>
                <a:ext cx="480925" cy="416483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F50403"/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04" name="Google Shape;304;p10"/>
            <p:cNvSpPr/>
            <p:nvPr/>
          </p:nvSpPr>
          <p:spPr>
            <a:xfrm>
              <a:off x="152767" y="-572549"/>
              <a:ext cx="981776" cy="2307791"/>
            </a:xfrm>
            <a:custGeom>
              <a:rect b="b" l="l" r="r" t="t"/>
              <a:pathLst>
                <a:path extrusionOk="0" h="56267" w="23937">
                  <a:moveTo>
                    <a:pt x="12997" y="1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64"/>
                    <a:pt x="23632" y="11321"/>
                    <a:pt x="23632" y="11808"/>
                  </a:cubicBezTo>
                  <a:cubicBezTo>
                    <a:pt x="23632" y="12311"/>
                    <a:pt x="23434" y="12768"/>
                    <a:pt x="23098" y="13104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5"/>
                  </a:lnTo>
                  <a:cubicBezTo>
                    <a:pt x="16547" y="11489"/>
                    <a:pt x="16029" y="11260"/>
                    <a:pt x="15435" y="11260"/>
                  </a:cubicBezTo>
                  <a:cubicBezTo>
                    <a:pt x="14841" y="11260"/>
                    <a:pt x="14307" y="11489"/>
                    <a:pt x="13911" y="11885"/>
                  </a:cubicBezTo>
                  <a:lnTo>
                    <a:pt x="12525" y="13271"/>
                  </a:lnTo>
                  <a:cubicBezTo>
                    <a:pt x="12129" y="13698"/>
                    <a:pt x="11900" y="14231"/>
                    <a:pt x="11900" y="14795"/>
                  </a:cubicBezTo>
                  <a:cubicBezTo>
                    <a:pt x="11900" y="15374"/>
                    <a:pt x="12129" y="15922"/>
                    <a:pt x="12525" y="16318"/>
                  </a:cubicBezTo>
                  <a:cubicBezTo>
                    <a:pt x="12860" y="16669"/>
                    <a:pt x="13058" y="17126"/>
                    <a:pt x="13058" y="17629"/>
                  </a:cubicBezTo>
                  <a:cubicBezTo>
                    <a:pt x="13058" y="18116"/>
                    <a:pt x="12860" y="18573"/>
                    <a:pt x="12525" y="18924"/>
                  </a:cubicBezTo>
                  <a:lnTo>
                    <a:pt x="11489" y="19944"/>
                  </a:lnTo>
                  <a:cubicBezTo>
                    <a:pt x="11154" y="20295"/>
                    <a:pt x="10696" y="20478"/>
                    <a:pt x="10209" y="20478"/>
                  </a:cubicBezTo>
                  <a:lnTo>
                    <a:pt x="9569" y="20478"/>
                  </a:lnTo>
                  <a:cubicBezTo>
                    <a:pt x="8990" y="20478"/>
                    <a:pt x="8457" y="20706"/>
                    <a:pt x="8045" y="21102"/>
                  </a:cubicBezTo>
                  <a:lnTo>
                    <a:pt x="3353" y="25810"/>
                  </a:lnTo>
                  <a:cubicBezTo>
                    <a:pt x="2515" y="26648"/>
                    <a:pt x="2515" y="28004"/>
                    <a:pt x="3353" y="28842"/>
                  </a:cubicBezTo>
                  <a:lnTo>
                    <a:pt x="10529" y="36018"/>
                  </a:lnTo>
                  <a:cubicBezTo>
                    <a:pt x="10864" y="36369"/>
                    <a:pt x="11062" y="36826"/>
                    <a:pt x="11062" y="37313"/>
                  </a:cubicBezTo>
                  <a:cubicBezTo>
                    <a:pt x="11062" y="37801"/>
                    <a:pt x="10864" y="38273"/>
                    <a:pt x="10529" y="38608"/>
                  </a:cubicBezTo>
                  <a:lnTo>
                    <a:pt x="8198" y="40940"/>
                  </a:lnTo>
                  <a:cubicBezTo>
                    <a:pt x="7802" y="41351"/>
                    <a:pt x="7573" y="41884"/>
                    <a:pt x="7573" y="42463"/>
                  </a:cubicBezTo>
                  <a:lnTo>
                    <a:pt x="7573" y="47720"/>
                  </a:lnTo>
                  <a:cubicBezTo>
                    <a:pt x="7573" y="48207"/>
                    <a:pt x="7390" y="48664"/>
                    <a:pt x="7040" y="49015"/>
                  </a:cubicBezTo>
                  <a:lnTo>
                    <a:pt x="1" y="56054"/>
                  </a:lnTo>
                  <a:lnTo>
                    <a:pt x="199" y="56267"/>
                  </a:lnTo>
                  <a:lnTo>
                    <a:pt x="7268" y="49274"/>
                  </a:lnTo>
                  <a:cubicBezTo>
                    <a:pt x="7664" y="48862"/>
                    <a:pt x="7893" y="48329"/>
                    <a:pt x="7893" y="47750"/>
                  </a:cubicBezTo>
                  <a:lnTo>
                    <a:pt x="7893" y="42494"/>
                  </a:lnTo>
                  <a:cubicBezTo>
                    <a:pt x="7893" y="42006"/>
                    <a:pt x="8091" y="41549"/>
                    <a:pt x="8426" y="41199"/>
                  </a:cubicBezTo>
                  <a:lnTo>
                    <a:pt x="10757" y="38883"/>
                  </a:lnTo>
                  <a:cubicBezTo>
                    <a:pt x="11154" y="38456"/>
                    <a:pt x="11382" y="37923"/>
                    <a:pt x="11382" y="37359"/>
                  </a:cubicBezTo>
                  <a:cubicBezTo>
                    <a:pt x="11382" y="36765"/>
                    <a:pt x="11154" y="36232"/>
                    <a:pt x="10757" y="35835"/>
                  </a:cubicBezTo>
                  <a:lnTo>
                    <a:pt x="3581" y="28644"/>
                  </a:lnTo>
                  <a:cubicBezTo>
                    <a:pt x="2850" y="27943"/>
                    <a:pt x="2850" y="26785"/>
                    <a:pt x="3581" y="26054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67"/>
                  </a:lnTo>
                  <a:cubicBezTo>
                    <a:pt x="13149" y="18741"/>
                    <a:pt x="13378" y="18208"/>
                    <a:pt x="13378" y="17644"/>
                  </a:cubicBezTo>
                  <a:cubicBezTo>
                    <a:pt x="13378" y="17050"/>
                    <a:pt x="13149" y="16516"/>
                    <a:pt x="12753" y="16120"/>
                  </a:cubicBezTo>
                  <a:cubicBezTo>
                    <a:pt x="12418" y="15770"/>
                    <a:pt x="12220" y="15313"/>
                    <a:pt x="12220" y="14825"/>
                  </a:cubicBezTo>
                  <a:cubicBezTo>
                    <a:pt x="12220" y="14322"/>
                    <a:pt x="12418" y="13865"/>
                    <a:pt x="12753" y="13530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8" y="11595"/>
                    <a:pt x="16395" y="11793"/>
                    <a:pt x="16730" y="12128"/>
                  </a:cubicBezTo>
                  <a:lnTo>
                    <a:pt x="19107" y="14520"/>
                  </a:lnTo>
                  <a:cubicBezTo>
                    <a:pt x="19526" y="14939"/>
                    <a:pt x="20074" y="15149"/>
                    <a:pt x="20623" y="15149"/>
                  </a:cubicBezTo>
                  <a:cubicBezTo>
                    <a:pt x="21171" y="15149"/>
                    <a:pt x="21720" y="14939"/>
                    <a:pt x="22139" y="14520"/>
                  </a:cubicBezTo>
                  <a:lnTo>
                    <a:pt x="23297" y="13347"/>
                  </a:lnTo>
                  <a:cubicBezTo>
                    <a:pt x="23708" y="12936"/>
                    <a:pt x="23936" y="12403"/>
                    <a:pt x="23936" y="11824"/>
                  </a:cubicBezTo>
                  <a:cubicBezTo>
                    <a:pt x="23936" y="11260"/>
                    <a:pt x="23708" y="10711"/>
                    <a:pt x="23297" y="10300"/>
                  </a:cubicBezTo>
                  <a:lnTo>
                    <a:pt x="12997" y="1"/>
                  </a:lnTo>
                  <a:close/>
                </a:path>
              </a:pathLst>
            </a:custGeom>
            <a:gradFill>
              <a:gsLst>
                <a:gs pos="0">
                  <a:srgbClr val="F50403"/>
                </a:gs>
                <a:gs pos="40000">
                  <a:srgbClr val="F50403">
                    <a:alpha val="4196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5" name="Google Shape;305;p10"/>
            <p:cNvSpPr/>
            <p:nvPr/>
          </p:nvSpPr>
          <p:spPr>
            <a:xfrm>
              <a:off x="-6579" y="-573164"/>
              <a:ext cx="981776" cy="2307791"/>
            </a:xfrm>
            <a:custGeom>
              <a:rect b="b" l="l" r="r" t="t"/>
              <a:pathLst>
                <a:path extrusionOk="0" h="56267" w="23937">
                  <a:moveTo>
                    <a:pt x="12997" y="0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48"/>
                    <a:pt x="23632" y="11305"/>
                    <a:pt x="23632" y="11808"/>
                  </a:cubicBezTo>
                  <a:cubicBezTo>
                    <a:pt x="23632" y="12296"/>
                    <a:pt x="23434" y="12753"/>
                    <a:pt x="23098" y="13103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4"/>
                  </a:lnTo>
                  <a:cubicBezTo>
                    <a:pt x="16547" y="11488"/>
                    <a:pt x="16029" y="11260"/>
                    <a:pt x="15435" y="11260"/>
                  </a:cubicBezTo>
                  <a:cubicBezTo>
                    <a:pt x="14840" y="11260"/>
                    <a:pt x="14307" y="11488"/>
                    <a:pt x="13911" y="11884"/>
                  </a:cubicBezTo>
                  <a:lnTo>
                    <a:pt x="12525" y="13271"/>
                  </a:lnTo>
                  <a:cubicBezTo>
                    <a:pt x="11687" y="14109"/>
                    <a:pt x="11687" y="15465"/>
                    <a:pt x="12525" y="16303"/>
                  </a:cubicBezTo>
                  <a:cubicBezTo>
                    <a:pt x="12860" y="16638"/>
                    <a:pt x="13058" y="17095"/>
                    <a:pt x="13058" y="17598"/>
                  </a:cubicBezTo>
                  <a:cubicBezTo>
                    <a:pt x="13058" y="18085"/>
                    <a:pt x="12860" y="18543"/>
                    <a:pt x="12525" y="18893"/>
                  </a:cubicBezTo>
                  <a:lnTo>
                    <a:pt x="11489" y="19914"/>
                  </a:lnTo>
                  <a:cubicBezTo>
                    <a:pt x="11153" y="20264"/>
                    <a:pt x="10696" y="20447"/>
                    <a:pt x="10193" y="20447"/>
                  </a:cubicBezTo>
                  <a:lnTo>
                    <a:pt x="9569" y="20447"/>
                  </a:lnTo>
                  <a:cubicBezTo>
                    <a:pt x="8975" y="20447"/>
                    <a:pt x="8441" y="20676"/>
                    <a:pt x="8045" y="21087"/>
                  </a:cubicBezTo>
                  <a:lnTo>
                    <a:pt x="3337" y="25780"/>
                  </a:lnTo>
                  <a:cubicBezTo>
                    <a:pt x="2941" y="26206"/>
                    <a:pt x="2713" y="26739"/>
                    <a:pt x="2713" y="27303"/>
                  </a:cubicBezTo>
                  <a:cubicBezTo>
                    <a:pt x="2713" y="27897"/>
                    <a:pt x="2941" y="28431"/>
                    <a:pt x="3337" y="28827"/>
                  </a:cubicBezTo>
                  <a:lnTo>
                    <a:pt x="10529" y="36018"/>
                  </a:lnTo>
                  <a:cubicBezTo>
                    <a:pt x="11245" y="36719"/>
                    <a:pt x="11245" y="37877"/>
                    <a:pt x="10529" y="38608"/>
                  </a:cubicBezTo>
                  <a:lnTo>
                    <a:pt x="8198" y="40924"/>
                  </a:lnTo>
                  <a:cubicBezTo>
                    <a:pt x="7801" y="41351"/>
                    <a:pt x="7573" y="41884"/>
                    <a:pt x="7573" y="42448"/>
                  </a:cubicBezTo>
                  <a:lnTo>
                    <a:pt x="7573" y="47704"/>
                  </a:lnTo>
                  <a:cubicBezTo>
                    <a:pt x="7573" y="48207"/>
                    <a:pt x="7375" y="48664"/>
                    <a:pt x="7040" y="48999"/>
                  </a:cubicBezTo>
                  <a:lnTo>
                    <a:pt x="1" y="56053"/>
                  </a:lnTo>
                  <a:lnTo>
                    <a:pt x="199" y="56267"/>
                  </a:lnTo>
                  <a:lnTo>
                    <a:pt x="7268" y="49212"/>
                  </a:lnTo>
                  <a:cubicBezTo>
                    <a:pt x="7664" y="48801"/>
                    <a:pt x="7893" y="48268"/>
                    <a:pt x="7893" y="47689"/>
                  </a:cubicBezTo>
                  <a:lnTo>
                    <a:pt x="7893" y="42432"/>
                  </a:lnTo>
                  <a:cubicBezTo>
                    <a:pt x="7893" y="41945"/>
                    <a:pt x="8091" y="41473"/>
                    <a:pt x="8426" y="41137"/>
                  </a:cubicBezTo>
                  <a:lnTo>
                    <a:pt x="10757" y="38806"/>
                  </a:lnTo>
                  <a:cubicBezTo>
                    <a:pt x="11595" y="37984"/>
                    <a:pt x="11595" y="36628"/>
                    <a:pt x="10757" y="35790"/>
                  </a:cubicBezTo>
                  <a:lnTo>
                    <a:pt x="3581" y="28598"/>
                  </a:lnTo>
                  <a:cubicBezTo>
                    <a:pt x="3231" y="28263"/>
                    <a:pt x="3048" y="27806"/>
                    <a:pt x="3048" y="27318"/>
                  </a:cubicBezTo>
                  <a:cubicBezTo>
                    <a:pt x="3048" y="26816"/>
                    <a:pt x="3231" y="26359"/>
                    <a:pt x="3581" y="26023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52"/>
                  </a:lnTo>
                  <a:cubicBezTo>
                    <a:pt x="13149" y="18741"/>
                    <a:pt x="13378" y="18207"/>
                    <a:pt x="13378" y="17628"/>
                  </a:cubicBezTo>
                  <a:cubicBezTo>
                    <a:pt x="13378" y="17049"/>
                    <a:pt x="13149" y="16516"/>
                    <a:pt x="12753" y="16105"/>
                  </a:cubicBezTo>
                  <a:cubicBezTo>
                    <a:pt x="12037" y="15404"/>
                    <a:pt x="12037" y="14246"/>
                    <a:pt x="12753" y="13515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7" y="11595"/>
                    <a:pt x="16395" y="11793"/>
                    <a:pt x="16730" y="12128"/>
                  </a:cubicBezTo>
                  <a:lnTo>
                    <a:pt x="19106" y="14505"/>
                  </a:lnTo>
                  <a:cubicBezTo>
                    <a:pt x="19525" y="14924"/>
                    <a:pt x="20074" y="15133"/>
                    <a:pt x="20622" y="15133"/>
                  </a:cubicBezTo>
                  <a:cubicBezTo>
                    <a:pt x="21171" y="15133"/>
                    <a:pt x="21719" y="14924"/>
                    <a:pt x="22138" y="14505"/>
                  </a:cubicBezTo>
                  <a:lnTo>
                    <a:pt x="23296" y="13347"/>
                  </a:lnTo>
                  <a:cubicBezTo>
                    <a:pt x="23708" y="12936"/>
                    <a:pt x="23936" y="12402"/>
                    <a:pt x="23936" y="11823"/>
                  </a:cubicBezTo>
                  <a:cubicBezTo>
                    <a:pt x="23936" y="11229"/>
                    <a:pt x="23708" y="10696"/>
                    <a:pt x="23296" y="10300"/>
                  </a:cubicBezTo>
                  <a:lnTo>
                    <a:pt x="12997" y="0"/>
                  </a:lnTo>
                  <a:close/>
                </a:path>
              </a:pathLst>
            </a:custGeom>
            <a:gradFill>
              <a:gsLst>
                <a:gs pos="0">
                  <a:srgbClr val="F50403">
                    <a:alpha val="6196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06" name="Google Shape;306;p10"/>
            <p:cNvGrpSpPr/>
            <p:nvPr/>
          </p:nvGrpSpPr>
          <p:grpSpPr>
            <a:xfrm rot="10800000">
              <a:off x="-367748" y="-467133"/>
              <a:ext cx="699928" cy="1651024"/>
              <a:chOff x="8337812" y="3492483"/>
              <a:chExt cx="699928" cy="1651024"/>
            </a:xfrm>
          </p:grpSpPr>
          <p:sp>
            <p:nvSpPr>
              <p:cNvPr id="307" name="Google Shape;307;p10"/>
              <p:cNvSpPr/>
              <p:nvPr/>
            </p:nvSpPr>
            <p:spPr>
              <a:xfrm>
                <a:off x="8337812" y="3492483"/>
                <a:ext cx="483116" cy="1013645"/>
              </a:xfrm>
              <a:custGeom>
                <a:rect b="b" l="l" r="r" t="t"/>
                <a:pathLst>
                  <a:path extrusionOk="0" h="24714" w="11779">
                    <a:moveTo>
                      <a:pt x="6735" y="1"/>
                    </a:moveTo>
                    <a:lnTo>
                      <a:pt x="1" y="6750"/>
                    </a:lnTo>
                    <a:lnTo>
                      <a:pt x="229" y="6964"/>
                    </a:lnTo>
                    <a:lnTo>
                      <a:pt x="6415" y="763"/>
                    </a:lnTo>
                    <a:lnTo>
                      <a:pt x="6415" y="13165"/>
                    </a:lnTo>
                    <a:lnTo>
                      <a:pt x="11458" y="13165"/>
                    </a:lnTo>
                    <a:lnTo>
                      <a:pt x="11458" y="24713"/>
                    </a:lnTo>
                    <a:lnTo>
                      <a:pt x="11778" y="24713"/>
                    </a:lnTo>
                    <a:lnTo>
                      <a:pt x="11778" y="12860"/>
                    </a:lnTo>
                    <a:lnTo>
                      <a:pt x="6735" y="12860"/>
                    </a:lnTo>
                    <a:lnTo>
                      <a:pt x="6735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6862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8" name="Google Shape;308;p10"/>
              <p:cNvSpPr/>
              <p:nvPr/>
            </p:nvSpPr>
            <p:spPr>
              <a:xfrm>
                <a:off x="8698380" y="3916789"/>
                <a:ext cx="246869" cy="1226718"/>
              </a:xfrm>
              <a:custGeom>
                <a:rect b="b" l="l" r="r" t="t"/>
                <a:pathLst>
                  <a:path extrusionOk="0" h="29909" w="6019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6862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9" name="Google Shape;309;p10"/>
              <p:cNvSpPr/>
              <p:nvPr/>
            </p:nvSpPr>
            <p:spPr>
              <a:xfrm>
                <a:off x="8790871" y="3823684"/>
                <a:ext cx="246869" cy="1226718"/>
              </a:xfrm>
              <a:custGeom>
                <a:rect b="b" l="l" r="r" t="t"/>
                <a:pathLst>
                  <a:path extrusionOk="0" h="29909" w="6019">
                    <a:moveTo>
                      <a:pt x="1" y="1"/>
                    </a:moveTo>
                    <a:lnTo>
                      <a:pt x="1" y="305"/>
                    </a:lnTo>
                    <a:lnTo>
                      <a:pt x="5714" y="305"/>
                    </a:lnTo>
                    <a:lnTo>
                      <a:pt x="5714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6862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310" name="Google Shape;310;p10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8_Custom Layout">
  <p:cSld name="8_Custom Layout"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11"/>
          <p:cNvSpPr/>
          <p:nvPr>
            <p:ph idx="2" type="pic"/>
          </p:nvPr>
        </p:nvSpPr>
        <p:spPr>
          <a:xfrm>
            <a:off x="727217" y="622898"/>
            <a:ext cx="8333385" cy="2870146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pic>
        <p:nvPicPr>
          <p:cNvPr id="313" name="Google Shape;313;p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sp>
        <p:nvSpPr>
          <p:cNvPr id="314" name="Google Shape;314;p11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_Custom Layout">
  <p:cSld name="9_Custom Layout"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6" name="Google Shape;316;p1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17" name="Google Shape;317;p12"/>
          <p:cNvGrpSpPr/>
          <p:nvPr/>
        </p:nvGrpSpPr>
        <p:grpSpPr>
          <a:xfrm>
            <a:off x="-680840" y="-2290632"/>
            <a:ext cx="5862925" cy="5562209"/>
            <a:chOff x="-494405" y="-1584825"/>
            <a:chExt cx="4397193" cy="4171657"/>
          </a:xfrm>
        </p:grpSpPr>
        <p:grpSp>
          <p:nvGrpSpPr>
            <p:cNvPr id="318" name="Google Shape;318;p12"/>
            <p:cNvGrpSpPr/>
            <p:nvPr/>
          </p:nvGrpSpPr>
          <p:grpSpPr>
            <a:xfrm>
              <a:off x="-494405" y="-252396"/>
              <a:ext cx="1741563" cy="1288563"/>
              <a:chOff x="-494405" y="-252396"/>
              <a:chExt cx="1741563" cy="1288563"/>
            </a:xfrm>
          </p:grpSpPr>
          <p:sp>
            <p:nvSpPr>
              <p:cNvPr id="319" name="Google Shape;319;p12"/>
              <p:cNvSpPr/>
              <p:nvPr/>
            </p:nvSpPr>
            <p:spPr>
              <a:xfrm rot="2700000">
                <a:off x="-315569" y="-53821"/>
                <a:ext cx="930891" cy="891412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F5F8FF"/>
                  </a:gs>
                  <a:gs pos="18000">
                    <a:srgbClr val="F5F8FF"/>
                  </a:gs>
                  <a:gs pos="56000">
                    <a:srgbClr val="FFFFFF">
                      <a:alpha val="0"/>
                    </a:srgbClr>
                  </a:gs>
                  <a:gs pos="74000">
                    <a:srgbClr val="F5F8FF"/>
                  </a:gs>
                  <a:gs pos="100000">
                    <a:srgbClr val="F50403"/>
                  </a:gs>
                </a:gsLst>
                <a:path path="circle">
                  <a:fillToRect b="100%" l="0%" r="100%" t="0%"/>
                </a:path>
                <a:tileRect b="0%" l="-100%" r="0%" t="-100%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0" name="Google Shape;320;p12"/>
              <p:cNvSpPr/>
              <p:nvPr/>
            </p:nvSpPr>
            <p:spPr>
              <a:xfrm rot="2700000">
                <a:off x="137431" y="-53821"/>
                <a:ext cx="930891" cy="891412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F5F8FF"/>
                  </a:gs>
                  <a:gs pos="18000">
                    <a:srgbClr val="F5F8FF"/>
                  </a:gs>
                  <a:gs pos="56000">
                    <a:srgbClr val="FFFFFF">
                      <a:alpha val="0"/>
                    </a:srgbClr>
                  </a:gs>
                  <a:gs pos="74000">
                    <a:srgbClr val="F5F8FF"/>
                  </a:gs>
                  <a:gs pos="100000">
                    <a:srgbClr val="F50403"/>
                  </a:gs>
                </a:gsLst>
                <a:path path="circle">
                  <a:fillToRect b="100%" l="0%" r="100%" t="0%"/>
                </a:path>
                <a:tileRect b="0%" l="-100%" r="0%" t="-100%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21" name="Google Shape;321;p12"/>
            <p:cNvGrpSpPr/>
            <p:nvPr/>
          </p:nvGrpSpPr>
          <p:grpSpPr>
            <a:xfrm>
              <a:off x="245875" y="-51824"/>
              <a:ext cx="208200" cy="1824700"/>
              <a:chOff x="1040050" y="3812126"/>
              <a:chExt cx="208200" cy="1824700"/>
            </a:xfrm>
          </p:grpSpPr>
          <p:sp>
            <p:nvSpPr>
              <p:cNvPr id="322" name="Google Shape;322;p12"/>
              <p:cNvSpPr/>
              <p:nvPr/>
            </p:nvSpPr>
            <p:spPr>
              <a:xfrm>
                <a:off x="1040050" y="3812126"/>
                <a:ext cx="12550" cy="1824700"/>
              </a:xfrm>
              <a:custGeom>
                <a:rect b="b" l="l" r="r" t="t"/>
                <a:pathLst>
                  <a:path extrusionOk="0" h="27731" w="306">
                    <a:moveTo>
                      <a:pt x="1" y="1"/>
                    </a:moveTo>
                    <a:lnTo>
                      <a:pt x="1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46666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3" name="Google Shape;323;p12"/>
              <p:cNvSpPr/>
              <p:nvPr/>
            </p:nvSpPr>
            <p:spPr>
              <a:xfrm>
                <a:off x="1235741" y="3812126"/>
                <a:ext cx="12509" cy="1824700"/>
              </a:xfrm>
              <a:custGeom>
                <a:rect b="b" l="l" r="r" t="t"/>
                <a:pathLst>
                  <a:path extrusionOk="0" h="27731" w="305">
                    <a:moveTo>
                      <a:pt x="0" y="1"/>
                    </a:moveTo>
                    <a:lnTo>
                      <a:pt x="0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rgbClr val="EB9109">
                      <a:alpha val="46666"/>
                    </a:srgbClr>
                  </a:gs>
                  <a:gs pos="78000">
                    <a:srgbClr val="F5F8FF">
                      <a:alpha val="46666"/>
                    </a:srgbClr>
                  </a:gs>
                  <a:gs pos="100000">
                    <a:srgbClr val="F5F8FF">
                      <a:alpha val="46666"/>
                    </a:srgb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24" name="Google Shape;324;p12"/>
            <p:cNvGrpSpPr/>
            <p:nvPr/>
          </p:nvGrpSpPr>
          <p:grpSpPr>
            <a:xfrm>
              <a:off x="441574" y="-36652"/>
              <a:ext cx="699940" cy="478601"/>
              <a:chOff x="39723" y="4349021"/>
              <a:chExt cx="1061964" cy="726143"/>
            </a:xfrm>
          </p:grpSpPr>
          <p:grpSp>
            <p:nvGrpSpPr>
              <p:cNvPr id="325" name="Google Shape;325;p12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326" name="Google Shape;326;p12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F50403"/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1D1D1D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327" name="Google Shape;327;p12"/>
                <p:cNvGrpSpPr/>
                <p:nvPr/>
              </p:nvGrpSpPr>
              <p:grpSpPr>
                <a:xfrm>
                  <a:off x="1232795" y="-1740829"/>
                  <a:ext cx="717622" cy="717393"/>
                  <a:chOff x="1483457" y="3953671"/>
                  <a:chExt cx="717622" cy="717393"/>
                </a:xfrm>
              </p:grpSpPr>
              <p:sp>
                <p:nvSpPr>
                  <p:cNvPr id="328" name="Google Shape;328;p12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29" name="Google Shape;329;p12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30" name="Google Shape;330;p12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31" name="Google Shape;331;p12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32" name="Google Shape;332;p12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333" name="Google Shape;333;p12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34" name="Google Shape;334;p12"/>
            <p:cNvGrpSpPr/>
            <p:nvPr/>
          </p:nvGrpSpPr>
          <p:grpSpPr>
            <a:xfrm>
              <a:off x="955673" y="11"/>
              <a:ext cx="592576" cy="405260"/>
              <a:chOff x="39723" y="4349021"/>
              <a:chExt cx="1061964" cy="726143"/>
            </a:xfrm>
          </p:grpSpPr>
          <p:grpSp>
            <p:nvGrpSpPr>
              <p:cNvPr id="335" name="Google Shape;335;p12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336" name="Google Shape;336;p12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F50403"/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1D1D1D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337" name="Google Shape;337;p12"/>
                <p:cNvGrpSpPr/>
                <p:nvPr/>
              </p:nvGrpSpPr>
              <p:grpSpPr>
                <a:xfrm>
                  <a:off x="1232795" y="-1740829"/>
                  <a:ext cx="717622" cy="717393"/>
                  <a:chOff x="1483457" y="3953671"/>
                  <a:chExt cx="717622" cy="717393"/>
                </a:xfrm>
              </p:grpSpPr>
              <p:sp>
                <p:nvSpPr>
                  <p:cNvPr id="338" name="Google Shape;338;p12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39" name="Google Shape;339;p12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40" name="Google Shape;340;p12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41" name="Google Shape;341;p12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42" name="Google Shape;342;p12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343" name="Google Shape;343;p12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44" name="Google Shape;344;p12"/>
            <p:cNvGrpSpPr/>
            <p:nvPr/>
          </p:nvGrpSpPr>
          <p:grpSpPr>
            <a:xfrm>
              <a:off x="-1" y="621223"/>
              <a:ext cx="699940" cy="478601"/>
              <a:chOff x="39723" y="4349021"/>
              <a:chExt cx="1061964" cy="726143"/>
            </a:xfrm>
          </p:grpSpPr>
          <p:grpSp>
            <p:nvGrpSpPr>
              <p:cNvPr id="345" name="Google Shape;345;p12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346" name="Google Shape;346;p12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F50403"/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1D1D1D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347" name="Google Shape;347;p12"/>
                <p:cNvGrpSpPr/>
                <p:nvPr/>
              </p:nvGrpSpPr>
              <p:grpSpPr>
                <a:xfrm>
                  <a:off x="1232795" y="-1740829"/>
                  <a:ext cx="717622" cy="717393"/>
                  <a:chOff x="1483457" y="3953671"/>
                  <a:chExt cx="717622" cy="717393"/>
                </a:xfrm>
              </p:grpSpPr>
              <p:sp>
                <p:nvSpPr>
                  <p:cNvPr id="348" name="Google Shape;348;p12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49" name="Google Shape;349;p12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50" name="Google Shape;350;p12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51" name="Google Shape;351;p12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52" name="Google Shape;352;p12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353" name="Google Shape;353;p12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54" name="Google Shape;354;p12"/>
            <p:cNvGrpSpPr/>
            <p:nvPr/>
          </p:nvGrpSpPr>
          <p:grpSpPr>
            <a:xfrm rot="-8100000">
              <a:off x="540898" y="-1172741"/>
              <a:ext cx="2552124" cy="3347490"/>
              <a:chOff x="2976325" y="908175"/>
              <a:chExt cx="4028179" cy="5283555"/>
            </a:xfrm>
          </p:grpSpPr>
          <p:sp>
            <p:nvSpPr>
              <p:cNvPr id="355" name="Google Shape;355;p12"/>
              <p:cNvSpPr/>
              <p:nvPr/>
            </p:nvSpPr>
            <p:spPr>
              <a:xfrm>
                <a:off x="3851189" y="1072525"/>
                <a:ext cx="3153315" cy="5119205"/>
              </a:xfrm>
              <a:custGeom>
                <a:rect b="b" l="l" r="r" t="t"/>
                <a:pathLst>
                  <a:path extrusionOk="0" h="124813" w="76882">
                    <a:moveTo>
                      <a:pt x="76668" y="0"/>
                    </a:moveTo>
                    <a:lnTo>
                      <a:pt x="63260" y="13408"/>
                    </a:lnTo>
                    <a:cubicBezTo>
                      <a:pt x="62879" y="13789"/>
                      <a:pt x="62879" y="14398"/>
                      <a:pt x="63260" y="14779"/>
                    </a:cubicBezTo>
                    <a:lnTo>
                      <a:pt x="69857" y="21376"/>
                    </a:lnTo>
                    <a:cubicBezTo>
                      <a:pt x="70116" y="21620"/>
                      <a:pt x="70116" y="22046"/>
                      <a:pt x="69857" y="22305"/>
                    </a:cubicBezTo>
                    <a:lnTo>
                      <a:pt x="46546" y="45616"/>
                    </a:lnTo>
                    <a:cubicBezTo>
                      <a:pt x="46417" y="45738"/>
                      <a:pt x="46245" y="45799"/>
                      <a:pt x="46074" y="45799"/>
                    </a:cubicBezTo>
                    <a:cubicBezTo>
                      <a:pt x="45903" y="45799"/>
                      <a:pt x="45731" y="45738"/>
                      <a:pt x="45602" y="45616"/>
                    </a:cubicBezTo>
                    <a:lnTo>
                      <a:pt x="39020" y="39019"/>
                    </a:lnTo>
                    <a:cubicBezTo>
                      <a:pt x="38822" y="38836"/>
                      <a:pt x="38593" y="38745"/>
                      <a:pt x="38334" y="38745"/>
                    </a:cubicBezTo>
                    <a:cubicBezTo>
                      <a:pt x="38060" y="38745"/>
                      <a:pt x="37831" y="38836"/>
                      <a:pt x="37649" y="39019"/>
                    </a:cubicBezTo>
                    <a:lnTo>
                      <a:pt x="23357" y="53311"/>
                    </a:lnTo>
                    <a:cubicBezTo>
                      <a:pt x="22976" y="53691"/>
                      <a:pt x="22976" y="54301"/>
                      <a:pt x="23357" y="54682"/>
                    </a:cubicBezTo>
                    <a:lnTo>
                      <a:pt x="40833" y="72142"/>
                    </a:lnTo>
                    <a:cubicBezTo>
                      <a:pt x="40939" y="72279"/>
                      <a:pt x="41016" y="72432"/>
                      <a:pt x="41016" y="72614"/>
                    </a:cubicBezTo>
                    <a:cubicBezTo>
                      <a:pt x="41016" y="72812"/>
                      <a:pt x="40955" y="72965"/>
                      <a:pt x="40833" y="73102"/>
                    </a:cubicBezTo>
                    <a:lnTo>
                      <a:pt x="27090" y="86830"/>
                    </a:lnTo>
                    <a:cubicBezTo>
                      <a:pt x="26907" y="87028"/>
                      <a:pt x="26816" y="87256"/>
                      <a:pt x="26816" y="87515"/>
                    </a:cubicBezTo>
                    <a:lnTo>
                      <a:pt x="26816" y="96276"/>
                    </a:lnTo>
                    <a:cubicBezTo>
                      <a:pt x="26816" y="96459"/>
                      <a:pt x="26755" y="96611"/>
                      <a:pt x="26618" y="96748"/>
                    </a:cubicBezTo>
                    <a:lnTo>
                      <a:pt x="13225" y="110140"/>
                    </a:lnTo>
                    <a:cubicBezTo>
                      <a:pt x="13103" y="110270"/>
                      <a:pt x="12940" y="110335"/>
                      <a:pt x="12772" y="110335"/>
                    </a:cubicBezTo>
                    <a:cubicBezTo>
                      <a:pt x="12604" y="110335"/>
                      <a:pt x="12433" y="110270"/>
                      <a:pt x="12296" y="110140"/>
                    </a:cubicBezTo>
                    <a:lnTo>
                      <a:pt x="7618" y="105448"/>
                    </a:lnTo>
                    <a:cubicBezTo>
                      <a:pt x="7428" y="105257"/>
                      <a:pt x="7180" y="105162"/>
                      <a:pt x="6933" y="105162"/>
                    </a:cubicBezTo>
                    <a:cubicBezTo>
                      <a:pt x="6685" y="105162"/>
                      <a:pt x="6438" y="105257"/>
                      <a:pt x="6247" y="105448"/>
                    </a:cubicBezTo>
                    <a:lnTo>
                      <a:pt x="381" y="111314"/>
                    </a:lnTo>
                    <a:cubicBezTo>
                      <a:pt x="1" y="111695"/>
                      <a:pt x="1" y="112304"/>
                      <a:pt x="381" y="112685"/>
                    </a:cubicBezTo>
                    <a:lnTo>
                      <a:pt x="5059" y="117378"/>
                    </a:lnTo>
                    <a:cubicBezTo>
                      <a:pt x="5181" y="117515"/>
                      <a:pt x="5257" y="117667"/>
                      <a:pt x="5257" y="117850"/>
                    </a:cubicBezTo>
                    <a:cubicBezTo>
                      <a:pt x="5257" y="118048"/>
                      <a:pt x="5196" y="118200"/>
                      <a:pt x="5059" y="118322"/>
                    </a:cubicBezTo>
                    <a:lnTo>
                      <a:pt x="3231" y="120150"/>
                    </a:lnTo>
                    <a:cubicBezTo>
                      <a:pt x="2850" y="120531"/>
                      <a:pt x="2850" y="121141"/>
                      <a:pt x="3231" y="121522"/>
                    </a:cubicBezTo>
                    <a:lnTo>
                      <a:pt x="5059" y="123365"/>
                    </a:lnTo>
                    <a:cubicBezTo>
                      <a:pt x="5333" y="123609"/>
                      <a:pt x="5333" y="124020"/>
                      <a:pt x="5059" y="124295"/>
                    </a:cubicBezTo>
                    <a:cubicBezTo>
                      <a:pt x="4914" y="124432"/>
                      <a:pt x="4754" y="124489"/>
                      <a:pt x="4602" y="124489"/>
                    </a:cubicBezTo>
                    <a:cubicBezTo>
                      <a:pt x="4449" y="124489"/>
                      <a:pt x="4305" y="124432"/>
                      <a:pt x="4190" y="124340"/>
                    </a:cubicBezTo>
                    <a:cubicBezTo>
                      <a:pt x="3962" y="124173"/>
                      <a:pt x="3825" y="123838"/>
                      <a:pt x="4038" y="123487"/>
                    </a:cubicBezTo>
                    <a:lnTo>
                      <a:pt x="3764" y="123335"/>
                    </a:lnTo>
                    <a:lnTo>
                      <a:pt x="3764" y="123335"/>
                    </a:lnTo>
                    <a:cubicBezTo>
                      <a:pt x="3459" y="123838"/>
                      <a:pt x="3672" y="124356"/>
                      <a:pt x="3992" y="124599"/>
                    </a:cubicBezTo>
                    <a:cubicBezTo>
                      <a:pt x="4175" y="124736"/>
                      <a:pt x="4373" y="124813"/>
                      <a:pt x="4602" y="124813"/>
                    </a:cubicBezTo>
                    <a:cubicBezTo>
                      <a:pt x="4830" y="124813"/>
                      <a:pt x="5059" y="124736"/>
                      <a:pt x="5272" y="124477"/>
                    </a:cubicBezTo>
                    <a:cubicBezTo>
                      <a:pt x="5455" y="124295"/>
                      <a:pt x="5562" y="124066"/>
                      <a:pt x="5562" y="123792"/>
                    </a:cubicBezTo>
                    <a:cubicBezTo>
                      <a:pt x="5562" y="123533"/>
                      <a:pt x="5455" y="123304"/>
                      <a:pt x="5272" y="123106"/>
                    </a:cubicBezTo>
                    <a:lnTo>
                      <a:pt x="3444" y="121278"/>
                    </a:lnTo>
                    <a:cubicBezTo>
                      <a:pt x="3170" y="121034"/>
                      <a:pt x="3170" y="120623"/>
                      <a:pt x="3444" y="120349"/>
                    </a:cubicBezTo>
                    <a:lnTo>
                      <a:pt x="5272" y="118520"/>
                    </a:lnTo>
                    <a:cubicBezTo>
                      <a:pt x="5455" y="118337"/>
                      <a:pt x="5562" y="118094"/>
                      <a:pt x="5562" y="117835"/>
                    </a:cubicBezTo>
                    <a:cubicBezTo>
                      <a:pt x="5562" y="117576"/>
                      <a:pt x="5455" y="117332"/>
                      <a:pt x="5272" y="117149"/>
                    </a:cubicBezTo>
                    <a:lnTo>
                      <a:pt x="579" y="112456"/>
                    </a:lnTo>
                    <a:cubicBezTo>
                      <a:pt x="320" y="112213"/>
                      <a:pt x="320" y="111801"/>
                      <a:pt x="579" y="111527"/>
                    </a:cubicBezTo>
                    <a:lnTo>
                      <a:pt x="6445" y="105661"/>
                    </a:lnTo>
                    <a:cubicBezTo>
                      <a:pt x="6575" y="105532"/>
                      <a:pt x="6742" y="105467"/>
                      <a:pt x="6912" y="105467"/>
                    </a:cubicBezTo>
                    <a:cubicBezTo>
                      <a:pt x="7081" y="105467"/>
                      <a:pt x="7253" y="105532"/>
                      <a:pt x="7390" y="105661"/>
                    </a:cubicBezTo>
                    <a:lnTo>
                      <a:pt x="12067" y="110354"/>
                    </a:lnTo>
                    <a:cubicBezTo>
                      <a:pt x="12265" y="110537"/>
                      <a:pt x="12494" y="110643"/>
                      <a:pt x="12753" y="110643"/>
                    </a:cubicBezTo>
                    <a:cubicBezTo>
                      <a:pt x="13027" y="110643"/>
                      <a:pt x="13256" y="110537"/>
                      <a:pt x="13439" y="110354"/>
                    </a:cubicBezTo>
                    <a:lnTo>
                      <a:pt x="26831" y="96961"/>
                    </a:lnTo>
                    <a:cubicBezTo>
                      <a:pt x="27014" y="96779"/>
                      <a:pt x="27120" y="96550"/>
                      <a:pt x="27120" y="96276"/>
                    </a:cubicBezTo>
                    <a:lnTo>
                      <a:pt x="27120" y="87469"/>
                    </a:lnTo>
                    <a:cubicBezTo>
                      <a:pt x="27120" y="87287"/>
                      <a:pt x="27166" y="87134"/>
                      <a:pt x="27303" y="86997"/>
                    </a:cubicBezTo>
                    <a:lnTo>
                      <a:pt x="41031" y="73270"/>
                    </a:lnTo>
                    <a:cubicBezTo>
                      <a:pt x="41412" y="72889"/>
                      <a:pt x="41412" y="72279"/>
                      <a:pt x="41031" y="71898"/>
                    </a:cubicBezTo>
                    <a:lnTo>
                      <a:pt x="23571" y="54438"/>
                    </a:lnTo>
                    <a:cubicBezTo>
                      <a:pt x="23312" y="54194"/>
                      <a:pt x="23312" y="53768"/>
                      <a:pt x="23571" y="53509"/>
                    </a:cubicBezTo>
                    <a:lnTo>
                      <a:pt x="37862" y="39217"/>
                    </a:lnTo>
                    <a:cubicBezTo>
                      <a:pt x="37984" y="39095"/>
                      <a:pt x="38155" y="39035"/>
                      <a:pt x="38327" y="39035"/>
                    </a:cubicBezTo>
                    <a:cubicBezTo>
                      <a:pt x="38498" y="39035"/>
                      <a:pt x="38669" y="39095"/>
                      <a:pt x="38791" y="39217"/>
                    </a:cubicBezTo>
                    <a:lnTo>
                      <a:pt x="45373" y="45830"/>
                    </a:lnTo>
                    <a:cubicBezTo>
                      <a:pt x="45571" y="46013"/>
                      <a:pt x="45800" y="46119"/>
                      <a:pt x="46059" y="46119"/>
                    </a:cubicBezTo>
                    <a:cubicBezTo>
                      <a:pt x="46333" y="46119"/>
                      <a:pt x="46562" y="46013"/>
                      <a:pt x="46744" y="45830"/>
                    </a:cubicBezTo>
                    <a:lnTo>
                      <a:pt x="70055" y="22519"/>
                    </a:lnTo>
                    <a:cubicBezTo>
                      <a:pt x="70436" y="22138"/>
                      <a:pt x="70436" y="21528"/>
                      <a:pt x="70055" y="21148"/>
                    </a:cubicBezTo>
                    <a:lnTo>
                      <a:pt x="63473" y="14550"/>
                    </a:lnTo>
                    <a:cubicBezTo>
                      <a:pt x="63199" y="14307"/>
                      <a:pt x="63199" y="13895"/>
                      <a:pt x="63473" y="13621"/>
                    </a:cubicBezTo>
                    <a:lnTo>
                      <a:pt x="76881" y="213"/>
                    </a:lnTo>
                    <a:lnTo>
                      <a:pt x="76668" y="0"/>
                    </a:ln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6" name="Google Shape;356;p12"/>
              <p:cNvSpPr/>
              <p:nvPr/>
            </p:nvSpPr>
            <p:spPr>
              <a:xfrm>
                <a:off x="3934943" y="908175"/>
                <a:ext cx="2925190" cy="3057668"/>
              </a:xfrm>
              <a:custGeom>
                <a:rect b="b" l="l" r="r" t="t"/>
                <a:pathLst>
                  <a:path extrusionOk="0" h="74550" w="71320">
                    <a:moveTo>
                      <a:pt x="71091" y="0"/>
                    </a:moveTo>
                    <a:lnTo>
                      <a:pt x="59679" y="11397"/>
                    </a:lnTo>
                    <a:lnTo>
                      <a:pt x="54895" y="11397"/>
                    </a:lnTo>
                    <a:lnTo>
                      <a:pt x="41015" y="25307"/>
                    </a:lnTo>
                    <a:lnTo>
                      <a:pt x="40954" y="25337"/>
                    </a:lnTo>
                    <a:lnTo>
                      <a:pt x="40954" y="42325"/>
                    </a:lnTo>
                    <a:lnTo>
                      <a:pt x="31767" y="51528"/>
                    </a:lnTo>
                    <a:lnTo>
                      <a:pt x="31721" y="51574"/>
                    </a:lnTo>
                    <a:lnTo>
                      <a:pt x="31721" y="59237"/>
                    </a:lnTo>
                    <a:lnTo>
                      <a:pt x="22824" y="68135"/>
                    </a:lnTo>
                    <a:lnTo>
                      <a:pt x="6186" y="68135"/>
                    </a:lnTo>
                    <a:lnTo>
                      <a:pt x="0" y="74321"/>
                    </a:lnTo>
                    <a:lnTo>
                      <a:pt x="229" y="74549"/>
                    </a:lnTo>
                    <a:lnTo>
                      <a:pt x="6323" y="68455"/>
                    </a:lnTo>
                    <a:lnTo>
                      <a:pt x="22945" y="68455"/>
                    </a:lnTo>
                    <a:lnTo>
                      <a:pt x="31980" y="59420"/>
                    </a:lnTo>
                    <a:lnTo>
                      <a:pt x="32026" y="59374"/>
                    </a:lnTo>
                    <a:lnTo>
                      <a:pt x="32026" y="51695"/>
                    </a:lnTo>
                    <a:lnTo>
                      <a:pt x="41229" y="42508"/>
                    </a:lnTo>
                    <a:lnTo>
                      <a:pt x="41259" y="42463"/>
                    </a:lnTo>
                    <a:lnTo>
                      <a:pt x="41259" y="25475"/>
                    </a:lnTo>
                    <a:lnTo>
                      <a:pt x="55032" y="11732"/>
                    </a:lnTo>
                    <a:lnTo>
                      <a:pt x="59786" y="11732"/>
                    </a:lnTo>
                    <a:lnTo>
                      <a:pt x="71320" y="213"/>
                    </a:lnTo>
                    <a:lnTo>
                      <a:pt x="71091" y="0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7" name="Google Shape;357;p12"/>
              <p:cNvSpPr/>
              <p:nvPr/>
            </p:nvSpPr>
            <p:spPr>
              <a:xfrm>
                <a:off x="2976325" y="930036"/>
                <a:ext cx="4006263" cy="4749291"/>
              </a:xfrm>
              <a:custGeom>
                <a:rect b="b" l="l" r="r" t="t"/>
                <a:pathLst>
                  <a:path extrusionOk="0" h="115794" w="97678">
                    <a:moveTo>
                      <a:pt x="97449" y="0"/>
                    </a:moveTo>
                    <a:lnTo>
                      <a:pt x="76805" y="20645"/>
                    </a:lnTo>
                    <a:lnTo>
                      <a:pt x="76744" y="20691"/>
                    </a:lnTo>
                    <a:lnTo>
                      <a:pt x="76744" y="35927"/>
                    </a:lnTo>
                    <a:lnTo>
                      <a:pt x="63107" y="49563"/>
                    </a:lnTo>
                    <a:lnTo>
                      <a:pt x="63077" y="49608"/>
                    </a:lnTo>
                    <a:lnTo>
                      <a:pt x="63077" y="56571"/>
                    </a:lnTo>
                    <a:lnTo>
                      <a:pt x="61005" y="58659"/>
                    </a:lnTo>
                    <a:lnTo>
                      <a:pt x="61005" y="62407"/>
                    </a:lnTo>
                    <a:lnTo>
                      <a:pt x="52473" y="70939"/>
                    </a:lnTo>
                    <a:lnTo>
                      <a:pt x="52412" y="70969"/>
                    </a:lnTo>
                    <a:lnTo>
                      <a:pt x="52412" y="78541"/>
                    </a:lnTo>
                    <a:lnTo>
                      <a:pt x="46912" y="84057"/>
                    </a:lnTo>
                    <a:lnTo>
                      <a:pt x="46912" y="89633"/>
                    </a:lnTo>
                    <a:lnTo>
                      <a:pt x="33123" y="103406"/>
                    </a:lnTo>
                    <a:lnTo>
                      <a:pt x="12174" y="103406"/>
                    </a:lnTo>
                    <a:lnTo>
                      <a:pt x="0" y="115565"/>
                    </a:lnTo>
                    <a:lnTo>
                      <a:pt x="229" y="115793"/>
                    </a:lnTo>
                    <a:lnTo>
                      <a:pt x="12280" y="103711"/>
                    </a:lnTo>
                    <a:lnTo>
                      <a:pt x="33245" y="103711"/>
                    </a:lnTo>
                    <a:lnTo>
                      <a:pt x="47155" y="89801"/>
                    </a:lnTo>
                    <a:lnTo>
                      <a:pt x="47216" y="89770"/>
                    </a:lnTo>
                    <a:lnTo>
                      <a:pt x="47216" y="84179"/>
                    </a:lnTo>
                    <a:lnTo>
                      <a:pt x="52732" y="78663"/>
                    </a:lnTo>
                    <a:lnTo>
                      <a:pt x="52732" y="71106"/>
                    </a:lnTo>
                    <a:lnTo>
                      <a:pt x="61264" y="62574"/>
                    </a:lnTo>
                    <a:lnTo>
                      <a:pt x="61310" y="62513"/>
                    </a:lnTo>
                    <a:lnTo>
                      <a:pt x="61310" y="58780"/>
                    </a:lnTo>
                    <a:lnTo>
                      <a:pt x="63382" y="56708"/>
                    </a:lnTo>
                    <a:lnTo>
                      <a:pt x="63382" y="49730"/>
                    </a:lnTo>
                    <a:lnTo>
                      <a:pt x="77018" y="36109"/>
                    </a:lnTo>
                    <a:lnTo>
                      <a:pt x="77048" y="36064"/>
                    </a:lnTo>
                    <a:lnTo>
                      <a:pt x="77048" y="20828"/>
                    </a:lnTo>
                    <a:lnTo>
                      <a:pt x="97678" y="198"/>
                    </a:lnTo>
                    <a:lnTo>
                      <a:pt x="97449" y="0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358" name="Google Shape;358;p12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0_Custom Layout">
  <p:cSld name="10_Custom Layout"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13"/>
          <p:cNvSpPr/>
          <p:nvPr>
            <p:ph idx="2" type="pic"/>
          </p:nvPr>
        </p:nvSpPr>
        <p:spPr>
          <a:xfrm>
            <a:off x="0" y="3061252"/>
            <a:ext cx="2969753" cy="3796748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361" name="Google Shape;361;p13"/>
          <p:cNvSpPr/>
          <p:nvPr>
            <p:ph idx="3" type="pic"/>
          </p:nvPr>
        </p:nvSpPr>
        <p:spPr>
          <a:xfrm>
            <a:off x="6870763" y="-3517"/>
            <a:ext cx="3838800" cy="3162995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pic>
        <p:nvPicPr>
          <p:cNvPr id="362" name="Google Shape;362;p1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sp>
        <p:nvSpPr>
          <p:cNvPr id="363" name="Google Shape;363;p13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1_Custom Layout">
  <p:cSld name="11_Custom Layout"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14"/>
          <p:cNvSpPr/>
          <p:nvPr>
            <p:ph idx="2" type="pic"/>
          </p:nvPr>
        </p:nvSpPr>
        <p:spPr>
          <a:xfrm>
            <a:off x="6524779" y="742950"/>
            <a:ext cx="3488597" cy="4309276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pic>
        <p:nvPicPr>
          <p:cNvPr id="366" name="Google Shape;366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67" name="Google Shape;367;p14"/>
          <p:cNvGrpSpPr/>
          <p:nvPr/>
        </p:nvGrpSpPr>
        <p:grpSpPr>
          <a:xfrm>
            <a:off x="-680840" y="-2290632"/>
            <a:ext cx="5862925" cy="5562209"/>
            <a:chOff x="-494405" y="-1584825"/>
            <a:chExt cx="4397193" cy="4171657"/>
          </a:xfrm>
        </p:grpSpPr>
        <p:grpSp>
          <p:nvGrpSpPr>
            <p:cNvPr id="368" name="Google Shape;368;p14"/>
            <p:cNvGrpSpPr/>
            <p:nvPr/>
          </p:nvGrpSpPr>
          <p:grpSpPr>
            <a:xfrm>
              <a:off x="-494405" y="-252396"/>
              <a:ext cx="1741563" cy="1288563"/>
              <a:chOff x="-494405" y="-252396"/>
              <a:chExt cx="1741563" cy="1288563"/>
            </a:xfrm>
          </p:grpSpPr>
          <p:sp>
            <p:nvSpPr>
              <p:cNvPr id="369" name="Google Shape;369;p14"/>
              <p:cNvSpPr/>
              <p:nvPr/>
            </p:nvSpPr>
            <p:spPr>
              <a:xfrm rot="2700000">
                <a:off x="-315569" y="-53821"/>
                <a:ext cx="930891" cy="891412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F5F8FF"/>
                  </a:gs>
                  <a:gs pos="18000">
                    <a:srgbClr val="F5F8FF"/>
                  </a:gs>
                  <a:gs pos="56000">
                    <a:srgbClr val="FFFFFF">
                      <a:alpha val="0"/>
                    </a:srgbClr>
                  </a:gs>
                  <a:gs pos="74000">
                    <a:srgbClr val="F5F8FF"/>
                  </a:gs>
                  <a:gs pos="100000">
                    <a:srgbClr val="F50403"/>
                  </a:gs>
                </a:gsLst>
                <a:path path="circle">
                  <a:fillToRect b="100%" l="0%" r="100%" t="0%"/>
                </a:path>
                <a:tileRect b="0%" l="-100%" r="0%" t="-100%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0" name="Google Shape;370;p14"/>
              <p:cNvSpPr/>
              <p:nvPr/>
            </p:nvSpPr>
            <p:spPr>
              <a:xfrm rot="2700000">
                <a:off x="137431" y="-53821"/>
                <a:ext cx="930891" cy="891412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F5F8FF"/>
                  </a:gs>
                  <a:gs pos="18000">
                    <a:srgbClr val="F5F8FF"/>
                  </a:gs>
                  <a:gs pos="56000">
                    <a:srgbClr val="FFFFFF">
                      <a:alpha val="0"/>
                    </a:srgbClr>
                  </a:gs>
                  <a:gs pos="74000">
                    <a:srgbClr val="F5F8FF"/>
                  </a:gs>
                  <a:gs pos="100000">
                    <a:srgbClr val="F50403"/>
                  </a:gs>
                </a:gsLst>
                <a:path path="circle">
                  <a:fillToRect b="100%" l="0%" r="100%" t="0%"/>
                </a:path>
                <a:tileRect b="0%" l="-100%" r="0%" t="-100%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71" name="Google Shape;371;p14"/>
            <p:cNvGrpSpPr/>
            <p:nvPr/>
          </p:nvGrpSpPr>
          <p:grpSpPr>
            <a:xfrm>
              <a:off x="245875" y="-51824"/>
              <a:ext cx="208200" cy="1824700"/>
              <a:chOff x="1040050" y="3812126"/>
              <a:chExt cx="208200" cy="1824700"/>
            </a:xfrm>
          </p:grpSpPr>
          <p:sp>
            <p:nvSpPr>
              <p:cNvPr id="372" name="Google Shape;372;p14"/>
              <p:cNvSpPr/>
              <p:nvPr/>
            </p:nvSpPr>
            <p:spPr>
              <a:xfrm>
                <a:off x="1040050" y="3812126"/>
                <a:ext cx="12550" cy="1824700"/>
              </a:xfrm>
              <a:custGeom>
                <a:rect b="b" l="l" r="r" t="t"/>
                <a:pathLst>
                  <a:path extrusionOk="0" h="27731" w="306">
                    <a:moveTo>
                      <a:pt x="1" y="1"/>
                    </a:moveTo>
                    <a:lnTo>
                      <a:pt x="1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46666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3" name="Google Shape;373;p14"/>
              <p:cNvSpPr/>
              <p:nvPr/>
            </p:nvSpPr>
            <p:spPr>
              <a:xfrm>
                <a:off x="1235741" y="3812126"/>
                <a:ext cx="12509" cy="1824700"/>
              </a:xfrm>
              <a:custGeom>
                <a:rect b="b" l="l" r="r" t="t"/>
                <a:pathLst>
                  <a:path extrusionOk="0" h="27731" w="305">
                    <a:moveTo>
                      <a:pt x="0" y="1"/>
                    </a:moveTo>
                    <a:lnTo>
                      <a:pt x="0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rgbClr val="EB9109">
                      <a:alpha val="46666"/>
                    </a:srgbClr>
                  </a:gs>
                  <a:gs pos="78000">
                    <a:srgbClr val="F5F8FF">
                      <a:alpha val="46666"/>
                    </a:srgbClr>
                  </a:gs>
                  <a:gs pos="100000">
                    <a:srgbClr val="F5F8FF">
                      <a:alpha val="46666"/>
                    </a:srgb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74" name="Google Shape;374;p14"/>
            <p:cNvGrpSpPr/>
            <p:nvPr/>
          </p:nvGrpSpPr>
          <p:grpSpPr>
            <a:xfrm>
              <a:off x="441574" y="-36652"/>
              <a:ext cx="699940" cy="478601"/>
              <a:chOff x="39723" y="4349021"/>
              <a:chExt cx="1061964" cy="726143"/>
            </a:xfrm>
          </p:grpSpPr>
          <p:grpSp>
            <p:nvGrpSpPr>
              <p:cNvPr id="375" name="Google Shape;375;p14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376" name="Google Shape;376;p14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F50403"/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1D1D1D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377" name="Google Shape;377;p14"/>
                <p:cNvGrpSpPr/>
                <p:nvPr/>
              </p:nvGrpSpPr>
              <p:grpSpPr>
                <a:xfrm>
                  <a:off x="1232795" y="-1740829"/>
                  <a:ext cx="717622" cy="717393"/>
                  <a:chOff x="1483457" y="3953671"/>
                  <a:chExt cx="717622" cy="717393"/>
                </a:xfrm>
              </p:grpSpPr>
              <p:sp>
                <p:nvSpPr>
                  <p:cNvPr id="378" name="Google Shape;378;p14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79" name="Google Shape;379;p14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80" name="Google Shape;380;p14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81" name="Google Shape;381;p14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82" name="Google Shape;382;p14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383" name="Google Shape;383;p14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84" name="Google Shape;384;p14"/>
            <p:cNvGrpSpPr/>
            <p:nvPr/>
          </p:nvGrpSpPr>
          <p:grpSpPr>
            <a:xfrm>
              <a:off x="955673" y="11"/>
              <a:ext cx="592576" cy="405260"/>
              <a:chOff x="39723" y="4349021"/>
              <a:chExt cx="1061964" cy="726143"/>
            </a:xfrm>
          </p:grpSpPr>
          <p:grpSp>
            <p:nvGrpSpPr>
              <p:cNvPr id="385" name="Google Shape;385;p14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386" name="Google Shape;386;p14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F50403"/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1D1D1D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387" name="Google Shape;387;p14"/>
                <p:cNvGrpSpPr/>
                <p:nvPr/>
              </p:nvGrpSpPr>
              <p:grpSpPr>
                <a:xfrm>
                  <a:off x="1232795" y="-1740829"/>
                  <a:ext cx="717622" cy="717393"/>
                  <a:chOff x="1483457" y="3953671"/>
                  <a:chExt cx="717622" cy="717393"/>
                </a:xfrm>
              </p:grpSpPr>
              <p:sp>
                <p:nvSpPr>
                  <p:cNvPr id="388" name="Google Shape;388;p14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89" name="Google Shape;389;p14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90" name="Google Shape;390;p14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91" name="Google Shape;391;p14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92" name="Google Shape;392;p14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393" name="Google Shape;393;p14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94" name="Google Shape;394;p14"/>
            <p:cNvGrpSpPr/>
            <p:nvPr/>
          </p:nvGrpSpPr>
          <p:grpSpPr>
            <a:xfrm>
              <a:off x="-1" y="621223"/>
              <a:ext cx="699940" cy="478601"/>
              <a:chOff x="39723" y="4349021"/>
              <a:chExt cx="1061964" cy="726143"/>
            </a:xfrm>
          </p:grpSpPr>
          <p:grpSp>
            <p:nvGrpSpPr>
              <p:cNvPr id="395" name="Google Shape;395;p14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396" name="Google Shape;396;p14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F50403"/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1D1D1D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397" name="Google Shape;397;p14"/>
                <p:cNvGrpSpPr/>
                <p:nvPr/>
              </p:nvGrpSpPr>
              <p:grpSpPr>
                <a:xfrm>
                  <a:off x="1232795" y="-1740829"/>
                  <a:ext cx="717622" cy="717393"/>
                  <a:chOff x="1483457" y="3953671"/>
                  <a:chExt cx="717622" cy="717393"/>
                </a:xfrm>
              </p:grpSpPr>
              <p:sp>
                <p:nvSpPr>
                  <p:cNvPr id="398" name="Google Shape;398;p14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99" name="Google Shape;399;p14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00" name="Google Shape;400;p14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01" name="Google Shape;401;p14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02" name="Google Shape;402;p14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403" name="Google Shape;403;p14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04" name="Google Shape;404;p14"/>
            <p:cNvGrpSpPr/>
            <p:nvPr/>
          </p:nvGrpSpPr>
          <p:grpSpPr>
            <a:xfrm rot="-8100000">
              <a:off x="540898" y="-1172741"/>
              <a:ext cx="2552124" cy="3347490"/>
              <a:chOff x="2976325" y="908175"/>
              <a:chExt cx="4028179" cy="5283555"/>
            </a:xfrm>
          </p:grpSpPr>
          <p:sp>
            <p:nvSpPr>
              <p:cNvPr id="405" name="Google Shape;405;p14"/>
              <p:cNvSpPr/>
              <p:nvPr/>
            </p:nvSpPr>
            <p:spPr>
              <a:xfrm>
                <a:off x="3851189" y="1072525"/>
                <a:ext cx="3153315" cy="5119205"/>
              </a:xfrm>
              <a:custGeom>
                <a:rect b="b" l="l" r="r" t="t"/>
                <a:pathLst>
                  <a:path extrusionOk="0" h="124813" w="76882">
                    <a:moveTo>
                      <a:pt x="76668" y="0"/>
                    </a:moveTo>
                    <a:lnTo>
                      <a:pt x="63260" y="13408"/>
                    </a:lnTo>
                    <a:cubicBezTo>
                      <a:pt x="62879" y="13789"/>
                      <a:pt x="62879" y="14398"/>
                      <a:pt x="63260" y="14779"/>
                    </a:cubicBezTo>
                    <a:lnTo>
                      <a:pt x="69857" y="21376"/>
                    </a:lnTo>
                    <a:cubicBezTo>
                      <a:pt x="70116" y="21620"/>
                      <a:pt x="70116" y="22046"/>
                      <a:pt x="69857" y="22305"/>
                    </a:cubicBezTo>
                    <a:lnTo>
                      <a:pt x="46546" y="45616"/>
                    </a:lnTo>
                    <a:cubicBezTo>
                      <a:pt x="46417" y="45738"/>
                      <a:pt x="46245" y="45799"/>
                      <a:pt x="46074" y="45799"/>
                    </a:cubicBezTo>
                    <a:cubicBezTo>
                      <a:pt x="45903" y="45799"/>
                      <a:pt x="45731" y="45738"/>
                      <a:pt x="45602" y="45616"/>
                    </a:cubicBezTo>
                    <a:lnTo>
                      <a:pt x="39020" y="39019"/>
                    </a:lnTo>
                    <a:cubicBezTo>
                      <a:pt x="38822" y="38836"/>
                      <a:pt x="38593" y="38745"/>
                      <a:pt x="38334" y="38745"/>
                    </a:cubicBezTo>
                    <a:cubicBezTo>
                      <a:pt x="38060" y="38745"/>
                      <a:pt x="37831" y="38836"/>
                      <a:pt x="37649" y="39019"/>
                    </a:cubicBezTo>
                    <a:lnTo>
                      <a:pt x="23357" y="53311"/>
                    </a:lnTo>
                    <a:cubicBezTo>
                      <a:pt x="22976" y="53691"/>
                      <a:pt x="22976" y="54301"/>
                      <a:pt x="23357" y="54682"/>
                    </a:cubicBezTo>
                    <a:lnTo>
                      <a:pt x="40833" y="72142"/>
                    </a:lnTo>
                    <a:cubicBezTo>
                      <a:pt x="40939" y="72279"/>
                      <a:pt x="41016" y="72432"/>
                      <a:pt x="41016" y="72614"/>
                    </a:cubicBezTo>
                    <a:cubicBezTo>
                      <a:pt x="41016" y="72812"/>
                      <a:pt x="40955" y="72965"/>
                      <a:pt x="40833" y="73102"/>
                    </a:cubicBezTo>
                    <a:lnTo>
                      <a:pt x="27090" y="86830"/>
                    </a:lnTo>
                    <a:cubicBezTo>
                      <a:pt x="26907" y="87028"/>
                      <a:pt x="26816" y="87256"/>
                      <a:pt x="26816" y="87515"/>
                    </a:cubicBezTo>
                    <a:lnTo>
                      <a:pt x="26816" y="96276"/>
                    </a:lnTo>
                    <a:cubicBezTo>
                      <a:pt x="26816" y="96459"/>
                      <a:pt x="26755" y="96611"/>
                      <a:pt x="26618" y="96748"/>
                    </a:cubicBezTo>
                    <a:lnTo>
                      <a:pt x="13225" y="110140"/>
                    </a:lnTo>
                    <a:cubicBezTo>
                      <a:pt x="13103" y="110270"/>
                      <a:pt x="12940" y="110335"/>
                      <a:pt x="12772" y="110335"/>
                    </a:cubicBezTo>
                    <a:cubicBezTo>
                      <a:pt x="12604" y="110335"/>
                      <a:pt x="12433" y="110270"/>
                      <a:pt x="12296" y="110140"/>
                    </a:cubicBezTo>
                    <a:lnTo>
                      <a:pt x="7618" y="105448"/>
                    </a:lnTo>
                    <a:cubicBezTo>
                      <a:pt x="7428" y="105257"/>
                      <a:pt x="7180" y="105162"/>
                      <a:pt x="6933" y="105162"/>
                    </a:cubicBezTo>
                    <a:cubicBezTo>
                      <a:pt x="6685" y="105162"/>
                      <a:pt x="6438" y="105257"/>
                      <a:pt x="6247" y="105448"/>
                    </a:cubicBezTo>
                    <a:lnTo>
                      <a:pt x="381" y="111314"/>
                    </a:lnTo>
                    <a:cubicBezTo>
                      <a:pt x="1" y="111695"/>
                      <a:pt x="1" y="112304"/>
                      <a:pt x="381" y="112685"/>
                    </a:cubicBezTo>
                    <a:lnTo>
                      <a:pt x="5059" y="117378"/>
                    </a:lnTo>
                    <a:cubicBezTo>
                      <a:pt x="5181" y="117515"/>
                      <a:pt x="5257" y="117667"/>
                      <a:pt x="5257" y="117850"/>
                    </a:cubicBezTo>
                    <a:cubicBezTo>
                      <a:pt x="5257" y="118048"/>
                      <a:pt x="5196" y="118200"/>
                      <a:pt x="5059" y="118322"/>
                    </a:cubicBezTo>
                    <a:lnTo>
                      <a:pt x="3231" y="120150"/>
                    </a:lnTo>
                    <a:cubicBezTo>
                      <a:pt x="2850" y="120531"/>
                      <a:pt x="2850" y="121141"/>
                      <a:pt x="3231" y="121522"/>
                    </a:cubicBezTo>
                    <a:lnTo>
                      <a:pt x="5059" y="123365"/>
                    </a:lnTo>
                    <a:cubicBezTo>
                      <a:pt x="5333" y="123609"/>
                      <a:pt x="5333" y="124020"/>
                      <a:pt x="5059" y="124295"/>
                    </a:cubicBezTo>
                    <a:cubicBezTo>
                      <a:pt x="4914" y="124432"/>
                      <a:pt x="4754" y="124489"/>
                      <a:pt x="4602" y="124489"/>
                    </a:cubicBezTo>
                    <a:cubicBezTo>
                      <a:pt x="4449" y="124489"/>
                      <a:pt x="4305" y="124432"/>
                      <a:pt x="4190" y="124340"/>
                    </a:cubicBezTo>
                    <a:cubicBezTo>
                      <a:pt x="3962" y="124173"/>
                      <a:pt x="3825" y="123838"/>
                      <a:pt x="4038" y="123487"/>
                    </a:cubicBezTo>
                    <a:lnTo>
                      <a:pt x="3764" y="123335"/>
                    </a:lnTo>
                    <a:lnTo>
                      <a:pt x="3764" y="123335"/>
                    </a:lnTo>
                    <a:cubicBezTo>
                      <a:pt x="3459" y="123838"/>
                      <a:pt x="3672" y="124356"/>
                      <a:pt x="3992" y="124599"/>
                    </a:cubicBezTo>
                    <a:cubicBezTo>
                      <a:pt x="4175" y="124736"/>
                      <a:pt x="4373" y="124813"/>
                      <a:pt x="4602" y="124813"/>
                    </a:cubicBezTo>
                    <a:cubicBezTo>
                      <a:pt x="4830" y="124813"/>
                      <a:pt x="5059" y="124736"/>
                      <a:pt x="5272" y="124477"/>
                    </a:cubicBezTo>
                    <a:cubicBezTo>
                      <a:pt x="5455" y="124295"/>
                      <a:pt x="5562" y="124066"/>
                      <a:pt x="5562" y="123792"/>
                    </a:cubicBezTo>
                    <a:cubicBezTo>
                      <a:pt x="5562" y="123533"/>
                      <a:pt x="5455" y="123304"/>
                      <a:pt x="5272" y="123106"/>
                    </a:cubicBezTo>
                    <a:lnTo>
                      <a:pt x="3444" y="121278"/>
                    </a:lnTo>
                    <a:cubicBezTo>
                      <a:pt x="3170" y="121034"/>
                      <a:pt x="3170" y="120623"/>
                      <a:pt x="3444" y="120349"/>
                    </a:cubicBezTo>
                    <a:lnTo>
                      <a:pt x="5272" y="118520"/>
                    </a:lnTo>
                    <a:cubicBezTo>
                      <a:pt x="5455" y="118337"/>
                      <a:pt x="5562" y="118094"/>
                      <a:pt x="5562" y="117835"/>
                    </a:cubicBezTo>
                    <a:cubicBezTo>
                      <a:pt x="5562" y="117576"/>
                      <a:pt x="5455" y="117332"/>
                      <a:pt x="5272" y="117149"/>
                    </a:cubicBezTo>
                    <a:lnTo>
                      <a:pt x="579" y="112456"/>
                    </a:lnTo>
                    <a:cubicBezTo>
                      <a:pt x="320" y="112213"/>
                      <a:pt x="320" y="111801"/>
                      <a:pt x="579" y="111527"/>
                    </a:cubicBezTo>
                    <a:lnTo>
                      <a:pt x="6445" y="105661"/>
                    </a:lnTo>
                    <a:cubicBezTo>
                      <a:pt x="6575" y="105532"/>
                      <a:pt x="6742" y="105467"/>
                      <a:pt x="6912" y="105467"/>
                    </a:cubicBezTo>
                    <a:cubicBezTo>
                      <a:pt x="7081" y="105467"/>
                      <a:pt x="7253" y="105532"/>
                      <a:pt x="7390" y="105661"/>
                    </a:cubicBezTo>
                    <a:lnTo>
                      <a:pt x="12067" y="110354"/>
                    </a:lnTo>
                    <a:cubicBezTo>
                      <a:pt x="12265" y="110537"/>
                      <a:pt x="12494" y="110643"/>
                      <a:pt x="12753" y="110643"/>
                    </a:cubicBezTo>
                    <a:cubicBezTo>
                      <a:pt x="13027" y="110643"/>
                      <a:pt x="13256" y="110537"/>
                      <a:pt x="13439" y="110354"/>
                    </a:cubicBezTo>
                    <a:lnTo>
                      <a:pt x="26831" y="96961"/>
                    </a:lnTo>
                    <a:cubicBezTo>
                      <a:pt x="27014" y="96779"/>
                      <a:pt x="27120" y="96550"/>
                      <a:pt x="27120" y="96276"/>
                    </a:cubicBezTo>
                    <a:lnTo>
                      <a:pt x="27120" y="87469"/>
                    </a:lnTo>
                    <a:cubicBezTo>
                      <a:pt x="27120" y="87287"/>
                      <a:pt x="27166" y="87134"/>
                      <a:pt x="27303" y="86997"/>
                    </a:cubicBezTo>
                    <a:lnTo>
                      <a:pt x="41031" y="73270"/>
                    </a:lnTo>
                    <a:cubicBezTo>
                      <a:pt x="41412" y="72889"/>
                      <a:pt x="41412" y="72279"/>
                      <a:pt x="41031" y="71898"/>
                    </a:cubicBezTo>
                    <a:lnTo>
                      <a:pt x="23571" y="54438"/>
                    </a:lnTo>
                    <a:cubicBezTo>
                      <a:pt x="23312" y="54194"/>
                      <a:pt x="23312" y="53768"/>
                      <a:pt x="23571" y="53509"/>
                    </a:cubicBezTo>
                    <a:lnTo>
                      <a:pt x="37862" y="39217"/>
                    </a:lnTo>
                    <a:cubicBezTo>
                      <a:pt x="37984" y="39095"/>
                      <a:pt x="38155" y="39035"/>
                      <a:pt x="38327" y="39035"/>
                    </a:cubicBezTo>
                    <a:cubicBezTo>
                      <a:pt x="38498" y="39035"/>
                      <a:pt x="38669" y="39095"/>
                      <a:pt x="38791" y="39217"/>
                    </a:cubicBezTo>
                    <a:lnTo>
                      <a:pt x="45373" y="45830"/>
                    </a:lnTo>
                    <a:cubicBezTo>
                      <a:pt x="45571" y="46013"/>
                      <a:pt x="45800" y="46119"/>
                      <a:pt x="46059" y="46119"/>
                    </a:cubicBezTo>
                    <a:cubicBezTo>
                      <a:pt x="46333" y="46119"/>
                      <a:pt x="46562" y="46013"/>
                      <a:pt x="46744" y="45830"/>
                    </a:cubicBezTo>
                    <a:lnTo>
                      <a:pt x="70055" y="22519"/>
                    </a:lnTo>
                    <a:cubicBezTo>
                      <a:pt x="70436" y="22138"/>
                      <a:pt x="70436" y="21528"/>
                      <a:pt x="70055" y="21148"/>
                    </a:cubicBezTo>
                    <a:lnTo>
                      <a:pt x="63473" y="14550"/>
                    </a:lnTo>
                    <a:cubicBezTo>
                      <a:pt x="63199" y="14307"/>
                      <a:pt x="63199" y="13895"/>
                      <a:pt x="63473" y="13621"/>
                    </a:cubicBezTo>
                    <a:lnTo>
                      <a:pt x="76881" y="213"/>
                    </a:lnTo>
                    <a:lnTo>
                      <a:pt x="76668" y="0"/>
                    </a:ln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6" name="Google Shape;406;p14"/>
              <p:cNvSpPr/>
              <p:nvPr/>
            </p:nvSpPr>
            <p:spPr>
              <a:xfrm>
                <a:off x="3934943" y="908175"/>
                <a:ext cx="2925190" cy="3057668"/>
              </a:xfrm>
              <a:custGeom>
                <a:rect b="b" l="l" r="r" t="t"/>
                <a:pathLst>
                  <a:path extrusionOk="0" h="74550" w="71320">
                    <a:moveTo>
                      <a:pt x="71091" y="0"/>
                    </a:moveTo>
                    <a:lnTo>
                      <a:pt x="59679" y="11397"/>
                    </a:lnTo>
                    <a:lnTo>
                      <a:pt x="54895" y="11397"/>
                    </a:lnTo>
                    <a:lnTo>
                      <a:pt x="41015" y="25307"/>
                    </a:lnTo>
                    <a:lnTo>
                      <a:pt x="40954" y="25337"/>
                    </a:lnTo>
                    <a:lnTo>
                      <a:pt x="40954" y="42325"/>
                    </a:lnTo>
                    <a:lnTo>
                      <a:pt x="31767" y="51528"/>
                    </a:lnTo>
                    <a:lnTo>
                      <a:pt x="31721" y="51574"/>
                    </a:lnTo>
                    <a:lnTo>
                      <a:pt x="31721" y="59237"/>
                    </a:lnTo>
                    <a:lnTo>
                      <a:pt x="22824" y="68135"/>
                    </a:lnTo>
                    <a:lnTo>
                      <a:pt x="6186" y="68135"/>
                    </a:lnTo>
                    <a:lnTo>
                      <a:pt x="0" y="74321"/>
                    </a:lnTo>
                    <a:lnTo>
                      <a:pt x="229" y="74549"/>
                    </a:lnTo>
                    <a:lnTo>
                      <a:pt x="6323" y="68455"/>
                    </a:lnTo>
                    <a:lnTo>
                      <a:pt x="22945" y="68455"/>
                    </a:lnTo>
                    <a:lnTo>
                      <a:pt x="31980" y="59420"/>
                    </a:lnTo>
                    <a:lnTo>
                      <a:pt x="32026" y="59374"/>
                    </a:lnTo>
                    <a:lnTo>
                      <a:pt x="32026" y="51695"/>
                    </a:lnTo>
                    <a:lnTo>
                      <a:pt x="41229" y="42508"/>
                    </a:lnTo>
                    <a:lnTo>
                      <a:pt x="41259" y="42463"/>
                    </a:lnTo>
                    <a:lnTo>
                      <a:pt x="41259" y="25475"/>
                    </a:lnTo>
                    <a:lnTo>
                      <a:pt x="55032" y="11732"/>
                    </a:lnTo>
                    <a:lnTo>
                      <a:pt x="59786" y="11732"/>
                    </a:lnTo>
                    <a:lnTo>
                      <a:pt x="71320" y="213"/>
                    </a:lnTo>
                    <a:lnTo>
                      <a:pt x="71091" y="0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7" name="Google Shape;407;p14"/>
              <p:cNvSpPr/>
              <p:nvPr/>
            </p:nvSpPr>
            <p:spPr>
              <a:xfrm>
                <a:off x="2976325" y="930036"/>
                <a:ext cx="4006263" cy="4749291"/>
              </a:xfrm>
              <a:custGeom>
                <a:rect b="b" l="l" r="r" t="t"/>
                <a:pathLst>
                  <a:path extrusionOk="0" h="115794" w="97678">
                    <a:moveTo>
                      <a:pt x="97449" y="0"/>
                    </a:moveTo>
                    <a:lnTo>
                      <a:pt x="76805" y="20645"/>
                    </a:lnTo>
                    <a:lnTo>
                      <a:pt x="76744" y="20691"/>
                    </a:lnTo>
                    <a:lnTo>
                      <a:pt x="76744" y="35927"/>
                    </a:lnTo>
                    <a:lnTo>
                      <a:pt x="63107" y="49563"/>
                    </a:lnTo>
                    <a:lnTo>
                      <a:pt x="63077" y="49608"/>
                    </a:lnTo>
                    <a:lnTo>
                      <a:pt x="63077" y="56571"/>
                    </a:lnTo>
                    <a:lnTo>
                      <a:pt x="61005" y="58659"/>
                    </a:lnTo>
                    <a:lnTo>
                      <a:pt x="61005" y="62407"/>
                    </a:lnTo>
                    <a:lnTo>
                      <a:pt x="52473" y="70939"/>
                    </a:lnTo>
                    <a:lnTo>
                      <a:pt x="52412" y="70969"/>
                    </a:lnTo>
                    <a:lnTo>
                      <a:pt x="52412" y="78541"/>
                    </a:lnTo>
                    <a:lnTo>
                      <a:pt x="46912" y="84057"/>
                    </a:lnTo>
                    <a:lnTo>
                      <a:pt x="46912" y="89633"/>
                    </a:lnTo>
                    <a:lnTo>
                      <a:pt x="33123" y="103406"/>
                    </a:lnTo>
                    <a:lnTo>
                      <a:pt x="12174" y="103406"/>
                    </a:lnTo>
                    <a:lnTo>
                      <a:pt x="0" y="115565"/>
                    </a:lnTo>
                    <a:lnTo>
                      <a:pt x="229" y="115793"/>
                    </a:lnTo>
                    <a:lnTo>
                      <a:pt x="12280" y="103711"/>
                    </a:lnTo>
                    <a:lnTo>
                      <a:pt x="33245" y="103711"/>
                    </a:lnTo>
                    <a:lnTo>
                      <a:pt x="47155" y="89801"/>
                    </a:lnTo>
                    <a:lnTo>
                      <a:pt x="47216" y="89770"/>
                    </a:lnTo>
                    <a:lnTo>
                      <a:pt x="47216" y="84179"/>
                    </a:lnTo>
                    <a:lnTo>
                      <a:pt x="52732" y="78663"/>
                    </a:lnTo>
                    <a:lnTo>
                      <a:pt x="52732" y="71106"/>
                    </a:lnTo>
                    <a:lnTo>
                      <a:pt x="61264" y="62574"/>
                    </a:lnTo>
                    <a:lnTo>
                      <a:pt x="61310" y="62513"/>
                    </a:lnTo>
                    <a:lnTo>
                      <a:pt x="61310" y="58780"/>
                    </a:lnTo>
                    <a:lnTo>
                      <a:pt x="63382" y="56708"/>
                    </a:lnTo>
                    <a:lnTo>
                      <a:pt x="63382" y="49730"/>
                    </a:lnTo>
                    <a:lnTo>
                      <a:pt x="77018" y="36109"/>
                    </a:lnTo>
                    <a:lnTo>
                      <a:pt x="77048" y="36064"/>
                    </a:lnTo>
                    <a:lnTo>
                      <a:pt x="77048" y="20828"/>
                    </a:lnTo>
                    <a:lnTo>
                      <a:pt x="97678" y="198"/>
                    </a:lnTo>
                    <a:lnTo>
                      <a:pt x="97449" y="0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408" name="Google Shape;408;p14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2_Custom Layout">
  <p:cSld name="12_Custom Layout"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15"/>
          <p:cNvSpPr/>
          <p:nvPr>
            <p:ph idx="2" type="pic"/>
          </p:nvPr>
        </p:nvSpPr>
        <p:spPr>
          <a:xfrm>
            <a:off x="-1" y="622897"/>
            <a:ext cx="9337882" cy="2197036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pic>
        <p:nvPicPr>
          <p:cNvPr id="411" name="Google Shape;411;p1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sp>
        <p:nvSpPr>
          <p:cNvPr id="412" name="Google Shape;412;p15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3_Custom Layout">
  <p:cSld name="13_Custom Layout"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16"/>
          <p:cNvSpPr/>
          <p:nvPr>
            <p:ph idx="2" type="pic"/>
          </p:nvPr>
        </p:nvSpPr>
        <p:spPr>
          <a:xfrm>
            <a:off x="1481266" y="3350560"/>
            <a:ext cx="2370770" cy="237077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415" name="Google Shape;415;p16"/>
          <p:cNvSpPr/>
          <p:nvPr>
            <p:ph idx="3" type="pic"/>
          </p:nvPr>
        </p:nvSpPr>
        <p:spPr>
          <a:xfrm>
            <a:off x="4169396" y="3350560"/>
            <a:ext cx="2370770" cy="237077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416" name="Google Shape;416;p16"/>
          <p:cNvSpPr/>
          <p:nvPr>
            <p:ph idx="4" type="pic"/>
          </p:nvPr>
        </p:nvSpPr>
        <p:spPr>
          <a:xfrm>
            <a:off x="6857527" y="3350560"/>
            <a:ext cx="2370770" cy="237077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pic>
        <p:nvPicPr>
          <p:cNvPr id="417" name="Google Shape;417;p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sp>
        <p:nvSpPr>
          <p:cNvPr id="418" name="Google Shape;418;p16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4_Custom Layout">
  <p:cSld name="14_Custom Layout"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17"/>
          <p:cNvSpPr/>
          <p:nvPr>
            <p:ph idx="2" type="pic"/>
          </p:nvPr>
        </p:nvSpPr>
        <p:spPr>
          <a:xfrm>
            <a:off x="5653560" y="672033"/>
            <a:ext cx="1690792" cy="1690792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421" name="Google Shape;421;p17"/>
          <p:cNvSpPr/>
          <p:nvPr>
            <p:ph idx="3" type="pic"/>
          </p:nvPr>
        </p:nvSpPr>
        <p:spPr>
          <a:xfrm>
            <a:off x="5653560" y="2583602"/>
            <a:ext cx="1690792" cy="1690792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422" name="Google Shape;422;p17"/>
          <p:cNvSpPr/>
          <p:nvPr>
            <p:ph idx="4" type="pic"/>
          </p:nvPr>
        </p:nvSpPr>
        <p:spPr>
          <a:xfrm>
            <a:off x="5653560" y="4495171"/>
            <a:ext cx="1690792" cy="1690792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pic>
        <p:nvPicPr>
          <p:cNvPr id="423" name="Google Shape;423;p1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sp>
        <p:nvSpPr>
          <p:cNvPr id="424" name="Google Shape;424;p17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5_Custom Layout">
  <p:cSld name="15_Custom Layout"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18"/>
          <p:cNvSpPr/>
          <p:nvPr>
            <p:ph idx="2" type="pic"/>
          </p:nvPr>
        </p:nvSpPr>
        <p:spPr>
          <a:xfrm>
            <a:off x="8231618" y="728382"/>
            <a:ext cx="2099690" cy="209969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427" name="Google Shape;427;p18"/>
          <p:cNvSpPr/>
          <p:nvPr>
            <p:ph idx="3" type="pic"/>
          </p:nvPr>
        </p:nvSpPr>
        <p:spPr>
          <a:xfrm>
            <a:off x="5935846" y="728382"/>
            <a:ext cx="2099690" cy="209969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428" name="Google Shape;428;p18"/>
          <p:cNvSpPr/>
          <p:nvPr>
            <p:ph idx="4" type="pic"/>
          </p:nvPr>
        </p:nvSpPr>
        <p:spPr>
          <a:xfrm>
            <a:off x="-1" y="3366773"/>
            <a:ext cx="4525530" cy="2435478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pic>
        <p:nvPicPr>
          <p:cNvPr id="429" name="Google Shape;429;p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sp>
        <p:nvSpPr>
          <p:cNvPr id="430" name="Google Shape;430;p18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6_Custom Layout">
  <p:cSld name="16_Custom Layout"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19"/>
          <p:cNvSpPr/>
          <p:nvPr>
            <p:ph idx="2" type="pic"/>
          </p:nvPr>
        </p:nvSpPr>
        <p:spPr>
          <a:xfrm>
            <a:off x="889964" y="1372128"/>
            <a:ext cx="2137654" cy="411374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433" name="Google Shape;433;p19"/>
          <p:cNvSpPr/>
          <p:nvPr>
            <p:ph idx="3" type="pic"/>
          </p:nvPr>
        </p:nvSpPr>
        <p:spPr>
          <a:xfrm>
            <a:off x="3210142" y="1372128"/>
            <a:ext cx="2137654" cy="411374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pic>
        <p:nvPicPr>
          <p:cNvPr id="434" name="Google Shape;434;p1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sp>
        <p:nvSpPr>
          <p:cNvPr id="435" name="Google Shape;435;p19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7_Custom Layout">
  <p:cSld name="17_Custom Layout"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20"/>
          <p:cNvSpPr/>
          <p:nvPr>
            <p:ph idx="2" type="pic"/>
          </p:nvPr>
        </p:nvSpPr>
        <p:spPr>
          <a:xfrm>
            <a:off x="6896192" y="1655804"/>
            <a:ext cx="2800470" cy="5202195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pic>
        <p:nvPicPr>
          <p:cNvPr id="438" name="Google Shape;438;p2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sp>
        <p:nvSpPr>
          <p:cNvPr id="439" name="Google Shape;439;p20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8_Custom Layout">
  <p:cSld name="18_Custom Layout"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21"/>
          <p:cNvSpPr/>
          <p:nvPr>
            <p:ph idx="2" type="pic"/>
          </p:nvPr>
        </p:nvSpPr>
        <p:spPr>
          <a:xfrm>
            <a:off x="1179006" y="1014481"/>
            <a:ext cx="2768300" cy="4122516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pic>
        <p:nvPicPr>
          <p:cNvPr id="442" name="Google Shape;442;p2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sp>
        <p:nvSpPr>
          <p:cNvPr id="443" name="Google Shape;443;p21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9_Custom Layout">
  <p:cSld name="19_Custom Layout"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22"/>
          <p:cNvSpPr/>
          <p:nvPr>
            <p:ph idx="2" type="pic"/>
          </p:nvPr>
        </p:nvSpPr>
        <p:spPr>
          <a:xfrm>
            <a:off x="4930282" y="1031838"/>
            <a:ext cx="5779279" cy="2934822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pic>
        <p:nvPicPr>
          <p:cNvPr id="446" name="Google Shape;446;p2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sp>
        <p:nvSpPr>
          <p:cNvPr id="447" name="Google Shape;447;p22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0_Custom Layout">
  <p:cSld name="20_Custom Layout"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23"/>
          <p:cNvSpPr/>
          <p:nvPr>
            <p:ph idx="2" type="pic"/>
          </p:nvPr>
        </p:nvSpPr>
        <p:spPr>
          <a:xfrm>
            <a:off x="3220234" y="2120348"/>
            <a:ext cx="2279374" cy="2279374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450" name="Google Shape;450;p23"/>
          <p:cNvSpPr/>
          <p:nvPr>
            <p:ph idx="3" type="pic"/>
          </p:nvPr>
        </p:nvSpPr>
        <p:spPr>
          <a:xfrm>
            <a:off x="5712651" y="2120348"/>
            <a:ext cx="2279374" cy="2279374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451" name="Google Shape;451;p23"/>
          <p:cNvSpPr/>
          <p:nvPr>
            <p:ph idx="4" type="pic"/>
          </p:nvPr>
        </p:nvSpPr>
        <p:spPr>
          <a:xfrm>
            <a:off x="8205068" y="2120348"/>
            <a:ext cx="2279374" cy="2279374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pic>
        <p:nvPicPr>
          <p:cNvPr id="452" name="Google Shape;452;p2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53" name="Google Shape;453;p23"/>
          <p:cNvGrpSpPr/>
          <p:nvPr/>
        </p:nvGrpSpPr>
        <p:grpSpPr>
          <a:xfrm>
            <a:off x="-680840" y="-2290632"/>
            <a:ext cx="5862925" cy="5562209"/>
            <a:chOff x="-494405" y="-1584825"/>
            <a:chExt cx="4397193" cy="4171657"/>
          </a:xfrm>
        </p:grpSpPr>
        <p:grpSp>
          <p:nvGrpSpPr>
            <p:cNvPr id="454" name="Google Shape;454;p23"/>
            <p:cNvGrpSpPr/>
            <p:nvPr/>
          </p:nvGrpSpPr>
          <p:grpSpPr>
            <a:xfrm>
              <a:off x="-494405" y="-252396"/>
              <a:ext cx="1741563" cy="1288563"/>
              <a:chOff x="-494405" y="-252396"/>
              <a:chExt cx="1741563" cy="1288563"/>
            </a:xfrm>
          </p:grpSpPr>
          <p:sp>
            <p:nvSpPr>
              <p:cNvPr id="455" name="Google Shape;455;p23"/>
              <p:cNvSpPr/>
              <p:nvPr/>
            </p:nvSpPr>
            <p:spPr>
              <a:xfrm rot="2700000">
                <a:off x="-315569" y="-53821"/>
                <a:ext cx="930891" cy="891412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F5F8FF"/>
                  </a:gs>
                  <a:gs pos="18000">
                    <a:srgbClr val="F5F8FF"/>
                  </a:gs>
                  <a:gs pos="56000">
                    <a:srgbClr val="FFFFFF">
                      <a:alpha val="0"/>
                    </a:srgbClr>
                  </a:gs>
                  <a:gs pos="74000">
                    <a:srgbClr val="F5F8FF"/>
                  </a:gs>
                  <a:gs pos="100000">
                    <a:srgbClr val="F50403"/>
                  </a:gs>
                </a:gsLst>
                <a:path path="circle">
                  <a:fillToRect b="100%" l="0%" r="100%" t="0%"/>
                </a:path>
                <a:tileRect b="0%" l="-100%" r="0%" t="-100%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6" name="Google Shape;456;p23"/>
              <p:cNvSpPr/>
              <p:nvPr/>
            </p:nvSpPr>
            <p:spPr>
              <a:xfrm rot="2700000">
                <a:off x="137431" y="-53821"/>
                <a:ext cx="930891" cy="891412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F5F8FF"/>
                  </a:gs>
                  <a:gs pos="18000">
                    <a:srgbClr val="F5F8FF"/>
                  </a:gs>
                  <a:gs pos="56000">
                    <a:srgbClr val="FFFFFF">
                      <a:alpha val="0"/>
                    </a:srgbClr>
                  </a:gs>
                  <a:gs pos="74000">
                    <a:srgbClr val="F5F8FF"/>
                  </a:gs>
                  <a:gs pos="100000">
                    <a:srgbClr val="F50403"/>
                  </a:gs>
                </a:gsLst>
                <a:path path="circle">
                  <a:fillToRect b="100%" l="0%" r="100%" t="0%"/>
                </a:path>
                <a:tileRect b="0%" l="-100%" r="0%" t="-100%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57" name="Google Shape;457;p23"/>
            <p:cNvGrpSpPr/>
            <p:nvPr/>
          </p:nvGrpSpPr>
          <p:grpSpPr>
            <a:xfrm>
              <a:off x="245875" y="-51824"/>
              <a:ext cx="208200" cy="1824700"/>
              <a:chOff x="1040050" y="3812126"/>
              <a:chExt cx="208200" cy="1824700"/>
            </a:xfrm>
          </p:grpSpPr>
          <p:sp>
            <p:nvSpPr>
              <p:cNvPr id="458" name="Google Shape;458;p23"/>
              <p:cNvSpPr/>
              <p:nvPr/>
            </p:nvSpPr>
            <p:spPr>
              <a:xfrm>
                <a:off x="1040050" y="3812126"/>
                <a:ext cx="12550" cy="1824700"/>
              </a:xfrm>
              <a:custGeom>
                <a:rect b="b" l="l" r="r" t="t"/>
                <a:pathLst>
                  <a:path extrusionOk="0" h="27731" w="306">
                    <a:moveTo>
                      <a:pt x="1" y="1"/>
                    </a:moveTo>
                    <a:lnTo>
                      <a:pt x="1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46666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9" name="Google Shape;459;p23"/>
              <p:cNvSpPr/>
              <p:nvPr/>
            </p:nvSpPr>
            <p:spPr>
              <a:xfrm>
                <a:off x="1235741" y="3812126"/>
                <a:ext cx="12509" cy="1824700"/>
              </a:xfrm>
              <a:custGeom>
                <a:rect b="b" l="l" r="r" t="t"/>
                <a:pathLst>
                  <a:path extrusionOk="0" h="27731" w="305">
                    <a:moveTo>
                      <a:pt x="0" y="1"/>
                    </a:moveTo>
                    <a:lnTo>
                      <a:pt x="0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rgbClr val="EB9109">
                      <a:alpha val="46666"/>
                    </a:srgbClr>
                  </a:gs>
                  <a:gs pos="78000">
                    <a:srgbClr val="F5F8FF">
                      <a:alpha val="46666"/>
                    </a:srgbClr>
                  </a:gs>
                  <a:gs pos="100000">
                    <a:srgbClr val="F5F8FF">
                      <a:alpha val="46666"/>
                    </a:srgb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60" name="Google Shape;460;p23"/>
            <p:cNvGrpSpPr/>
            <p:nvPr/>
          </p:nvGrpSpPr>
          <p:grpSpPr>
            <a:xfrm>
              <a:off x="441574" y="-36652"/>
              <a:ext cx="699940" cy="478601"/>
              <a:chOff x="39723" y="4349021"/>
              <a:chExt cx="1061964" cy="726143"/>
            </a:xfrm>
          </p:grpSpPr>
          <p:grpSp>
            <p:nvGrpSpPr>
              <p:cNvPr id="461" name="Google Shape;461;p23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462" name="Google Shape;462;p23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F50403"/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1D1D1D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463" name="Google Shape;463;p23"/>
                <p:cNvGrpSpPr/>
                <p:nvPr/>
              </p:nvGrpSpPr>
              <p:grpSpPr>
                <a:xfrm>
                  <a:off x="1232795" y="-1740829"/>
                  <a:ext cx="717622" cy="717393"/>
                  <a:chOff x="1483457" y="3953671"/>
                  <a:chExt cx="717622" cy="717393"/>
                </a:xfrm>
              </p:grpSpPr>
              <p:sp>
                <p:nvSpPr>
                  <p:cNvPr id="464" name="Google Shape;464;p23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65" name="Google Shape;465;p23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66" name="Google Shape;466;p23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67" name="Google Shape;467;p23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68" name="Google Shape;468;p23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469" name="Google Shape;469;p23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70" name="Google Shape;470;p23"/>
            <p:cNvGrpSpPr/>
            <p:nvPr/>
          </p:nvGrpSpPr>
          <p:grpSpPr>
            <a:xfrm>
              <a:off x="955673" y="11"/>
              <a:ext cx="592576" cy="405260"/>
              <a:chOff x="39723" y="4349021"/>
              <a:chExt cx="1061964" cy="726143"/>
            </a:xfrm>
          </p:grpSpPr>
          <p:grpSp>
            <p:nvGrpSpPr>
              <p:cNvPr id="471" name="Google Shape;471;p23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472" name="Google Shape;472;p23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F50403"/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1D1D1D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473" name="Google Shape;473;p23"/>
                <p:cNvGrpSpPr/>
                <p:nvPr/>
              </p:nvGrpSpPr>
              <p:grpSpPr>
                <a:xfrm>
                  <a:off x="1232795" y="-1740829"/>
                  <a:ext cx="717622" cy="717393"/>
                  <a:chOff x="1483457" y="3953671"/>
                  <a:chExt cx="717622" cy="717393"/>
                </a:xfrm>
              </p:grpSpPr>
              <p:sp>
                <p:nvSpPr>
                  <p:cNvPr id="474" name="Google Shape;474;p23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75" name="Google Shape;475;p23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76" name="Google Shape;476;p23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77" name="Google Shape;477;p23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78" name="Google Shape;478;p23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479" name="Google Shape;479;p23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80" name="Google Shape;480;p23"/>
            <p:cNvGrpSpPr/>
            <p:nvPr/>
          </p:nvGrpSpPr>
          <p:grpSpPr>
            <a:xfrm>
              <a:off x="-1" y="621223"/>
              <a:ext cx="699940" cy="478601"/>
              <a:chOff x="39723" y="4349021"/>
              <a:chExt cx="1061964" cy="726143"/>
            </a:xfrm>
          </p:grpSpPr>
          <p:grpSp>
            <p:nvGrpSpPr>
              <p:cNvPr id="481" name="Google Shape;481;p23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482" name="Google Shape;482;p23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F50403"/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1D1D1D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483" name="Google Shape;483;p23"/>
                <p:cNvGrpSpPr/>
                <p:nvPr/>
              </p:nvGrpSpPr>
              <p:grpSpPr>
                <a:xfrm>
                  <a:off x="1232795" y="-1740829"/>
                  <a:ext cx="717622" cy="717393"/>
                  <a:chOff x="1483457" y="3953671"/>
                  <a:chExt cx="717622" cy="717393"/>
                </a:xfrm>
              </p:grpSpPr>
              <p:sp>
                <p:nvSpPr>
                  <p:cNvPr id="484" name="Google Shape;484;p23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85" name="Google Shape;485;p23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86" name="Google Shape;486;p23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87" name="Google Shape;487;p23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88" name="Google Shape;488;p23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489" name="Google Shape;489;p23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90" name="Google Shape;490;p23"/>
            <p:cNvGrpSpPr/>
            <p:nvPr/>
          </p:nvGrpSpPr>
          <p:grpSpPr>
            <a:xfrm rot="-8100000">
              <a:off x="540898" y="-1172741"/>
              <a:ext cx="2552124" cy="3347490"/>
              <a:chOff x="2976325" y="908175"/>
              <a:chExt cx="4028179" cy="5283555"/>
            </a:xfrm>
          </p:grpSpPr>
          <p:sp>
            <p:nvSpPr>
              <p:cNvPr id="491" name="Google Shape;491;p23"/>
              <p:cNvSpPr/>
              <p:nvPr/>
            </p:nvSpPr>
            <p:spPr>
              <a:xfrm>
                <a:off x="3851189" y="1072525"/>
                <a:ext cx="3153315" cy="5119205"/>
              </a:xfrm>
              <a:custGeom>
                <a:rect b="b" l="l" r="r" t="t"/>
                <a:pathLst>
                  <a:path extrusionOk="0" h="124813" w="76882">
                    <a:moveTo>
                      <a:pt x="76668" y="0"/>
                    </a:moveTo>
                    <a:lnTo>
                      <a:pt x="63260" y="13408"/>
                    </a:lnTo>
                    <a:cubicBezTo>
                      <a:pt x="62879" y="13789"/>
                      <a:pt x="62879" y="14398"/>
                      <a:pt x="63260" y="14779"/>
                    </a:cubicBezTo>
                    <a:lnTo>
                      <a:pt x="69857" y="21376"/>
                    </a:lnTo>
                    <a:cubicBezTo>
                      <a:pt x="70116" y="21620"/>
                      <a:pt x="70116" y="22046"/>
                      <a:pt x="69857" y="22305"/>
                    </a:cubicBezTo>
                    <a:lnTo>
                      <a:pt x="46546" y="45616"/>
                    </a:lnTo>
                    <a:cubicBezTo>
                      <a:pt x="46417" y="45738"/>
                      <a:pt x="46245" y="45799"/>
                      <a:pt x="46074" y="45799"/>
                    </a:cubicBezTo>
                    <a:cubicBezTo>
                      <a:pt x="45903" y="45799"/>
                      <a:pt x="45731" y="45738"/>
                      <a:pt x="45602" y="45616"/>
                    </a:cubicBezTo>
                    <a:lnTo>
                      <a:pt x="39020" y="39019"/>
                    </a:lnTo>
                    <a:cubicBezTo>
                      <a:pt x="38822" y="38836"/>
                      <a:pt x="38593" y="38745"/>
                      <a:pt x="38334" y="38745"/>
                    </a:cubicBezTo>
                    <a:cubicBezTo>
                      <a:pt x="38060" y="38745"/>
                      <a:pt x="37831" y="38836"/>
                      <a:pt x="37649" y="39019"/>
                    </a:cubicBezTo>
                    <a:lnTo>
                      <a:pt x="23357" y="53311"/>
                    </a:lnTo>
                    <a:cubicBezTo>
                      <a:pt x="22976" y="53691"/>
                      <a:pt x="22976" y="54301"/>
                      <a:pt x="23357" y="54682"/>
                    </a:cubicBezTo>
                    <a:lnTo>
                      <a:pt x="40833" y="72142"/>
                    </a:lnTo>
                    <a:cubicBezTo>
                      <a:pt x="40939" y="72279"/>
                      <a:pt x="41016" y="72432"/>
                      <a:pt x="41016" y="72614"/>
                    </a:cubicBezTo>
                    <a:cubicBezTo>
                      <a:pt x="41016" y="72812"/>
                      <a:pt x="40955" y="72965"/>
                      <a:pt x="40833" y="73102"/>
                    </a:cubicBezTo>
                    <a:lnTo>
                      <a:pt x="27090" y="86830"/>
                    </a:lnTo>
                    <a:cubicBezTo>
                      <a:pt x="26907" y="87028"/>
                      <a:pt x="26816" y="87256"/>
                      <a:pt x="26816" y="87515"/>
                    </a:cubicBezTo>
                    <a:lnTo>
                      <a:pt x="26816" y="96276"/>
                    </a:lnTo>
                    <a:cubicBezTo>
                      <a:pt x="26816" y="96459"/>
                      <a:pt x="26755" y="96611"/>
                      <a:pt x="26618" y="96748"/>
                    </a:cubicBezTo>
                    <a:lnTo>
                      <a:pt x="13225" y="110140"/>
                    </a:lnTo>
                    <a:cubicBezTo>
                      <a:pt x="13103" y="110270"/>
                      <a:pt x="12940" y="110335"/>
                      <a:pt x="12772" y="110335"/>
                    </a:cubicBezTo>
                    <a:cubicBezTo>
                      <a:pt x="12604" y="110335"/>
                      <a:pt x="12433" y="110270"/>
                      <a:pt x="12296" y="110140"/>
                    </a:cubicBezTo>
                    <a:lnTo>
                      <a:pt x="7618" y="105448"/>
                    </a:lnTo>
                    <a:cubicBezTo>
                      <a:pt x="7428" y="105257"/>
                      <a:pt x="7180" y="105162"/>
                      <a:pt x="6933" y="105162"/>
                    </a:cubicBezTo>
                    <a:cubicBezTo>
                      <a:pt x="6685" y="105162"/>
                      <a:pt x="6438" y="105257"/>
                      <a:pt x="6247" y="105448"/>
                    </a:cubicBezTo>
                    <a:lnTo>
                      <a:pt x="381" y="111314"/>
                    </a:lnTo>
                    <a:cubicBezTo>
                      <a:pt x="1" y="111695"/>
                      <a:pt x="1" y="112304"/>
                      <a:pt x="381" y="112685"/>
                    </a:cubicBezTo>
                    <a:lnTo>
                      <a:pt x="5059" y="117378"/>
                    </a:lnTo>
                    <a:cubicBezTo>
                      <a:pt x="5181" y="117515"/>
                      <a:pt x="5257" y="117667"/>
                      <a:pt x="5257" y="117850"/>
                    </a:cubicBezTo>
                    <a:cubicBezTo>
                      <a:pt x="5257" y="118048"/>
                      <a:pt x="5196" y="118200"/>
                      <a:pt x="5059" y="118322"/>
                    </a:cubicBezTo>
                    <a:lnTo>
                      <a:pt x="3231" y="120150"/>
                    </a:lnTo>
                    <a:cubicBezTo>
                      <a:pt x="2850" y="120531"/>
                      <a:pt x="2850" y="121141"/>
                      <a:pt x="3231" y="121522"/>
                    </a:cubicBezTo>
                    <a:lnTo>
                      <a:pt x="5059" y="123365"/>
                    </a:lnTo>
                    <a:cubicBezTo>
                      <a:pt x="5333" y="123609"/>
                      <a:pt x="5333" y="124020"/>
                      <a:pt x="5059" y="124295"/>
                    </a:cubicBezTo>
                    <a:cubicBezTo>
                      <a:pt x="4914" y="124432"/>
                      <a:pt x="4754" y="124489"/>
                      <a:pt x="4602" y="124489"/>
                    </a:cubicBezTo>
                    <a:cubicBezTo>
                      <a:pt x="4449" y="124489"/>
                      <a:pt x="4305" y="124432"/>
                      <a:pt x="4190" y="124340"/>
                    </a:cubicBezTo>
                    <a:cubicBezTo>
                      <a:pt x="3962" y="124173"/>
                      <a:pt x="3825" y="123838"/>
                      <a:pt x="4038" y="123487"/>
                    </a:cubicBezTo>
                    <a:lnTo>
                      <a:pt x="3764" y="123335"/>
                    </a:lnTo>
                    <a:lnTo>
                      <a:pt x="3764" y="123335"/>
                    </a:lnTo>
                    <a:cubicBezTo>
                      <a:pt x="3459" y="123838"/>
                      <a:pt x="3672" y="124356"/>
                      <a:pt x="3992" y="124599"/>
                    </a:cubicBezTo>
                    <a:cubicBezTo>
                      <a:pt x="4175" y="124736"/>
                      <a:pt x="4373" y="124813"/>
                      <a:pt x="4602" y="124813"/>
                    </a:cubicBezTo>
                    <a:cubicBezTo>
                      <a:pt x="4830" y="124813"/>
                      <a:pt x="5059" y="124736"/>
                      <a:pt x="5272" y="124477"/>
                    </a:cubicBezTo>
                    <a:cubicBezTo>
                      <a:pt x="5455" y="124295"/>
                      <a:pt x="5562" y="124066"/>
                      <a:pt x="5562" y="123792"/>
                    </a:cubicBezTo>
                    <a:cubicBezTo>
                      <a:pt x="5562" y="123533"/>
                      <a:pt x="5455" y="123304"/>
                      <a:pt x="5272" y="123106"/>
                    </a:cubicBezTo>
                    <a:lnTo>
                      <a:pt x="3444" y="121278"/>
                    </a:lnTo>
                    <a:cubicBezTo>
                      <a:pt x="3170" y="121034"/>
                      <a:pt x="3170" y="120623"/>
                      <a:pt x="3444" y="120349"/>
                    </a:cubicBezTo>
                    <a:lnTo>
                      <a:pt x="5272" y="118520"/>
                    </a:lnTo>
                    <a:cubicBezTo>
                      <a:pt x="5455" y="118337"/>
                      <a:pt x="5562" y="118094"/>
                      <a:pt x="5562" y="117835"/>
                    </a:cubicBezTo>
                    <a:cubicBezTo>
                      <a:pt x="5562" y="117576"/>
                      <a:pt x="5455" y="117332"/>
                      <a:pt x="5272" y="117149"/>
                    </a:cubicBezTo>
                    <a:lnTo>
                      <a:pt x="579" y="112456"/>
                    </a:lnTo>
                    <a:cubicBezTo>
                      <a:pt x="320" y="112213"/>
                      <a:pt x="320" y="111801"/>
                      <a:pt x="579" y="111527"/>
                    </a:cubicBezTo>
                    <a:lnTo>
                      <a:pt x="6445" y="105661"/>
                    </a:lnTo>
                    <a:cubicBezTo>
                      <a:pt x="6575" y="105532"/>
                      <a:pt x="6742" y="105467"/>
                      <a:pt x="6912" y="105467"/>
                    </a:cubicBezTo>
                    <a:cubicBezTo>
                      <a:pt x="7081" y="105467"/>
                      <a:pt x="7253" y="105532"/>
                      <a:pt x="7390" y="105661"/>
                    </a:cubicBezTo>
                    <a:lnTo>
                      <a:pt x="12067" y="110354"/>
                    </a:lnTo>
                    <a:cubicBezTo>
                      <a:pt x="12265" y="110537"/>
                      <a:pt x="12494" y="110643"/>
                      <a:pt x="12753" y="110643"/>
                    </a:cubicBezTo>
                    <a:cubicBezTo>
                      <a:pt x="13027" y="110643"/>
                      <a:pt x="13256" y="110537"/>
                      <a:pt x="13439" y="110354"/>
                    </a:cubicBezTo>
                    <a:lnTo>
                      <a:pt x="26831" y="96961"/>
                    </a:lnTo>
                    <a:cubicBezTo>
                      <a:pt x="27014" y="96779"/>
                      <a:pt x="27120" y="96550"/>
                      <a:pt x="27120" y="96276"/>
                    </a:cubicBezTo>
                    <a:lnTo>
                      <a:pt x="27120" y="87469"/>
                    </a:lnTo>
                    <a:cubicBezTo>
                      <a:pt x="27120" y="87287"/>
                      <a:pt x="27166" y="87134"/>
                      <a:pt x="27303" y="86997"/>
                    </a:cubicBezTo>
                    <a:lnTo>
                      <a:pt x="41031" y="73270"/>
                    </a:lnTo>
                    <a:cubicBezTo>
                      <a:pt x="41412" y="72889"/>
                      <a:pt x="41412" y="72279"/>
                      <a:pt x="41031" y="71898"/>
                    </a:cubicBezTo>
                    <a:lnTo>
                      <a:pt x="23571" y="54438"/>
                    </a:lnTo>
                    <a:cubicBezTo>
                      <a:pt x="23312" y="54194"/>
                      <a:pt x="23312" y="53768"/>
                      <a:pt x="23571" y="53509"/>
                    </a:cubicBezTo>
                    <a:lnTo>
                      <a:pt x="37862" y="39217"/>
                    </a:lnTo>
                    <a:cubicBezTo>
                      <a:pt x="37984" y="39095"/>
                      <a:pt x="38155" y="39035"/>
                      <a:pt x="38327" y="39035"/>
                    </a:cubicBezTo>
                    <a:cubicBezTo>
                      <a:pt x="38498" y="39035"/>
                      <a:pt x="38669" y="39095"/>
                      <a:pt x="38791" y="39217"/>
                    </a:cubicBezTo>
                    <a:lnTo>
                      <a:pt x="45373" y="45830"/>
                    </a:lnTo>
                    <a:cubicBezTo>
                      <a:pt x="45571" y="46013"/>
                      <a:pt x="45800" y="46119"/>
                      <a:pt x="46059" y="46119"/>
                    </a:cubicBezTo>
                    <a:cubicBezTo>
                      <a:pt x="46333" y="46119"/>
                      <a:pt x="46562" y="46013"/>
                      <a:pt x="46744" y="45830"/>
                    </a:cubicBezTo>
                    <a:lnTo>
                      <a:pt x="70055" y="22519"/>
                    </a:lnTo>
                    <a:cubicBezTo>
                      <a:pt x="70436" y="22138"/>
                      <a:pt x="70436" y="21528"/>
                      <a:pt x="70055" y="21148"/>
                    </a:cubicBezTo>
                    <a:lnTo>
                      <a:pt x="63473" y="14550"/>
                    </a:lnTo>
                    <a:cubicBezTo>
                      <a:pt x="63199" y="14307"/>
                      <a:pt x="63199" y="13895"/>
                      <a:pt x="63473" y="13621"/>
                    </a:cubicBezTo>
                    <a:lnTo>
                      <a:pt x="76881" y="213"/>
                    </a:lnTo>
                    <a:lnTo>
                      <a:pt x="76668" y="0"/>
                    </a:ln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2" name="Google Shape;492;p23"/>
              <p:cNvSpPr/>
              <p:nvPr/>
            </p:nvSpPr>
            <p:spPr>
              <a:xfrm>
                <a:off x="3934943" y="908175"/>
                <a:ext cx="2925190" cy="3057668"/>
              </a:xfrm>
              <a:custGeom>
                <a:rect b="b" l="l" r="r" t="t"/>
                <a:pathLst>
                  <a:path extrusionOk="0" h="74550" w="71320">
                    <a:moveTo>
                      <a:pt x="71091" y="0"/>
                    </a:moveTo>
                    <a:lnTo>
                      <a:pt x="59679" y="11397"/>
                    </a:lnTo>
                    <a:lnTo>
                      <a:pt x="54895" y="11397"/>
                    </a:lnTo>
                    <a:lnTo>
                      <a:pt x="41015" y="25307"/>
                    </a:lnTo>
                    <a:lnTo>
                      <a:pt x="40954" y="25337"/>
                    </a:lnTo>
                    <a:lnTo>
                      <a:pt x="40954" y="42325"/>
                    </a:lnTo>
                    <a:lnTo>
                      <a:pt x="31767" y="51528"/>
                    </a:lnTo>
                    <a:lnTo>
                      <a:pt x="31721" y="51574"/>
                    </a:lnTo>
                    <a:lnTo>
                      <a:pt x="31721" y="59237"/>
                    </a:lnTo>
                    <a:lnTo>
                      <a:pt x="22824" y="68135"/>
                    </a:lnTo>
                    <a:lnTo>
                      <a:pt x="6186" y="68135"/>
                    </a:lnTo>
                    <a:lnTo>
                      <a:pt x="0" y="74321"/>
                    </a:lnTo>
                    <a:lnTo>
                      <a:pt x="229" y="74549"/>
                    </a:lnTo>
                    <a:lnTo>
                      <a:pt x="6323" y="68455"/>
                    </a:lnTo>
                    <a:lnTo>
                      <a:pt x="22945" y="68455"/>
                    </a:lnTo>
                    <a:lnTo>
                      <a:pt x="31980" y="59420"/>
                    </a:lnTo>
                    <a:lnTo>
                      <a:pt x="32026" y="59374"/>
                    </a:lnTo>
                    <a:lnTo>
                      <a:pt x="32026" y="51695"/>
                    </a:lnTo>
                    <a:lnTo>
                      <a:pt x="41229" y="42508"/>
                    </a:lnTo>
                    <a:lnTo>
                      <a:pt x="41259" y="42463"/>
                    </a:lnTo>
                    <a:lnTo>
                      <a:pt x="41259" y="25475"/>
                    </a:lnTo>
                    <a:lnTo>
                      <a:pt x="55032" y="11732"/>
                    </a:lnTo>
                    <a:lnTo>
                      <a:pt x="59786" y="11732"/>
                    </a:lnTo>
                    <a:lnTo>
                      <a:pt x="71320" y="213"/>
                    </a:lnTo>
                    <a:lnTo>
                      <a:pt x="71091" y="0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3" name="Google Shape;493;p23"/>
              <p:cNvSpPr/>
              <p:nvPr/>
            </p:nvSpPr>
            <p:spPr>
              <a:xfrm>
                <a:off x="2976325" y="930036"/>
                <a:ext cx="4006263" cy="4749291"/>
              </a:xfrm>
              <a:custGeom>
                <a:rect b="b" l="l" r="r" t="t"/>
                <a:pathLst>
                  <a:path extrusionOk="0" h="115794" w="97678">
                    <a:moveTo>
                      <a:pt x="97449" y="0"/>
                    </a:moveTo>
                    <a:lnTo>
                      <a:pt x="76805" y="20645"/>
                    </a:lnTo>
                    <a:lnTo>
                      <a:pt x="76744" y="20691"/>
                    </a:lnTo>
                    <a:lnTo>
                      <a:pt x="76744" y="35927"/>
                    </a:lnTo>
                    <a:lnTo>
                      <a:pt x="63107" y="49563"/>
                    </a:lnTo>
                    <a:lnTo>
                      <a:pt x="63077" y="49608"/>
                    </a:lnTo>
                    <a:lnTo>
                      <a:pt x="63077" y="56571"/>
                    </a:lnTo>
                    <a:lnTo>
                      <a:pt x="61005" y="58659"/>
                    </a:lnTo>
                    <a:lnTo>
                      <a:pt x="61005" y="62407"/>
                    </a:lnTo>
                    <a:lnTo>
                      <a:pt x="52473" y="70939"/>
                    </a:lnTo>
                    <a:lnTo>
                      <a:pt x="52412" y="70969"/>
                    </a:lnTo>
                    <a:lnTo>
                      <a:pt x="52412" y="78541"/>
                    </a:lnTo>
                    <a:lnTo>
                      <a:pt x="46912" y="84057"/>
                    </a:lnTo>
                    <a:lnTo>
                      <a:pt x="46912" y="89633"/>
                    </a:lnTo>
                    <a:lnTo>
                      <a:pt x="33123" y="103406"/>
                    </a:lnTo>
                    <a:lnTo>
                      <a:pt x="12174" y="103406"/>
                    </a:lnTo>
                    <a:lnTo>
                      <a:pt x="0" y="115565"/>
                    </a:lnTo>
                    <a:lnTo>
                      <a:pt x="229" y="115793"/>
                    </a:lnTo>
                    <a:lnTo>
                      <a:pt x="12280" y="103711"/>
                    </a:lnTo>
                    <a:lnTo>
                      <a:pt x="33245" y="103711"/>
                    </a:lnTo>
                    <a:lnTo>
                      <a:pt x="47155" y="89801"/>
                    </a:lnTo>
                    <a:lnTo>
                      <a:pt x="47216" y="89770"/>
                    </a:lnTo>
                    <a:lnTo>
                      <a:pt x="47216" y="84179"/>
                    </a:lnTo>
                    <a:lnTo>
                      <a:pt x="52732" y="78663"/>
                    </a:lnTo>
                    <a:lnTo>
                      <a:pt x="52732" y="71106"/>
                    </a:lnTo>
                    <a:lnTo>
                      <a:pt x="61264" y="62574"/>
                    </a:lnTo>
                    <a:lnTo>
                      <a:pt x="61310" y="62513"/>
                    </a:lnTo>
                    <a:lnTo>
                      <a:pt x="61310" y="58780"/>
                    </a:lnTo>
                    <a:lnTo>
                      <a:pt x="63382" y="56708"/>
                    </a:lnTo>
                    <a:lnTo>
                      <a:pt x="63382" y="49730"/>
                    </a:lnTo>
                    <a:lnTo>
                      <a:pt x="77018" y="36109"/>
                    </a:lnTo>
                    <a:lnTo>
                      <a:pt x="77048" y="36064"/>
                    </a:lnTo>
                    <a:lnTo>
                      <a:pt x="77048" y="20828"/>
                    </a:lnTo>
                    <a:lnTo>
                      <a:pt x="97678" y="198"/>
                    </a:lnTo>
                    <a:lnTo>
                      <a:pt x="97449" y="0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494" name="Google Shape;494;p23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1_Custom Layout">
  <p:cSld name="21_Custom Layout"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p24"/>
          <p:cNvSpPr/>
          <p:nvPr>
            <p:ph idx="2" type="pic"/>
          </p:nvPr>
        </p:nvSpPr>
        <p:spPr>
          <a:xfrm>
            <a:off x="1" y="833261"/>
            <a:ext cx="4270431" cy="2504394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497" name="Google Shape;497;p24"/>
          <p:cNvSpPr/>
          <p:nvPr>
            <p:ph idx="3" type="pic"/>
          </p:nvPr>
        </p:nvSpPr>
        <p:spPr>
          <a:xfrm>
            <a:off x="1" y="3520340"/>
            <a:ext cx="4270431" cy="2504394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pic>
        <p:nvPicPr>
          <p:cNvPr id="498" name="Google Shape;498;p2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sp>
        <p:nvSpPr>
          <p:cNvPr id="499" name="Google Shape;499;p24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2_Custom Layout">
  <p:cSld name="22_Custom Layout"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p25"/>
          <p:cNvSpPr/>
          <p:nvPr>
            <p:ph idx="2" type="pic"/>
          </p:nvPr>
        </p:nvSpPr>
        <p:spPr>
          <a:xfrm>
            <a:off x="7405685" y="757036"/>
            <a:ext cx="3303874" cy="22352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502" name="Google Shape;502;p25"/>
          <p:cNvSpPr/>
          <p:nvPr>
            <p:ph idx="3" type="pic"/>
          </p:nvPr>
        </p:nvSpPr>
        <p:spPr>
          <a:xfrm>
            <a:off x="4975112" y="757036"/>
            <a:ext cx="2235200" cy="22352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503" name="Google Shape;503;p25"/>
          <p:cNvSpPr/>
          <p:nvPr>
            <p:ph idx="4" type="pic"/>
          </p:nvPr>
        </p:nvSpPr>
        <p:spPr>
          <a:xfrm>
            <a:off x="1372980" y="3265714"/>
            <a:ext cx="2430322" cy="3592286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pic>
        <p:nvPicPr>
          <p:cNvPr id="504" name="Google Shape;504;p2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sp>
        <p:nvSpPr>
          <p:cNvPr id="505" name="Google Shape;505;p25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3_Custom Layout">
  <p:cSld name="23_Custom Layout"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p26"/>
          <p:cNvSpPr/>
          <p:nvPr>
            <p:ph idx="2" type="pic"/>
          </p:nvPr>
        </p:nvSpPr>
        <p:spPr>
          <a:xfrm>
            <a:off x="945565" y="4375786"/>
            <a:ext cx="1642576" cy="1642576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508" name="Google Shape;508;p26"/>
          <p:cNvSpPr/>
          <p:nvPr>
            <p:ph idx="3" type="pic"/>
          </p:nvPr>
        </p:nvSpPr>
        <p:spPr>
          <a:xfrm>
            <a:off x="6786169" y="839634"/>
            <a:ext cx="2952916" cy="5178729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pic>
        <p:nvPicPr>
          <p:cNvPr id="509" name="Google Shape;509;p2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sp>
        <p:nvSpPr>
          <p:cNvPr id="510" name="Google Shape;510;p26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4_Custom Layout">
  <p:cSld name="24_Custom Layout">
    <p:spTree>
      <p:nvGrpSpPr>
        <p:cNvPr id="51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p27"/>
          <p:cNvSpPr/>
          <p:nvPr>
            <p:ph idx="2" type="pic"/>
          </p:nvPr>
        </p:nvSpPr>
        <p:spPr>
          <a:xfrm>
            <a:off x="6231818" y="3918532"/>
            <a:ext cx="4477745" cy="2046192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513" name="Google Shape;513;p27"/>
          <p:cNvSpPr/>
          <p:nvPr>
            <p:ph idx="3" type="pic"/>
          </p:nvPr>
        </p:nvSpPr>
        <p:spPr>
          <a:xfrm>
            <a:off x="1" y="512772"/>
            <a:ext cx="5393169" cy="2693448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pic>
        <p:nvPicPr>
          <p:cNvPr id="514" name="Google Shape;514;p2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sp>
        <p:nvSpPr>
          <p:cNvPr id="515" name="Google Shape;515;p27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5_Custom Layout">
  <p:cSld name="25_Custom Layout"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p28"/>
          <p:cNvSpPr/>
          <p:nvPr>
            <p:ph idx="2" type="pic"/>
          </p:nvPr>
        </p:nvSpPr>
        <p:spPr>
          <a:xfrm>
            <a:off x="5370288" y="616476"/>
            <a:ext cx="2965624" cy="5625045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518" name="Google Shape;518;p28"/>
          <p:cNvSpPr/>
          <p:nvPr>
            <p:ph idx="3" type="pic"/>
          </p:nvPr>
        </p:nvSpPr>
        <p:spPr>
          <a:xfrm>
            <a:off x="8505736" y="616474"/>
            <a:ext cx="2034005" cy="1778726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519" name="Google Shape;519;p28"/>
          <p:cNvSpPr/>
          <p:nvPr>
            <p:ph idx="4" type="pic"/>
          </p:nvPr>
        </p:nvSpPr>
        <p:spPr>
          <a:xfrm>
            <a:off x="8505736" y="2539633"/>
            <a:ext cx="2034005" cy="1778726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520" name="Google Shape;520;p28"/>
          <p:cNvSpPr/>
          <p:nvPr>
            <p:ph idx="5" type="pic"/>
          </p:nvPr>
        </p:nvSpPr>
        <p:spPr>
          <a:xfrm>
            <a:off x="8505736" y="4462792"/>
            <a:ext cx="2034005" cy="1778726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pic>
        <p:nvPicPr>
          <p:cNvPr id="521" name="Google Shape;521;p2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sp>
        <p:nvSpPr>
          <p:cNvPr id="522" name="Google Shape;522;p28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6_Custom Layout">
  <p:cSld name="26_Custom Layout">
    <p:spTree>
      <p:nvGrpSpPr>
        <p:cNvPr id="523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p29"/>
          <p:cNvSpPr/>
          <p:nvPr>
            <p:ph idx="2" type="pic"/>
          </p:nvPr>
        </p:nvSpPr>
        <p:spPr>
          <a:xfrm>
            <a:off x="1323522" y="1123950"/>
            <a:ext cx="2120149" cy="457835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525" name="Google Shape;525;p29"/>
          <p:cNvSpPr/>
          <p:nvPr>
            <p:ph idx="3" type="pic"/>
          </p:nvPr>
        </p:nvSpPr>
        <p:spPr>
          <a:xfrm>
            <a:off x="7849986" y="0"/>
            <a:ext cx="2120149" cy="2970706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pic>
        <p:nvPicPr>
          <p:cNvPr id="526" name="Google Shape;526;p2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sp>
        <p:nvSpPr>
          <p:cNvPr id="527" name="Google Shape;527;p29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7_Custom Layout">
  <p:cSld name="27_Custom Layout">
    <p:spTree>
      <p:nvGrpSpPr>
        <p:cNvPr id="528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p30"/>
          <p:cNvSpPr/>
          <p:nvPr>
            <p:ph idx="2" type="pic"/>
          </p:nvPr>
        </p:nvSpPr>
        <p:spPr>
          <a:xfrm>
            <a:off x="1451036" y="3571877"/>
            <a:ext cx="3685820" cy="2333621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pic>
        <p:nvPicPr>
          <p:cNvPr id="530" name="Google Shape;530;p3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sp>
        <p:nvSpPr>
          <p:cNvPr id="531" name="Google Shape;531;p30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8_Custom Layout">
  <p:cSld name="28_Custom Layout">
    <p:spTree>
      <p:nvGrpSpPr>
        <p:cNvPr id="532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p31"/>
          <p:cNvSpPr/>
          <p:nvPr>
            <p:ph idx="2" type="pic"/>
          </p:nvPr>
        </p:nvSpPr>
        <p:spPr>
          <a:xfrm>
            <a:off x="0" y="4094373"/>
            <a:ext cx="3536627" cy="2156587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534" name="Google Shape;534;p31"/>
          <p:cNvSpPr/>
          <p:nvPr>
            <p:ph idx="3" type="pic"/>
          </p:nvPr>
        </p:nvSpPr>
        <p:spPr>
          <a:xfrm>
            <a:off x="7199085" y="1"/>
            <a:ext cx="2577954" cy="3316713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pic>
        <p:nvPicPr>
          <p:cNvPr id="535" name="Google Shape;535;p3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sp>
        <p:nvSpPr>
          <p:cNvPr id="536" name="Google Shape;536;p31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p32"/>
          <p:cNvSpPr txBox="1"/>
          <p:nvPr>
            <p:ph type="title"/>
          </p:nvPr>
        </p:nvSpPr>
        <p:spPr>
          <a:xfrm>
            <a:off x="960000" y="2772433"/>
            <a:ext cx="7464000" cy="112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67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9pPr>
          </a:lstStyle>
          <a:p/>
        </p:txBody>
      </p:sp>
      <p:pic>
        <p:nvPicPr>
          <p:cNvPr id="539" name="Google Shape;539;p32"/>
          <p:cNvPicPr preferRelativeResize="0"/>
          <p:nvPr/>
        </p:nvPicPr>
        <p:blipFill rotWithShape="1">
          <a:blip r:embed="rId2">
            <a:alphaModFix amt="25000"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sp>
        <p:nvSpPr>
          <p:cNvPr id="540" name="Google Shape;540;p32"/>
          <p:cNvSpPr txBox="1"/>
          <p:nvPr/>
        </p:nvSpPr>
        <p:spPr>
          <a:xfrm>
            <a:off x="10729913" y="876583"/>
            <a:ext cx="14151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7F7F7F"/>
                </a:solidFill>
              </a:rPr>
              <a:t>codehubai.com</a:t>
            </a:r>
            <a:endParaRPr sz="1200">
              <a:solidFill>
                <a:srgbClr val="7F7F7F"/>
              </a:solidFill>
            </a:endParaRPr>
          </a:p>
        </p:txBody>
      </p:sp>
      <p:sp>
        <p:nvSpPr>
          <p:cNvPr id="541" name="Google Shape;541;p32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rgbClr val="000000"/>
                </a:solidFill>
              </a:defRPr>
            </a:lvl1pPr>
            <a:lvl2pPr lvl="1">
              <a:buNone/>
              <a:defRPr>
                <a:solidFill>
                  <a:srgbClr val="000000"/>
                </a:solidFill>
              </a:defRPr>
            </a:lvl2pPr>
            <a:lvl3pPr lvl="2">
              <a:buNone/>
              <a:defRPr>
                <a:solidFill>
                  <a:srgbClr val="000000"/>
                </a:solidFill>
              </a:defRPr>
            </a:lvl3pPr>
            <a:lvl4pPr lvl="3">
              <a:buNone/>
              <a:defRPr>
                <a:solidFill>
                  <a:srgbClr val="000000"/>
                </a:solidFill>
              </a:defRPr>
            </a:lvl4pPr>
            <a:lvl5pPr lvl="4">
              <a:buNone/>
              <a:defRPr>
                <a:solidFill>
                  <a:srgbClr val="000000"/>
                </a:solidFill>
              </a:defRPr>
            </a:lvl5pPr>
            <a:lvl6pPr lvl="5">
              <a:buNone/>
              <a:defRPr>
                <a:solidFill>
                  <a:srgbClr val="000000"/>
                </a:solidFill>
              </a:defRPr>
            </a:lvl6pPr>
            <a:lvl7pPr lvl="6">
              <a:buNone/>
              <a:defRPr>
                <a:solidFill>
                  <a:srgbClr val="000000"/>
                </a:solidFill>
              </a:defRPr>
            </a:lvl7pPr>
            <a:lvl8pPr lvl="7">
              <a:buNone/>
              <a:defRPr>
                <a:solidFill>
                  <a:srgbClr val="000000"/>
                </a:solidFill>
              </a:defRPr>
            </a:lvl8pPr>
            <a:lvl9pPr lvl="8">
              <a:buNone/>
              <a:defRPr>
                <a:solidFill>
                  <a:srgbClr val="000000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 master">
  <p:cSld name="Slide 1 master">
    <p:spTree>
      <p:nvGrpSpPr>
        <p:cNvPr id="542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p3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C2D4FF"/>
          </a:solidFill>
          <a:ln>
            <a:noFill/>
          </a:ln>
        </p:spPr>
        <p:txBody>
          <a:bodyPr anchorCtr="0" anchor="ctr" bIns="76200" lIns="76200" spcFirstLastPara="1" rIns="76200" wrap="square" tIns="762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4" name="Google Shape;544;p3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F"/>
          </a:solidFill>
          <a:ln>
            <a:noFill/>
          </a:ln>
        </p:spPr>
        <p:txBody>
          <a:bodyPr anchorCtr="0" anchor="ctr" bIns="76200" lIns="76200" spcFirstLastPara="1" rIns="76200" wrap="square" tIns="762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45" name="Google Shape;545;p33"/>
          <p:cNvPicPr preferRelativeResize="0"/>
          <p:nvPr/>
        </p:nvPicPr>
        <p:blipFill rotWithShape="1">
          <a:blip r:embed="rId2">
            <a:alphaModFix amt="25000"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sp>
        <p:nvSpPr>
          <p:cNvPr id="546" name="Google Shape;546;p33"/>
          <p:cNvSpPr txBox="1"/>
          <p:nvPr/>
        </p:nvSpPr>
        <p:spPr>
          <a:xfrm>
            <a:off x="10729913" y="876583"/>
            <a:ext cx="14151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7F7F7F"/>
                </a:solidFill>
              </a:rPr>
              <a:t>codehubai.com</a:t>
            </a:r>
            <a:endParaRPr sz="1200">
              <a:solidFill>
                <a:srgbClr val="7F7F7F"/>
              </a:solidFill>
            </a:endParaRPr>
          </a:p>
        </p:txBody>
      </p:sp>
      <p:sp>
        <p:nvSpPr>
          <p:cNvPr id="547" name="Google Shape;547;p33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 master">
  <p:cSld name="Slide 2 master"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p3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C2D4FF"/>
          </a:solidFill>
          <a:ln>
            <a:noFill/>
          </a:ln>
        </p:spPr>
        <p:txBody>
          <a:bodyPr anchorCtr="0" anchor="ctr" bIns="76200" lIns="76200" spcFirstLastPara="1" rIns="76200" wrap="square" tIns="762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0" name="Google Shape;550;p3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F"/>
          </a:solidFill>
          <a:ln>
            <a:noFill/>
          </a:ln>
        </p:spPr>
        <p:txBody>
          <a:bodyPr anchorCtr="0" anchor="ctr" bIns="76200" lIns="76200" spcFirstLastPara="1" rIns="76200" wrap="square" tIns="762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51" name="Google Shape;551;p34"/>
          <p:cNvPicPr preferRelativeResize="0"/>
          <p:nvPr/>
        </p:nvPicPr>
        <p:blipFill rotWithShape="1">
          <a:blip r:embed="rId2">
            <a:alphaModFix amt="25000"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sp>
        <p:nvSpPr>
          <p:cNvPr id="552" name="Google Shape;552;p34"/>
          <p:cNvSpPr txBox="1"/>
          <p:nvPr/>
        </p:nvSpPr>
        <p:spPr>
          <a:xfrm>
            <a:off x="10729913" y="876583"/>
            <a:ext cx="14151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7F7F7F"/>
                </a:solidFill>
              </a:rPr>
              <a:t>codehubai.com</a:t>
            </a:r>
            <a:endParaRPr sz="1200">
              <a:solidFill>
                <a:srgbClr val="7F7F7F"/>
              </a:solidFill>
            </a:endParaRPr>
          </a:p>
        </p:txBody>
      </p:sp>
      <p:sp>
        <p:nvSpPr>
          <p:cNvPr id="553" name="Google Shape;553;p34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1">
  <p:cSld name="SECTION_HEADER_1">
    <p:spTree>
      <p:nvGrpSpPr>
        <p:cNvPr id="554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p35"/>
          <p:cNvSpPr txBox="1"/>
          <p:nvPr>
            <p:ph type="title"/>
          </p:nvPr>
        </p:nvSpPr>
        <p:spPr>
          <a:xfrm>
            <a:off x="960000" y="2772433"/>
            <a:ext cx="7464000" cy="112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67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9pPr>
          </a:lstStyle>
          <a:p/>
        </p:txBody>
      </p:sp>
      <p:sp>
        <p:nvSpPr>
          <p:cNvPr id="556" name="Google Shape;556;p35"/>
          <p:cNvSpPr txBox="1"/>
          <p:nvPr>
            <p:ph hasCustomPrompt="1" idx="2" type="title"/>
          </p:nvPr>
        </p:nvSpPr>
        <p:spPr>
          <a:xfrm>
            <a:off x="960000" y="1367634"/>
            <a:ext cx="2270100" cy="13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Char char="●"/>
              <a:defRPr sz="8300">
                <a:latin typeface="Poppins"/>
                <a:ea typeface="Poppins"/>
                <a:cs typeface="Poppins"/>
                <a:sym typeface="Poppi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8000"/>
              <a:buChar char="○"/>
              <a:defRPr sz="8000"/>
            </a:lvl2pPr>
            <a:lvl3pPr lvl="2" algn="ctr">
              <a:spcBef>
                <a:spcPts val="0"/>
              </a:spcBef>
              <a:spcAft>
                <a:spcPts val="0"/>
              </a:spcAft>
              <a:buSzPts val="8000"/>
              <a:buChar char="■"/>
              <a:defRPr sz="8000"/>
            </a:lvl3pPr>
            <a:lvl4pPr lvl="3" algn="ctr">
              <a:spcBef>
                <a:spcPts val="0"/>
              </a:spcBef>
              <a:spcAft>
                <a:spcPts val="0"/>
              </a:spcAft>
              <a:buSzPts val="8000"/>
              <a:buChar char="●"/>
              <a:defRPr sz="8000"/>
            </a:lvl4pPr>
            <a:lvl5pPr lvl="4" algn="ctr">
              <a:spcBef>
                <a:spcPts val="0"/>
              </a:spcBef>
              <a:spcAft>
                <a:spcPts val="0"/>
              </a:spcAft>
              <a:buSzPts val="8000"/>
              <a:buChar char="○"/>
              <a:defRPr sz="8000"/>
            </a:lvl5pPr>
            <a:lvl6pPr lvl="5" algn="ctr">
              <a:spcBef>
                <a:spcPts val="0"/>
              </a:spcBef>
              <a:spcAft>
                <a:spcPts val="0"/>
              </a:spcAft>
              <a:buSzPts val="8000"/>
              <a:buChar char="■"/>
              <a:defRPr sz="8000"/>
            </a:lvl6pPr>
            <a:lvl7pPr lvl="6" algn="ctr">
              <a:spcBef>
                <a:spcPts val="0"/>
              </a:spcBef>
              <a:spcAft>
                <a:spcPts val="0"/>
              </a:spcAft>
              <a:buSzPts val="8000"/>
              <a:buChar char="●"/>
              <a:defRPr sz="8000"/>
            </a:lvl7pPr>
            <a:lvl8pPr lvl="7" algn="ctr">
              <a:spcBef>
                <a:spcPts val="0"/>
              </a:spcBef>
              <a:spcAft>
                <a:spcPts val="0"/>
              </a:spcAft>
              <a:buSzPts val="8000"/>
              <a:buChar char="○"/>
              <a:defRPr sz="8000"/>
            </a:lvl8pPr>
            <a:lvl9pPr lvl="8" algn="ctr">
              <a:spcBef>
                <a:spcPts val="0"/>
              </a:spcBef>
              <a:spcAft>
                <a:spcPts val="0"/>
              </a:spcAft>
              <a:buSzPts val="8000"/>
              <a:buChar char="■"/>
              <a:defRPr sz="8000"/>
            </a:lvl9pPr>
          </a:lstStyle>
          <a:p>
            <a:r>
              <a:t>xx%</a:t>
            </a:r>
          </a:p>
        </p:txBody>
      </p:sp>
      <p:sp>
        <p:nvSpPr>
          <p:cNvPr id="557" name="Google Shape;557;p35"/>
          <p:cNvSpPr txBox="1"/>
          <p:nvPr>
            <p:ph idx="1" type="subTitle"/>
          </p:nvPr>
        </p:nvSpPr>
        <p:spPr>
          <a:xfrm>
            <a:off x="960000" y="4336500"/>
            <a:ext cx="7464000" cy="6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9pPr>
          </a:lstStyle>
          <a:p/>
        </p:txBody>
      </p:sp>
      <p:grpSp>
        <p:nvGrpSpPr>
          <p:cNvPr id="558" name="Google Shape;558;p35"/>
          <p:cNvGrpSpPr/>
          <p:nvPr/>
        </p:nvGrpSpPr>
        <p:grpSpPr>
          <a:xfrm>
            <a:off x="-718924" y="-2290580"/>
            <a:ext cx="5862778" cy="5562070"/>
            <a:chOff x="-494406" y="-1584825"/>
            <a:chExt cx="4397193" cy="4171657"/>
          </a:xfrm>
        </p:grpSpPr>
        <p:grpSp>
          <p:nvGrpSpPr>
            <p:cNvPr id="559" name="Google Shape;559;p35"/>
            <p:cNvGrpSpPr/>
            <p:nvPr/>
          </p:nvGrpSpPr>
          <p:grpSpPr>
            <a:xfrm>
              <a:off x="-494406" y="-252396"/>
              <a:ext cx="1741563" cy="1288563"/>
              <a:chOff x="-494406" y="-252396"/>
              <a:chExt cx="1741563" cy="1288563"/>
            </a:xfrm>
          </p:grpSpPr>
          <p:sp>
            <p:nvSpPr>
              <p:cNvPr id="560" name="Google Shape;560;p35"/>
              <p:cNvSpPr/>
              <p:nvPr/>
            </p:nvSpPr>
            <p:spPr>
              <a:xfrm rot="2700000">
                <a:off x="-315569" y="-53821"/>
                <a:ext cx="930891" cy="891412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18000">
                    <a:schemeClr val="lt1"/>
                  </a:gs>
                  <a:gs pos="56000">
                    <a:srgbClr val="FFFFFF">
                      <a:alpha val="0"/>
                    </a:srgbClr>
                  </a:gs>
                  <a:gs pos="74000">
                    <a:schemeClr val="lt1"/>
                  </a:gs>
                  <a:gs pos="100000">
                    <a:srgbClr val="0C0A9E">
                      <a:alpha val="20000"/>
                    </a:srgbClr>
                  </a:gs>
                </a:gsLst>
                <a:path path="circle">
                  <a:fillToRect b="100%" l="0%" r="100%" t="0%"/>
                </a:path>
                <a:tileRect b="0%" l="-100%" r="0%" t="-100%"/>
              </a:gra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1" name="Google Shape;561;p35"/>
              <p:cNvSpPr/>
              <p:nvPr/>
            </p:nvSpPr>
            <p:spPr>
              <a:xfrm rot="2700000">
                <a:off x="137431" y="-53821"/>
                <a:ext cx="930891" cy="891412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18000">
                    <a:schemeClr val="lt1"/>
                  </a:gs>
                  <a:gs pos="56000">
                    <a:srgbClr val="FFFFFF">
                      <a:alpha val="0"/>
                    </a:srgbClr>
                  </a:gs>
                  <a:gs pos="74000">
                    <a:schemeClr val="lt1"/>
                  </a:gs>
                  <a:gs pos="100000">
                    <a:srgbClr val="0C0A9E">
                      <a:alpha val="20000"/>
                    </a:srgbClr>
                  </a:gs>
                </a:gsLst>
                <a:path path="circle">
                  <a:fillToRect b="100%" l="0%" r="100%" t="0%"/>
                </a:path>
                <a:tileRect b="0%" l="-100%" r="0%" t="-100%"/>
              </a:gra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62" name="Google Shape;562;p35"/>
            <p:cNvGrpSpPr/>
            <p:nvPr/>
          </p:nvGrpSpPr>
          <p:grpSpPr>
            <a:xfrm>
              <a:off x="245875" y="-51824"/>
              <a:ext cx="208200" cy="1824700"/>
              <a:chOff x="1040050" y="3812126"/>
              <a:chExt cx="208200" cy="1824700"/>
            </a:xfrm>
          </p:grpSpPr>
          <p:sp>
            <p:nvSpPr>
              <p:cNvPr id="563" name="Google Shape;563;p35"/>
              <p:cNvSpPr/>
              <p:nvPr/>
            </p:nvSpPr>
            <p:spPr>
              <a:xfrm>
                <a:off x="1040050" y="3812126"/>
                <a:ext cx="12550" cy="1824700"/>
              </a:xfrm>
              <a:custGeom>
                <a:rect b="b" l="l" r="r" t="t"/>
                <a:pathLst>
                  <a:path extrusionOk="0" h="27731" w="306">
                    <a:moveTo>
                      <a:pt x="1" y="1"/>
                    </a:moveTo>
                    <a:lnTo>
                      <a:pt x="1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4" name="Google Shape;564;p35"/>
              <p:cNvSpPr/>
              <p:nvPr/>
            </p:nvSpPr>
            <p:spPr>
              <a:xfrm>
                <a:off x="1235741" y="3812126"/>
                <a:ext cx="12509" cy="1824700"/>
              </a:xfrm>
              <a:custGeom>
                <a:rect b="b" l="l" r="r" t="t"/>
                <a:pathLst>
                  <a:path extrusionOk="0" h="27731" w="305">
                    <a:moveTo>
                      <a:pt x="0" y="1"/>
                    </a:moveTo>
                    <a:lnTo>
                      <a:pt x="0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65" name="Google Shape;565;p35"/>
            <p:cNvGrpSpPr/>
            <p:nvPr/>
          </p:nvGrpSpPr>
          <p:grpSpPr>
            <a:xfrm>
              <a:off x="441574" y="-36652"/>
              <a:ext cx="699940" cy="478601"/>
              <a:chOff x="39722" y="4349021"/>
              <a:chExt cx="1061964" cy="726143"/>
            </a:xfrm>
          </p:grpSpPr>
          <p:grpSp>
            <p:nvGrpSpPr>
              <p:cNvPr id="566" name="Google Shape;566;p35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567" name="Google Shape;567;p35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grpSp>
              <p:nvGrpSpPr>
                <p:cNvPr id="568" name="Google Shape;568;p35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569" name="Google Shape;569;p35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121900" lIns="121900" spcFirstLastPara="1" rIns="121900" wrap="square" tIns="12190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70" name="Google Shape;570;p35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121900" lIns="121900" spcFirstLastPara="1" rIns="121900" wrap="square" tIns="12190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71" name="Google Shape;571;p35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121900" lIns="121900" spcFirstLastPara="1" rIns="121900" wrap="square" tIns="12190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72" name="Google Shape;572;p35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121900" lIns="121900" spcFirstLastPara="1" rIns="121900" wrap="square" tIns="12190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73" name="Google Shape;573;p35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121900" lIns="121900" spcFirstLastPara="1" rIns="121900" wrap="square" tIns="12190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  <p:sp>
            <p:nvSpPr>
              <p:cNvPr id="574" name="Google Shape;574;p35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75" name="Google Shape;575;p35"/>
            <p:cNvGrpSpPr/>
            <p:nvPr/>
          </p:nvGrpSpPr>
          <p:grpSpPr>
            <a:xfrm>
              <a:off x="955673" y="11"/>
              <a:ext cx="592576" cy="405260"/>
              <a:chOff x="39722" y="4349021"/>
              <a:chExt cx="1061964" cy="726143"/>
            </a:xfrm>
          </p:grpSpPr>
          <p:grpSp>
            <p:nvGrpSpPr>
              <p:cNvPr id="576" name="Google Shape;576;p35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577" name="Google Shape;577;p35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grpSp>
              <p:nvGrpSpPr>
                <p:cNvPr id="578" name="Google Shape;578;p35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579" name="Google Shape;579;p35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121900" lIns="121900" spcFirstLastPara="1" rIns="121900" wrap="square" tIns="12190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80" name="Google Shape;580;p35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121900" lIns="121900" spcFirstLastPara="1" rIns="121900" wrap="square" tIns="12190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81" name="Google Shape;581;p35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121900" lIns="121900" spcFirstLastPara="1" rIns="121900" wrap="square" tIns="12190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82" name="Google Shape;582;p35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121900" lIns="121900" spcFirstLastPara="1" rIns="121900" wrap="square" tIns="12190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83" name="Google Shape;583;p35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121900" lIns="121900" spcFirstLastPara="1" rIns="121900" wrap="square" tIns="12190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  <p:sp>
            <p:nvSpPr>
              <p:cNvPr id="584" name="Google Shape;584;p35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85" name="Google Shape;585;p35"/>
            <p:cNvGrpSpPr/>
            <p:nvPr/>
          </p:nvGrpSpPr>
          <p:grpSpPr>
            <a:xfrm>
              <a:off x="-1" y="621223"/>
              <a:ext cx="699940" cy="478601"/>
              <a:chOff x="39722" y="4349021"/>
              <a:chExt cx="1061964" cy="726143"/>
            </a:xfrm>
          </p:grpSpPr>
          <p:grpSp>
            <p:nvGrpSpPr>
              <p:cNvPr id="586" name="Google Shape;586;p35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587" name="Google Shape;587;p35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grpSp>
              <p:nvGrpSpPr>
                <p:cNvPr id="588" name="Google Shape;588;p35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589" name="Google Shape;589;p35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121900" lIns="121900" spcFirstLastPara="1" rIns="121900" wrap="square" tIns="12190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90" name="Google Shape;590;p35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121900" lIns="121900" spcFirstLastPara="1" rIns="121900" wrap="square" tIns="12190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91" name="Google Shape;591;p35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121900" lIns="121900" spcFirstLastPara="1" rIns="121900" wrap="square" tIns="12190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92" name="Google Shape;592;p35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121900" lIns="121900" spcFirstLastPara="1" rIns="121900" wrap="square" tIns="12190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93" name="Google Shape;593;p35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121900" lIns="121900" spcFirstLastPara="1" rIns="121900" wrap="square" tIns="12190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  <p:sp>
            <p:nvSpPr>
              <p:cNvPr id="594" name="Google Shape;594;p35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95" name="Google Shape;595;p35"/>
            <p:cNvGrpSpPr/>
            <p:nvPr/>
          </p:nvGrpSpPr>
          <p:grpSpPr>
            <a:xfrm rot="-8100000">
              <a:off x="540898" y="-1172741"/>
              <a:ext cx="2552124" cy="3347490"/>
              <a:chOff x="2976325" y="908175"/>
              <a:chExt cx="4028179" cy="5283555"/>
            </a:xfrm>
          </p:grpSpPr>
          <p:sp>
            <p:nvSpPr>
              <p:cNvPr id="596" name="Google Shape;596;p35"/>
              <p:cNvSpPr/>
              <p:nvPr/>
            </p:nvSpPr>
            <p:spPr>
              <a:xfrm>
                <a:off x="3851189" y="1072525"/>
                <a:ext cx="3153315" cy="5119205"/>
              </a:xfrm>
              <a:custGeom>
                <a:rect b="b" l="l" r="r" t="t"/>
                <a:pathLst>
                  <a:path extrusionOk="0" h="124813" w="76882">
                    <a:moveTo>
                      <a:pt x="76668" y="0"/>
                    </a:moveTo>
                    <a:lnTo>
                      <a:pt x="63260" y="13408"/>
                    </a:lnTo>
                    <a:cubicBezTo>
                      <a:pt x="62879" y="13789"/>
                      <a:pt x="62879" y="14398"/>
                      <a:pt x="63260" y="14779"/>
                    </a:cubicBezTo>
                    <a:lnTo>
                      <a:pt x="69857" y="21376"/>
                    </a:lnTo>
                    <a:cubicBezTo>
                      <a:pt x="70116" y="21620"/>
                      <a:pt x="70116" y="22046"/>
                      <a:pt x="69857" y="22305"/>
                    </a:cubicBezTo>
                    <a:lnTo>
                      <a:pt x="46546" y="45616"/>
                    </a:lnTo>
                    <a:cubicBezTo>
                      <a:pt x="46417" y="45738"/>
                      <a:pt x="46245" y="45799"/>
                      <a:pt x="46074" y="45799"/>
                    </a:cubicBezTo>
                    <a:cubicBezTo>
                      <a:pt x="45903" y="45799"/>
                      <a:pt x="45731" y="45738"/>
                      <a:pt x="45602" y="45616"/>
                    </a:cubicBezTo>
                    <a:lnTo>
                      <a:pt x="39020" y="39019"/>
                    </a:lnTo>
                    <a:cubicBezTo>
                      <a:pt x="38822" y="38836"/>
                      <a:pt x="38593" y="38745"/>
                      <a:pt x="38334" y="38745"/>
                    </a:cubicBezTo>
                    <a:cubicBezTo>
                      <a:pt x="38060" y="38745"/>
                      <a:pt x="37831" y="38836"/>
                      <a:pt x="37649" y="39019"/>
                    </a:cubicBezTo>
                    <a:lnTo>
                      <a:pt x="23357" y="53311"/>
                    </a:lnTo>
                    <a:cubicBezTo>
                      <a:pt x="22976" y="53691"/>
                      <a:pt x="22976" y="54301"/>
                      <a:pt x="23357" y="54682"/>
                    </a:cubicBezTo>
                    <a:lnTo>
                      <a:pt x="40833" y="72142"/>
                    </a:lnTo>
                    <a:cubicBezTo>
                      <a:pt x="40939" y="72279"/>
                      <a:pt x="41016" y="72432"/>
                      <a:pt x="41016" y="72614"/>
                    </a:cubicBezTo>
                    <a:cubicBezTo>
                      <a:pt x="41016" y="72812"/>
                      <a:pt x="40955" y="72965"/>
                      <a:pt x="40833" y="73102"/>
                    </a:cubicBezTo>
                    <a:lnTo>
                      <a:pt x="27090" y="86830"/>
                    </a:lnTo>
                    <a:cubicBezTo>
                      <a:pt x="26907" y="87028"/>
                      <a:pt x="26816" y="87256"/>
                      <a:pt x="26816" y="87515"/>
                    </a:cubicBezTo>
                    <a:lnTo>
                      <a:pt x="26816" y="96276"/>
                    </a:lnTo>
                    <a:cubicBezTo>
                      <a:pt x="26816" y="96459"/>
                      <a:pt x="26755" y="96611"/>
                      <a:pt x="26618" y="96748"/>
                    </a:cubicBezTo>
                    <a:lnTo>
                      <a:pt x="13225" y="110140"/>
                    </a:lnTo>
                    <a:cubicBezTo>
                      <a:pt x="13103" y="110270"/>
                      <a:pt x="12940" y="110335"/>
                      <a:pt x="12772" y="110335"/>
                    </a:cubicBezTo>
                    <a:cubicBezTo>
                      <a:pt x="12604" y="110335"/>
                      <a:pt x="12433" y="110270"/>
                      <a:pt x="12296" y="110140"/>
                    </a:cubicBezTo>
                    <a:lnTo>
                      <a:pt x="7618" y="105448"/>
                    </a:lnTo>
                    <a:cubicBezTo>
                      <a:pt x="7428" y="105257"/>
                      <a:pt x="7180" y="105162"/>
                      <a:pt x="6933" y="105162"/>
                    </a:cubicBezTo>
                    <a:cubicBezTo>
                      <a:pt x="6685" y="105162"/>
                      <a:pt x="6438" y="105257"/>
                      <a:pt x="6247" y="105448"/>
                    </a:cubicBezTo>
                    <a:lnTo>
                      <a:pt x="381" y="111314"/>
                    </a:lnTo>
                    <a:cubicBezTo>
                      <a:pt x="1" y="111695"/>
                      <a:pt x="1" y="112304"/>
                      <a:pt x="381" y="112685"/>
                    </a:cubicBezTo>
                    <a:lnTo>
                      <a:pt x="5059" y="117378"/>
                    </a:lnTo>
                    <a:cubicBezTo>
                      <a:pt x="5181" y="117515"/>
                      <a:pt x="5257" y="117667"/>
                      <a:pt x="5257" y="117850"/>
                    </a:cubicBezTo>
                    <a:cubicBezTo>
                      <a:pt x="5257" y="118048"/>
                      <a:pt x="5196" y="118200"/>
                      <a:pt x="5059" y="118322"/>
                    </a:cubicBezTo>
                    <a:lnTo>
                      <a:pt x="3231" y="120150"/>
                    </a:lnTo>
                    <a:cubicBezTo>
                      <a:pt x="2850" y="120531"/>
                      <a:pt x="2850" y="121141"/>
                      <a:pt x="3231" y="121522"/>
                    </a:cubicBezTo>
                    <a:lnTo>
                      <a:pt x="5059" y="123365"/>
                    </a:lnTo>
                    <a:cubicBezTo>
                      <a:pt x="5333" y="123609"/>
                      <a:pt x="5333" y="124020"/>
                      <a:pt x="5059" y="124295"/>
                    </a:cubicBezTo>
                    <a:cubicBezTo>
                      <a:pt x="4914" y="124432"/>
                      <a:pt x="4754" y="124489"/>
                      <a:pt x="4602" y="124489"/>
                    </a:cubicBezTo>
                    <a:cubicBezTo>
                      <a:pt x="4449" y="124489"/>
                      <a:pt x="4305" y="124432"/>
                      <a:pt x="4190" y="124340"/>
                    </a:cubicBezTo>
                    <a:cubicBezTo>
                      <a:pt x="3962" y="124173"/>
                      <a:pt x="3825" y="123838"/>
                      <a:pt x="4038" y="123487"/>
                    </a:cubicBezTo>
                    <a:lnTo>
                      <a:pt x="3764" y="123335"/>
                    </a:lnTo>
                    <a:lnTo>
                      <a:pt x="3764" y="123335"/>
                    </a:lnTo>
                    <a:cubicBezTo>
                      <a:pt x="3459" y="123838"/>
                      <a:pt x="3672" y="124356"/>
                      <a:pt x="3992" y="124599"/>
                    </a:cubicBezTo>
                    <a:cubicBezTo>
                      <a:pt x="4175" y="124736"/>
                      <a:pt x="4373" y="124813"/>
                      <a:pt x="4602" y="124813"/>
                    </a:cubicBezTo>
                    <a:cubicBezTo>
                      <a:pt x="4830" y="124813"/>
                      <a:pt x="5059" y="124736"/>
                      <a:pt x="5272" y="124477"/>
                    </a:cubicBezTo>
                    <a:cubicBezTo>
                      <a:pt x="5455" y="124295"/>
                      <a:pt x="5562" y="124066"/>
                      <a:pt x="5562" y="123792"/>
                    </a:cubicBezTo>
                    <a:cubicBezTo>
                      <a:pt x="5562" y="123533"/>
                      <a:pt x="5455" y="123304"/>
                      <a:pt x="5272" y="123106"/>
                    </a:cubicBezTo>
                    <a:lnTo>
                      <a:pt x="3444" y="121278"/>
                    </a:lnTo>
                    <a:cubicBezTo>
                      <a:pt x="3170" y="121034"/>
                      <a:pt x="3170" y="120623"/>
                      <a:pt x="3444" y="120349"/>
                    </a:cubicBezTo>
                    <a:lnTo>
                      <a:pt x="5272" y="118520"/>
                    </a:lnTo>
                    <a:cubicBezTo>
                      <a:pt x="5455" y="118337"/>
                      <a:pt x="5562" y="118094"/>
                      <a:pt x="5562" y="117835"/>
                    </a:cubicBezTo>
                    <a:cubicBezTo>
                      <a:pt x="5562" y="117576"/>
                      <a:pt x="5455" y="117332"/>
                      <a:pt x="5272" y="117149"/>
                    </a:cubicBezTo>
                    <a:lnTo>
                      <a:pt x="579" y="112456"/>
                    </a:lnTo>
                    <a:cubicBezTo>
                      <a:pt x="320" y="112213"/>
                      <a:pt x="320" y="111801"/>
                      <a:pt x="579" y="111527"/>
                    </a:cubicBezTo>
                    <a:lnTo>
                      <a:pt x="6445" y="105661"/>
                    </a:lnTo>
                    <a:cubicBezTo>
                      <a:pt x="6575" y="105532"/>
                      <a:pt x="6742" y="105467"/>
                      <a:pt x="6912" y="105467"/>
                    </a:cubicBezTo>
                    <a:cubicBezTo>
                      <a:pt x="7081" y="105467"/>
                      <a:pt x="7253" y="105532"/>
                      <a:pt x="7390" y="105661"/>
                    </a:cubicBezTo>
                    <a:lnTo>
                      <a:pt x="12067" y="110354"/>
                    </a:lnTo>
                    <a:cubicBezTo>
                      <a:pt x="12265" y="110537"/>
                      <a:pt x="12494" y="110643"/>
                      <a:pt x="12753" y="110643"/>
                    </a:cubicBezTo>
                    <a:cubicBezTo>
                      <a:pt x="13027" y="110643"/>
                      <a:pt x="13256" y="110537"/>
                      <a:pt x="13439" y="110354"/>
                    </a:cubicBezTo>
                    <a:lnTo>
                      <a:pt x="26831" y="96961"/>
                    </a:lnTo>
                    <a:cubicBezTo>
                      <a:pt x="27014" y="96779"/>
                      <a:pt x="27120" y="96550"/>
                      <a:pt x="27120" y="96276"/>
                    </a:cubicBezTo>
                    <a:lnTo>
                      <a:pt x="27120" y="87469"/>
                    </a:lnTo>
                    <a:cubicBezTo>
                      <a:pt x="27120" y="87287"/>
                      <a:pt x="27166" y="87134"/>
                      <a:pt x="27303" y="86997"/>
                    </a:cubicBezTo>
                    <a:lnTo>
                      <a:pt x="41031" y="73270"/>
                    </a:lnTo>
                    <a:cubicBezTo>
                      <a:pt x="41412" y="72889"/>
                      <a:pt x="41412" y="72279"/>
                      <a:pt x="41031" y="71898"/>
                    </a:cubicBezTo>
                    <a:lnTo>
                      <a:pt x="23571" y="54438"/>
                    </a:lnTo>
                    <a:cubicBezTo>
                      <a:pt x="23312" y="54194"/>
                      <a:pt x="23312" y="53768"/>
                      <a:pt x="23571" y="53509"/>
                    </a:cubicBezTo>
                    <a:lnTo>
                      <a:pt x="37862" y="39217"/>
                    </a:lnTo>
                    <a:cubicBezTo>
                      <a:pt x="37984" y="39095"/>
                      <a:pt x="38155" y="39035"/>
                      <a:pt x="38327" y="39035"/>
                    </a:cubicBezTo>
                    <a:cubicBezTo>
                      <a:pt x="38498" y="39035"/>
                      <a:pt x="38669" y="39095"/>
                      <a:pt x="38791" y="39217"/>
                    </a:cubicBezTo>
                    <a:lnTo>
                      <a:pt x="45373" y="45830"/>
                    </a:lnTo>
                    <a:cubicBezTo>
                      <a:pt x="45571" y="46013"/>
                      <a:pt x="45800" y="46119"/>
                      <a:pt x="46059" y="46119"/>
                    </a:cubicBezTo>
                    <a:cubicBezTo>
                      <a:pt x="46333" y="46119"/>
                      <a:pt x="46562" y="46013"/>
                      <a:pt x="46744" y="45830"/>
                    </a:cubicBezTo>
                    <a:lnTo>
                      <a:pt x="70055" y="22519"/>
                    </a:lnTo>
                    <a:cubicBezTo>
                      <a:pt x="70436" y="22138"/>
                      <a:pt x="70436" y="21528"/>
                      <a:pt x="70055" y="21148"/>
                    </a:cubicBezTo>
                    <a:lnTo>
                      <a:pt x="63473" y="14550"/>
                    </a:lnTo>
                    <a:cubicBezTo>
                      <a:pt x="63199" y="14307"/>
                      <a:pt x="63199" y="13895"/>
                      <a:pt x="63473" y="13621"/>
                    </a:cubicBezTo>
                    <a:lnTo>
                      <a:pt x="76881" y="213"/>
                    </a:lnTo>
                    <a:lnTo>
                      <a:pt x="76668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7" name="Google Shape;597;p35"/>
              <p:cNvSpPr/>
              <p:nvPr/>
            </p:nvSpPr>
            <p:spPr>
              <a:xfrm>
                <a:off x="3934943" y="908175"/>
                <a:ext cx="2925190" cy="3057668"/>
              </a:xfrm>
              <a:custGeom>
                <a:rect b="b" l="l" r="r" t="t"/>
                <a:pathLst>
                  <a:path extrusionOk="0" h="74550" w="71320">
                    <a:moveTo>
                      <a:pt x="71091" y="0"/>
                    </a:moveTo>
                    <a:lnTo>
                      <a:pt x="59679" y="11397"/>
                    </a:lnTo>
                    <a:lnTo>
                      <a:pt x="54895" y="11397"/>
                    </a:lnTo>
                    <a:lnTo>
                      <a:pt x="41015" y="25307"/>
                    </a:lnTo>
                    <a:lnTo>
                      <a:pt x="40954" y="25337"/>
                    </a:lnTo>
                    <a:lnTo>
                      <a:pt x="40954" y="42325"/>
                    </a:lnTo>
                    <a:lnTo>
                      <a:pt x="31767" y="51528"/>
                    </a:lnTo>
                    <a:lnTo>
                      <a:pt x="31721" y="51574"/>
                    </a:lnTo>
                    <a:lnTo>
                      <a:pt x="31721" y="59237"/>
                    </a:lnTo>
                    <a:lnTo>
                      <a:pt x="22824" y="68135"/>
                    </a:lnTo>
                    <a:lnTo>
                      <a:pt x="6186" y="68135"/>
                    </a:lnTo>
                    <a:lnTo>
                      <a:pt x="0" y="74321"/>
                    </a:lnTo>
                    <a:lnTo>
                      <a:pt x="229" y="74549"/>
                    </a:lnTo>
                    <a:lnTo>
                      <a:pt x="6323" y="68455"/>
                    </a:lnTo>
                    <a:lnTo>
                      <a:pt x="22945" y="68455"/>
                    </a:lnTo>
                    <a:lnTo>
                      <a:pt x="31980" y="59420"/>
                    </a:lnTo>
                    <a:lnTo>
                      <a:pt x="32026" y="59374"/>
                    </a:lnTo>
                    <a:lnTo>
                      <a:pt x="32026" y="51695"/>
                    </a:lnTo>
                    <a:lnTo>
                      <a:pt x="41229" y="42508"/>
                    </a:lnTo>
                    <a:lnTo>
                      <a:pt x="41259" y="42463"/>
                    </a:lnTo>
                    <a:lnTo>
                      <a:pt x="41259" y="25475"/>
                    </a:lnTo>
                    <a:lnTo>
                      <a:pt x="55032" y="11732"/>
                    </a:lnTo>
                    <a:lnTo>
                      <a:pt x="59786" y="11732"/>
                    </a:lnTo>
                    <a:lnTo>
                      <a:pt x="71320" y="213"/>
                    </a:lnTo>
                    <a:lnTo>
                      <a:pt x="7109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8" name="Google Shape;598;p35"/>
              <p:cNvSpPr/>
              <p:nvPr/>
            </p:nvSpPr>
            <p:spPr>
              <a:xfrm>
                <a:off x="2976325" y="930036"/>
                <a:ext cx="4006263" cy="4749291"/>
              </a:xfrm>
              <a:custGeom>
                <a:rect b="b" l="l" r="r" t="t"/>
                <a:pathLst>
                  <a:path extrusionOk="0" h="115794" w="97678">
                    <a:moveTo>
                      <a:pt x="97449" y="0"/>
                    </a:moveTo>
                    <a:lnTo>
                      <a:pt x="76805" y="20645"/>
                    </a:lnTo>
                    <a:lnTo>
                      <a:pt x="76744" y="20691"/>
                    </a:lnTo>
                    <a:lnTo>
                      <a:pt x="76744" y="35927"/>
                    </a:lnTo>
                    <a:lnTo>
                      <a:pt x="63107" y="49563"/>
                    </a:lnTo>
                    <a:lnTo>
                      <a:pt x="63077" y="49608"/>
                    </a:lnTo>
                    <a:lnTo>
                      <a:pt x="63077" y="56571"/>
                    </a:lnTo>
                    <a:lnTo>
                      <a:pt x="61005" y="58659"/>
                    </a:lnTo>
                    <a:lnTo>
                      <a:pt x="61005" y="62407"/>
                    </a:lnTo>
                    <a:lnTo>
                      <a:pt x="52473" y="70939"/>
                    </a:lnTo>
                    <a:lnTo>
                      <a:pt x="52412" y="70969"/>
                    </a:lnTo>
                    <a:lnTo>
                      <a:pt x="52412" y="78541"/>
                    </a:lnTo>
                    <a:lnTo>
                      <a:pt x="46912" y="84057"/>
                    </a:lnTo>
                    <a:lnTo>
                      <a:pt x="46912" y="89633"/>
                    </a:lnTo>
                    <a:lnTo>
                      <a:pt x="33123" y="103406"/>
                    </a:lnTo>
                    <a:lnTo>
                      <a:pt x="12174" y="103406"/>
                    </a:lnTo>
                    <a:lnTo>
                      <a:pt x="0" y="115565"/>
                    </a:lnTo>
                    <a:lnTo>
                      <a:pt x="229" y="115793"/>
                    </a:lnTo>
                    <a:lnTo>
                      <a:pt x="12280" y="103711"/>
                    </a:lnTo>
                    <a:lnTo>
                      <a:pt x="33245" y="103711"/>
                    </a:lnTo>
                    <a:lnTo>
                      <a:pt x="47155" y="89801"/>
                    </a:lnTo>
                    <a:lnTo>
                      <a:pt x="47216" y="89770"/>
                    </a:lnTo>
                    <a:lnTo>
                      <a:pt x="47216" y="84179"/>
                    </a:lnTo>
                    <a:lnTo>
                      <a:pt x="52732" y="78663"/>
                    </a:lnTo>
                    <a:lnTo>
                      <a:pt x="52732" y="71106"/>
                    </a:lnTo>
                    <a:lnTo>
                      <a:pt x="61264" y="62574"/>
                    </a:lnTo>
                    <a:lnTo>
                      <a:pt x="61310" y="62513"/>
                    </a:lnTo>
                    <a:lnTo>
                      <a:pt x="61310" y="58780"/>
                    </a:lnTo>
                    <a:lnTo>
                      <a:pt x="63382" y="56708"/>
                    </a:lnTo>
                    <a:lnTo>
                      <a:pt x="63382" y="49730"/>
                    </a:lnTo>
                    <a:lnTo>
                      <a:pt x="77018" y="36109"/>
                    </a:lnTo>
                    <a:lnTo>
                      <a:pt x="77048" y="36064"/>
                    </a:lnTo>
                    <a:lnTo>
                      <a:pt x="77048" y="20828"/>
                    </a:lnTo>
                    <a:lnTo>
                      <a:pt x="97678" y="198"/>
                    </a:lnTo>
                    <a:lnTo>
                      <a:pt x="97449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599" name="Google Shape;599;p35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rgbClr val="000000"/>
                </a:solidFill>
              </a:defRPr>
            </a:lvl1pPr>
            <a:lvl2pPr lvl="1">
              <a:buNone/>
              <a:defRPr>
                <a:solidFill>
                  <a:srgbClr val="000000"/>
                </a:solidFill>
              </a:defRPr>
            </a:lvl2pPr>
            <a:lvl3pPr lvl="2">
              <a:buNone/>
              <a:defRPr>
                <a:solidFill>
                  <a:srgbClr val="000000"/>
                </a:solidFill>
              </a:defRPr>
            </a:lvl3pPr>
            <a:lvl4pPr lvl="3">
              <a:buNone/>
              <a:defRPr>
                <a:solidFill>
                  <a:srgbClr val="000000"/>
                </a:solidFill>
              </a:defRPr>
            </a:lvl4pPr>
            <a:lvl5pPr lvl="4">
              <a:buNone/>
              <a:defRPr>
                <a:solidFill>
                  <a:srgbClr val="000000"/>
                </a:solidFill>
              </a:defRPr>
            </a:lvl5pPr>
            <a:lvl6pPr lvl="5">
              <a:buNone/>
              <a:defRPr>
                <a:solidFill>
                  <a:srgbClr val="000000"/>
                </a:solidFill>
              </a:defRPr>
            </a:lvl6pPr>
            <a:lvl7pPr lvl="6">
              <a:buNone/>
              <a:defRPr>
                <a:solidFill>
                  <a:srgbClr val="000000"/>
                </a:solidFill>
              </a:defRPr>
            </a:lvl7pPr>
            <a:lvl8pPr lvl="7">
              <a:buNone/>
              <a:defRPr>
                <a:solidFill>
                  <a:srgbClr val="000000"/>
                </a:solidFill>
              </a:defRPr>
            </a:lvl8pPr>
            <a:lvl9pPr lvl="8">
              <a:buNone/>
              <a:defRPr>
                <a:solidFill>
                  <a:srgbClr val="000000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Custom Layout 1">
  <p:cSld name="4_Custom Layout_1">
    <p:spTree>
      <p:nvGrpSpPr>
        <p:cNvPr id="600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p36"/>
          <p:cNvSpPr/>
          <p:nvPr>
            <p:ph idx="2" type="pic"/>
          </p:nvPr>
        </p:nvSpPr>
        <p:spPr>
          <a:xfrm>
            <a:off x="0" y="2670629"/>
            <a:ext cx="9243000" cy="41874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pic>
        <p:nvPicPr>
          <p:cNvPr id="602" name="Google Shape;602;p36"/>
          <p:cNvPicPr preferRelativeResize="0"/>
          <p:nvPr/>
        </p:nvPicPr>
        <p:blipFill rotWithShape="1">
          <a:blip r:embed="rId2">
            <a:alphaModFix amt="25000"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pic>
        <p:nvPicPr>
          <p:cNvPr id="603" name="Google Shape;603;p36"/>
          <p:cNvPicPr preferRelativeResize="0"/>
          <p:nvPr/>
        </p:nvPicPr>
        <p:blipFill rotWithShape="1">
          <a:blip r:embed="rId2">
            <a:alphaModFix amt="25000"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sp>
        <p:nvSpPr>
          <p:cNvPr id="604" name="Google Shape;604;p36"/>
          <p:cNvSpPr txBox="1"/>
          <p:nvPr/>
        </p:nvSpPr>
        <p:spPr>
          <a:xfrm>
            <a:off x="10729913" y="876583"/>
            <a:ext cx="14151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7F7F7F"/>
                </a:solidFill>
              </a:rPr>
              <a:t>codehubai.com</a:t>
            </a:r>
            <a:endParaRPr sz="1200">
              <a:solidFill>
                <a:srgbClr val="7F7F7F"/>
              </a:solidFill>
            </a:endParaRPr>
          </a:p>
        </p:txBody>
      </p:sp>
      <p:sp>
        <p:nvSpPr>
          <p:cNvPr id="605" name="Google Shape;605;p36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33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10.xml"/><Relationship Id="rId3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13.xml"/><Relationship Id="rId35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12.xml"/><Relationship Id="rId34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36" Type="http://schemas.openxmlformats.org/officeDocument/2006/relationships/theme" Target="../theme/theme2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8FF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/>
        </p:nvSpPr>
        <p:spPr>
          <a:xfrm>
            <a:off x="205350" y="6441875"/>
            <a:ext cx="4053300" cy="29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474747"/>
                </a:solidFill>
                <a:latin typeface="IBM Plex Mono Light"/>
                <a:ea typeface="IBM Plex Mono Light"/>
                <a:cs typeface="IBM Plex Mono Light"/>
                <a:sym typeface="IBM Plex Mono Light"/>
              </a:rPr>
              <a:t>© </a:t>
            </a:r>
            <a:r>
              <a:rPr lang="en-US" sz="1000">
                <a:solidFill>
                  <a:srgbClr val="262626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CodeHub AI, </a:t>
            </a:r>
            <a:r>
              <a:rPr lang="en-US" sz="1000">
                <a:solidFill>
                  <a:srgbClr val="262626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all rights reserved</a:t>
            </a:r>
            <a:endParaRPr sz="1000">
              <a:solidFill>
                <a:srgbClr val="262626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sp>
        <p:nvSpPr>
          <p:cNvPr id="7" name="Google Shape;7;p1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buNone/>
              <a:defRPr sz="1300">
                <a:solidFill>
                  <a:schemeClr val="tx1"/>
                </a:solidFill>
              </a:defRPr>
            </a:lvl1pPr>
            <a:lvl2pPr lvl="1" algn="r">
              <a:buNone/>
              <a:defRPr sz="1300">
                <a:solidFill>
                  <a:schemeClr val="tx1"/>
                </a:solidFill>
              </a:defRPr>
            </a:lvl2pPr>
            <a:lvl3pPr lvl="2" algn="r">
              <a:buNone/>
              <a:defRPr sz="1300">
                <a:solidFill>
                  <a:schemeClr val="tx1"/>
                </a:solidFill>
              </a:defRPr>
            </a:lvl3pPr>
            <a:lvl4pPr lvl="3" algn="r">
              <a:buNone/>
              <a:defRPr sz="1300">
                <a:solidFill>
                  <a:schemeClr val="tx1"/>
                </a:solidFill>
              </a:defRPr>
            </a:lvl4pPr>
            <a:lvl5pPr lvl="4" algn="r">
              <a:buNone/>
              <a:defRPr sz="1300">
                <a:solidFill>
                  <a:schemeClr val="tx1"/>
                </a:solidFill>
              </a:defRPr>
            </a:lvl5pPr>
            <a:lvl6pPr lvl="5" algn="r">
              <a:buNone/>
              <a:defRPr sz="1300">
                <a:solidFill>
                  <a:schemeClr val="tx1"/>
                </a:solidFill>
              </a:defRPr>
            </a:lvl6pPr>
            <a:lvl7pPr lvl="6" algn="r">
              <a:buNone/>
              <a:defRPr sz="1300">
                <a:solidFill>
                  <a:schemeClr val="tx1"/>
                </a:solidFill>
              </a:defRPr>
            </a:lvl7pPr>
            <a:lvl8pPr lvl="7" algn="r">
              <a:buNone/>
              <a:defRPr sz="1300">
                <a:solidFill>
                  <a:schemeClr val="tx1"/>
                </a:solidFill>
              </a:defRPr>
            </a:lvl8pPr>
            <a:lvl9pPr lvl="8" algn="r">
              <a:buNone/>
              <a:defRPr sz="1300">
                <a:solidFill>
                  <a:schemeClr val="tx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png"/><Relationship Id="rId4" Type="http://schemas.openxmlformats.org/officeDocument/2006/relationships/image" Target="../media/image15.png"/><Relationship Id="rId5" Type="http://schemas.openxmlformats.org/officeDocument/2006/relationships/image" Target="../media/image7.png"/><Relationship Id="rId6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3.png"/><Relationship Id="rId4" Type="http://schemas.openxmlformats.org/officeDocument/2006/relationships/image" Target="../media/image17.png"/><Relationship Id="rId5" Type="http://schemas.openxmlformats.org/officeDocument/2006/relationships/image" Target="../media/image10.png"/><Relationship Id="rId6" Type="http://schemas.openxmlformats.org/officeDocument/2006/relationships/image" Target="../media/image1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Relationship Id="rId4" Type="http://schemas.openxmlformats.org/officeDocument/2006/relationships/image" Target="../media/image12.png"/><Relationship Id="rId5" Type="http://schemas.openxmlformats.org/officeDocument/2006/relationships/image" Target="../media/image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5.png"/><Relationship Id="rId4" Type="http://schemas.openxmlformats.org/officeDocument/2006/relationships/image" Target="../media/image18.png"/><Relationship Id="rId5" Type="http://schemas.openxmlformats.org/officeDocument/2006/relationships/image" Target="../media/image12.png"/><Relationship Id="rId6" Type="http://schemas.openxmlformats.org/officeDocument/2006/relationships/image" Target="../media/image24.png"/><Relationship Id="rId7" Type="http://schemas.openxmlformats.org/officeDocument/2006/relationships/image" Target="../media/image46.png"/><Relationship Id="rId8" Type="http://schemas.openxmlformats.org/officeDocument/2006/relationships/image" Target="../media/image2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5.png"/><Relationship Id="rId4" Type="http://schemas.openxmlformats.org/officeDocument/2006/relationships/image" Target="../media/image30.png"/><Relationship Id="rId5" Type="http://schemas.openxmlformats.org/officeDocument/2006/relationships/image" Target="../media/image3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7.png"/><Relationship Id="rId4" Type="http://schemas.openxmlformats.org/officeDocument/2006/relationships/image" Target="../media/image20.png"/><Relationship Id="rId5" Type="http://schemas.openxmlformats.org/officeDocument/2006/relationships/image" Target="../media/image26.png"/><Relationship Id="rId6" Type="http://schemas.openxmlformats.org/officeDocument/2006/relationships/image" Target="../media/image22.png"/><Relationship Id="rId7" Type="http://schemas.openxmlformats.org/officeDocument/2006/relationships/image" Target="../media/image3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9.png"/><Relationship Id="rId4" Type="http://schemas.openxmlformats.org/officeDocument/2006/relationships/image" Target="../media/image28.png"/><Relationship Id="rId5" Type="http://schemas.openxmlformats.org/officeDocument/2006/relationships/image" Target="../media/image23.png"/><Relationship Id="rId6" Type="http://schemas.openxmlformats.org/officeDocument/2006/relationships/image" Target="../media/image2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9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4.png"/><Relationship Id="rId4" Type="http://schemas.openxmlformats.org/officeDocument/2006/relationships/image" Target="../media/image31.png"/><Relationship Id="rId5" Type="http://schemas.openxmlformats.org/officeDocument/2006/relationships/image" Target="../media/image38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0.png"/><Relationship Id="rId4" Type="http://schemas.openxmlformats.org/officeDocument/2006/relationships/image" Target="../media/image43.png"/><Relationship Id="rId5" Type="http://schemas.openxmlformats.org/officeDocument/2006/relationships/image" Target="../media/image37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41.png"/><Relationship Id="rId4" Type="http://schemas.openxmlformats.org/officeDocument/2006/relationships/image" Target="../media/image42.png"/><Relationship Id="rId5" Type="http://schemas.openxmlformats.org/officeDocument/2006/relationships/image" Target="../media/image45.png"/><Relationship Id="rId6" Type="http://schemas.openxmlformats.org/officeDocument/2006/relationships/image" Target="../media/image44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9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0" name="Google Shape;610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81323" y="760452"/>
            <a:ext cx="3742753" cy="3742753"/>
          </a:xfrm>
          <a:prstGeom prst="rect">
            <a:avLst/>
          </a:prstGeom>
          <a:noFill/>
          <a:ln>
            <a:noFill/>
          </a:ln>
        </p:spPr>
      </p:pic>
      <p:sp>
        <p:nvSpPr>
          <p:cNvPr id="611" name="Google Shape;611;p37"/>
          <p:cNvSpPr txBox="1"/>
          <p:nvPr/>
        </p:nvSpPr>
        <p:spPr>
          <a:xfrm>
            <a:off x="3954538" y="3682248"/>
            <a:ext cx="50016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400">
                <a:solidFill>
                  <a:srgbClr val="06B3F3"/>
                </a:solidFill>
                <a:latin typeface="Poppins"/>
                <a:ea typeface="Poppins"/>
                <a:cs typeface="Poppins"/>
                <a:sym typeface="Poppins"/>
              </a:rPr>
              <a:t>Generative AI </a:t>
            </a:r>
            <a:endParaRPr/>
          </a:p>
        </p:txBody>
      </p:sp>
      <p:sp>
        <p:nvSpPr>
          <p:cNvPr id="612" name="Google Shape;612;p37"/>
          <p:cNvSpPr txBox="1"/>
          <p:nvPr/>
        </p:nvSpPr>
        <p:spPr>
          <a:xfrm>
            <a:off x="4044650" y="4418675"/>
            <a:ext cx="81879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800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rPr>
              <a:t>Full Stack Developer</a:t>
            </a:r>
            <a:endParaRPr sz="4800">
              <a:solidFill>
                <a:srgbClr val="7F7F7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13" name="Google Shape;613;p37"/>
          <p:cNvSpPr/>
          <p:nvPr/>
        </p:nvSpPr>
        <p:spPr>
          <a:xfrm>
            <a:off x="4080325" y="3723225"/>
            <a:ext cx="995100" cy="105600"/>
          </a:xfrm>
          <a:prstGeom prst="roundRect">
            <a:avLst>
              <a:gd fmla="val 50000" name="adj"/>
            </a:avLst>
          </a:prstGeom>
          <a:solidFill>
            <a:srgbClr val="06B3F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14" name="Google Shape;614;p3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97275" y="3026375"/>
            <a:ext cx="2811375" cy="2168575"/>
          </a:xfrm>
          <a:prstGeom prst="rect">
            <a:avLst/>
          </a:prstGeom>
          <a:noFill/>
          <a:ln>
            <a:noFill/>
          </a:ln>
        </p:spPr>
      </p:pic>
      <p:sp>
        <p:nvSpPr>
          <p:cNvPr id="615" name="Google Shape;615;p37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9" name="Shape 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20" name="Google Shape;620;p38"/>
          <p:cNvGrpSpPr/>
          <p:nvPr/>
        </p:nvGrpSpPr>
        <p:grpSpPr>
          <a:xfrm>
            <a:off x="868425" y="2469824"/>
            <a:ext cx="7362900" cy="892801"/>
            <a:chOff x="800250" y="1467172"/>
            <a:chExt cx="7362900" cy="892801"/>
          </a:xfrm>
        </p:grpSpPr>
        <p:sp>
          <p:nvSpPr>
            <p:cNvPr id="621" name="Google Shape;621;p38"/>
            <p:cNvSpPr txBox="1"/>
            <p:nvPr/>
          </p:nvSpPr>
          <p:spPr>
            <a:xfrm>
              <a:off x="800250" y="1467173"/>
              <a:ext cx="7362900" cy="89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5200">
                  <a:solidFill>
                    <a:schemeClr val="accent1"/>
                  </a:solidFill>
                  <a:latin typeface="Poppins"/>
                  <a:ea typeface="Poppins"/>
                  <a:cs typeface="Poppins"/>
                  <a:sym typeface="Poppins"/>
                </a:rPr>
                <a:t>Course D</a:t>
              </a:r>
              <a:r>
                <a:rPr b="1" lang="en-US" sz="5200">
                  <a:solidFill>
                    <a:srgbClr val="262626"/>
                  </a:solidFill>
                  <a:latin typeface="Poppins"/>
                  <a:ea typeface="Poppins"/>
                  <a:cs typeface="Poppins"/>
                  <a:sym typeface="Poppins"/>
                </a:rPr>
                <a:t> : </a:t>
              </a:r>
              <a:r>
                <a:rPr b="1" lang="en-US" sz="4800">
                  <a:solidFill>
                    <a:srgbClr val="262626"/>
                  </a:solidFill>
                  <a:latin typeface="Poppins"/>
                  <a:ea typeface="Poppins"/>
                  <a:cs typeface="Poppins"/>
                  <a:sym typeface="Poppins"/>
                </a:rPr>
                <a:t>Agentic AI</a:t>
              </a:r>
              <a:endParaRPr b="1" sz="4800">
                <a:solidFill>
                  <a:srgbClr val="06B3F3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622" name="Google Shape;622;p38"/>
            <p:cNvSpPr/>
            <p:nvPr/>
          </p:nvSpPr>
          <p:spPr>
            <a:xfrm>
              <a:off x="937845" y="1467172"/>
              <a:ext cx="995100" cy="105600"/>
            </a:xfrm>
            <a:prstGeom prst="roundRect">
              <a:avLst>
                <a:gd fmla="val 50000" name="adj"/>
              </a:avLst>
            </a:prstGeom>
            <a:solidFill>
              <a:srgbClr val="06B3F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6B3F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23" name="Google Shape;623;p38"/>
          <p:cNvSpPr txBox="1"/>
          <p:nvPr>
            <p:ph idx="12" type="sldNum"/>
          </p:nvPr>
        </p:nvSpPr>
        <p:spPr>
          <a:xfrm>
            <a:off x="11674248" y="6428527"/>
            <a:ext cx="466500" cy="42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7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Google Shape;628;p39"/>
          <p:cNvSpPr txBox="1"/>
          <p:nvPr/>
        </p:nvSpPr>
        <p:spPr>
          <a:xfrm>
            <a:off x="1121150" y="2336100"/>
            <a:ext cx="9720600" cy="11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4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04</a:t>
            </a:r>
            <a:endParaRPr b="1" sz="3400">
              <a:solidFill>
                <a:srgbClr val="262626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Scientific Paper Agent using LangGraph</a:t>
            </a:r>
            <a:endParaRPr b="1" sz="3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29" name="Google Shape;629;p39"/>
          <p:cNvSpPr txBox="1"/>
          <p:nvPr>
            <p:ph idx="12" type="sldNum"/>
          </p:nvPr>
        </p:nvSpPr>
        <p:spPr>
          <a:xfrm>
            <a:off x="11676048" y="6415126"/>
            <a:ext cx="464700" cy="44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30" name="Google Shape;630;p39"/>
          <p:cNvSpPr txBox="1"/>
          <p:nvPr/>
        </p:nvSpPr>
        <p:spPr>
          <a:xfrm>
            <a:off x="1504700" y="3475200"/>
            <a:ext cx="8953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/>
              <a:t>An intelligent research assistant for navigating and analyzing scientific literature</a:t>
            </a:r>
            <a:endParaRPr sz="16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4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Google Shape;635;p40"/>
          <p:cNvSpPr txBox="1"/>
          <p:nvPr/>
        </p:nvSpPr>
        <p:spPr>
          <a:xfrm>
            <a:off x="337851" y="433775"/>
            <a:ext cx="23745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rPr>
              <a:t>Agenda</a:t>
            </a:r>
            <a:endParaRPr sz="1200">
              <a:solidFill>
                <a:schemeClr val="accent1"/>
              </a:solidFill>
            </a:endParaRPr>
          </a:p>
        </p:txBody>
      </p:sp>
      <p:sp>
        <p:nvSpPr>
          <p:cNvPr id="636" name="Google Shape;636;p40"/>
          <p:cNvSpPr/>
          <p:nvPr/>
        </p:nvSpPr>
        <p:spPr>
          <a:xfrm>
            <a:off x="328261" y="328179"/>
            <a:ext cx="995100" cy="1056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7" name="Google Shape;637;p40"/>
          <p:cNvSpPr txBox="1"/>
          <p:nvPr/>
        </p:nvSpPr>
        <p:spPr>
          <a:xfrm>
            <a:off x="1160092" y="1566825"/>
            <a:ext cx="3492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The Research Challenge</a:t>
            </a:r>
            <a:endParaRPr b="1" sz="16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38" name="Google Shape;638;p40"/>
          <p:cNvSpPr txBox="1"/>
          <p:nvPr/>
        </p:nvSpPr>
        <p:spPr>
          <a:xfrm>
            <a:off x="1160092" y="2005900"/>
            <a:ext cx="394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Solution Overview</a:t>
            </a:r>
            <a:endParaRPr sz="16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39" name="Google Shape;639;p40"/>
          <p:cNvSpPr txBox="1"/>
          <p:nvPr/>
        </p:nvSpPr>
        <p:spPr>
          <a:xfrm>
            <a:off x="1170318" y="3285163"/>
            <a:ext cx="3492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Technical Stack</a:t>
            </a:r>
            <a:endParaRPr sz="16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40" name="Google Shape;640;p40"/>
          <p:cNvSpPr txBox="1"/>
          <p:nvPr/>
        </p:nvSpPr>
        <p:spPr>
          <a:xfrm>
            <a:off x="1160092" y="2444975"/>
            <a:ext cx="43047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Key Components</a:t>
            </a:r>
            <a:r>
              <a:rPr b="1" lang="en-US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	</a:t>
            </a:r>
            <a:endParaRPr sz="16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41" name="Google Shape;641;p40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42" name="Google Shape;642;p40"/>
          <p:cNvSpPr txBox="1"/>
          <p:nvPr/>
        </p:nvSpPr>
        <p:spPr>
          <a:xfrm>
            <a:off x="1160092" y="2857625"/>
            <a:ext cx="2494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System Architecture</a:t>
            </a:r>
            <a:r>
              <a:rPr b="1" lang="en-US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	</a:t>
            </a:r>
            <a:endParaRPr sz="16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643" name="Google Shape;643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33825" y="1729575"/>
            <a:ext cx="105600" cy="10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44" name="Google Shape;644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33825" y="2168650"/>
            <a:ext cx="105600" cy="10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45" name="Google Shape;645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33825" y="2594513"/>
            <a:ext cx="105600" cy="10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46" name="Google Shape;646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33825" y="3027825"/>
            <a:ext cx="105600" cy="10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47" name="Google Shape;647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33825" y="3430213"/>
            <a:ext cx="105600" cy="105600"/>
          </a:xfrm>
          <a:prstGeom prst="rect">
            <a:avLst/>
          </a:prstGeom>
          <a:noFill/>
          <a:ln>
            <a:noFill/>
          </a:ln>
        </p:spPr>
      </p:pic>
      <p:sp>
        <p:nvSpPr>
          <p:cNvPr id="648" name="Google Shape;648;p40"/>
          <p:cNvSpPr txBox="1"/>
          <p:nvPr/>
        </p:nvSpPr>
        <p:spPr>
          <a:xfrm>
            <a:off x="1170318" y="3687963"/>
            <a:ext cx="3492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Agent Tools</a:t>
            </a:r>
            <a:endParaRPr sz="16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649" name="Google Shape;649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33825" y="3833013"/>
            <a:ext cx="105600" cy="105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3" name="Shape 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Google Shape;654;p41"/>
          <p:cNvSpPr txBox="1"/>
          <p:nvPr/>
        </p:nvSpPr>
        <p:spPr>
          <a:xfrm>
            <a:off x="356875" y="350625"/>
            <a:ext cx="6561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US" sz="2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The Research Challenge</a:t>
            </a:r>
            <a:endParaRPr b="1" sz="2300">
              <a:solidFill>
                <a:srgbClr val="262626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55" name="Google Shape;655;p41"/>
          <p:cNvSpPr/>
          <p:nvPr/>
        </p:nvSpPr>
        <p:spPr>
          <a:xfrm>
            <a:off x="467636" y="306779"/>
            <a:ext cx="995100" cy="1056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6" name="Google Shape;656;p41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57" name="Google Shape;657;p41"/>
          <p:cNvSpPr txBox="1"/>
          <p:nvPr/>
        </p:nvSpPr>
        <p:spPr>
          <a:xfrm>
            <a:off x="467625" y="1756600"/>
            <a:ext cx="7176000" cy="387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Poppins"/>
              <a:buChar char="●"/>
            </a:pPr>
            <a:r>
              <a:rPr lang="en-US" sz="1600">
                <a:latin typeface="Poppins"/>
                <a:ea typeface="Poppins"/>
                <a:cs typeface="Poppins"/>
                <a:sym typeface="Poppins"/>
              </a:rPr>
              <a:t>Researchers spend 30–50% of R&amp;D time reading, analyzing,</a:t>
            </a:r>
            <a:endParaRPr sz="1600"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latin typeface="Poppins"/>
                <a:ea typeface="Poppins"/>
                <a:cs typeface="Poppins"/>
                <a:sym typeface="Poppins"/>
              </a:rPr>
              <a:t>and synthesizing academic papers</a:t>
            </a:r>
            <a:endParaRPr sz="1600"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Poppins"/>
              <a:ea typeface="Poppins"/>
              <a:cs typeface="Poppins"/>
              <a:sym typeface="Poppins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Poppins"/>
              <a:buChar char="●"/>
            </a:pPr>
            <a:r>
              <a:rPr lang="en-US" sz="1600">
                <a:latin typeface="Poppins"/>
                <a:ea typeface="Poppins"/>
                <a:cs typeface="Poppins"/>
                <a:sym typeface="Poppins"/>
              </a:rPr>
              <a:t>Inefficient search processes across fragmented database</a:t>
            </a:r>
            <a:endParaRPr sz="1600"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latin typeface="Poppins"/>
                <a:ea typeface="Poppins"/>
                <a:cs typeface="Poppins"/>
                <a:sym typeface="Poppins"/>
              </a:rPr>
              <a:t>ecosystems</a:t>
            </a:r>
            <a:endParaRPr sz="1600"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Poppins"/>
              <a:ea typeface="Poppins"/>
              <a:cs typeface="Poppins"/>
              <a:sym typeface="Poppins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Poppins"/>
              <a:buChar char="●"/>
            </a:pPr>
            <a:r>
              <a:rPr lang="en-US" sz="1600">
                <a:latin typeface="Poppins"/>
                <a:ea typeface="Poppins"/>
                <a:cs typeface="Poppins"/>
                <a:sym typeface="Poppins"/>
              </a:rPr>
              <a:t>Complex task of synthesizing and connecting findings</a:t>
            </a:r>
            <a:endParaRPr sz="1600"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latin typeface="Poppins"/>
                <a:ea typeface="Poppins"/>
                <a:cs typeface="Poppins"/>
                <a:sym typeface="Poppins"/>
              </a:rPr>
              <a:t>across multiple papers</a:t>
            </a:r>
            <a:endParaRPr sz="1600"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Poppins"/>
              <a:ea typeface="Poppins"/>
              <a:cs typeface="Poppins"/>
              <a:sym typeface="Poppins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Poppins"/>
              <a:buChar char="●"/>
            </a:pPr>
            <a:r>
              <a:rPr lang="en-US" sz="1600">
                <a:latin typeface="Poppins"/>
                <a:ea typeface="Poppins"/>
                <a:cs typeface="Poppins"/>
                <a:sym typeface="Poppins"/>
              </a:rPr>
              <a:t>Resource-intensive maintenance of comprehensive literature</a:t>
            </a:r>
            <a:endParaRPr sz="1600"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latin typeface="Poppins"/>
                <a:ea typeface="Poppins"/>
                <a:cs typeface="Poppins"/>
                <a:sym typeface="Poppins"/>
              </a:rPr>
              <a:t>reviews</a:t>
            </a:r>
            <a:endParaRPr sz="1600"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Poppins"/>
              <a:ea typeface="Poppins"/>
              <a:cs typeface="Poppins"/>
              <a:sym typeface="Poppins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Poppins"/>
              <a:buChar char="●"/>
            </a:pPr>
            <a:r>
              <a:rPr lang="en-US" sz="1600">
                <a:latin typeface="Poppins"/>
                <a:ea typeface="Poppins"/>
                <a:cs typeface="Poppins"/>
                <a:sym typeface="Poppins"/>
              </a:rPr>
              <a:t>Ongoing effort required to stay current with new publications</a:t>
            </a:r>
            <a:endParaRPr sz="16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6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658" name="Google Shape;658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52925" y="1410812"/>
            <a:ext cx="769425" cy="769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59" name="Google Shape;659;p4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306300" y="2746913"/>
            <a:ext cx="616050" cy="616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60" name="Google Shape;660;p4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306300" y="3863037"/>
            <a:ext cx="616050" cy="616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61" name="Google Shape;661;p4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324800" y="5061763"/>
            <a:ext cx="579050" cy="579050"/>
          </a:xfrm>
          <a:prstGeom prst="rect">
            <a:avLst/>
          </a:prstGeom>
          <a:noFill/>
          <a:ln>
            <a:noFill/>
          </a:ln>
        </p:spPr>
      </p:pic>
      <p:sp>
        <p:nvSpPr>
          <p:cNvPr id="662" name="Google Shape;662;p41"/>
          <p:cNvSpPr txBox="1"/>
          <p:nvPr/>
        </p:nvSpPr>
        <p:spPr>
          <a:xfrm>
            <a:off x="9004425" y="1487738"/>
            <a:ext cx="15114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Poppins"/>
                <a:ea typeface="Poppins"/>
                <a:cs typeface="Poppins"/>
                <a:sym typeface="Poppins"/>
              </a:rPr>
              <a:t>Research Time</a:t>
            </a:r>
            <a:endParaRPr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Poppins"/>
                <a:ea typeface="Poppins"/>
                <a:cs typeface="Poppins"/>
                <a:sym typeface="Poppins"/>
              </a:rPr>
              <a:t>30-50%</a:t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63" name="Google Shape;663;p41"/>
          <p:cNvSpPr txBox="1"/>
          <p:nvPr/>
        </p:nvSpPr>
        <p:spPr>
          <a:xfrm>
            <a:off x="9004425" y="2769888"/>
            <a:ext cx="17721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Poppins"/>
                <a:ea typeface="Poppins"/>
                <a:cs typeface="Poppins"/>
                <a:sym typeface="Poppins"/>
              </a:rPr>
              <a:t>Search Inefficiency</a:t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64" name="Google Shape;664;p41"/>
          <p:cNvSpPr txBox="1"/>
          <p:nvPr/>
        </p:nvSpPr>
        <p:spPr>
          <a:xfrm>
            <a:off x="9004425" y="3836638"/>
            <a:ext cx="17721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Poppins"/>
                <a:ea typeface="Poppins"/>
                <a:cs typeface="Poppins"/>
                <a:sym typeface="Poppins"/>
              </a:rPr>
              <a:t>Synthesis Complexity</a:t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65" name="Google Shape;665;p41"/>
          <p:cNvSpPr txBox="1"/>
          <p:nvPr/>
        </p:nvSpPr>
        <p:spPr>
          <a:xfrm>
            <a:off x="9004425" y="5151188"/>
            <a:ext cx="14859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Poppins"/>
                <a:ea typeface="Poppins"/>
                <a:cs typeface="Poppins"/>
                <a:sym typeface="Poppins"/>
              </a:rPr>
              <a:t>Update Burden</a:t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9" name="Shape 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Google Shape;670;p42"/>
          <p:cNvSpPr/>
          <p:nvPr/>
        </p:nvSpPr>
        <p:spPr>
          <a:xfrm>
            <a:off x="8260975" y="5049800"/>
            <a:ext cx="807000" cy="7500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1" name="Google Shape;671;p42"/>
          <p:cNvSpPr txBox="1"/>
          <p:nvPr/>
        </p:nvSpPr>
        <p:spPr>
          <a:xfrm>
            <a:off x="356875" y="350625"/>
            <a:ext cx="3612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US" sz="2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Solution Overview</a:t>
            </a:r>
            <a:endParaRPr b="1" sz="2300">
              <a:solidFill>
                <a:srgbClr val="262626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72" name="Google Shape;672;p42"/>
          <p:cNvSpPr/>
          <p:nvPr/>
        </p:nvSpPr>
        <p:spPr>
          <a:xfrm>
            <a:off x="467636" y="306779"/>
            <a:ext cx="995100" cy="1056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3" name="Google Shape;673;p42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74" name="Google Shape;674;p42"/>
          <p:cNvSpPr txBox="1"/>
          <p:nvPr/>
        </p:nvSpPr>
        <p:spPr>
          <a:xfrm>
            <a:off x="467625" y="1720825"/>
            <a:ext cx="7176000" cy="387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Poppins"/>
              <a:buChar char="●"/>
            </a:pPr>
            <a:r>
              <a:rPr lang="en-US" sz="1600">
                <a:latin typeface="Poppins"/>
                <a:ea typeface="Poppins"/>
                <a:cs typeface="Poppins"/>
                <a:sym typeface="Poppins"/>
              </a:rPr>
              <a:t>An LLM-powered, state-driven assistant built with</a:t>
            </a:r>
            <a:endParaRPr sz="1600"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latin typeface="Poppins"/>
                <a:ea typeface="Poppins"/>
                <a:cs typeface="Poppins"/>
                <a:sym typeface="Poppins"/>
              </a:rPr>
              <a:t>LangGraph</a:t>
            </a:r>
            <a:endParaRPr sz="1600"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Poppins"/>
              <a:ea typeface="Poppins"/>
              <a:cs typeface="Poppins"/>
              <a:sym typeface="Poppins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Poppins"/>
              <a:buChar char="●"/>
            </a:pPr>
            <a:r>
              <a:rPr lang="en-US" sz="1600">
                <a:latin typeface="Poppins"/>
                <a:ea typeface="Poppins"/>
                <a:cs typeface="Poppins"/>
                <a:sym typeface="Poppins"/>
              </a:rPr>
              <a:t>Integrates CORE API for broad paper access and PDF</a:t>
            </a:r>
            <a:endParaRPr sz="1600"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latin typeface="Poppins"/>
                <a:ea typeface="Poppins"/>
                <a:cs typeface="Poppins"/>
                <a:sym typeface="Poppins"/>
              </a:rPr>
              <a:t>processing</a:t>
            </a:r>
            <a:endParaRPr sz="1600"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Poppins"/>
              <a:ea typeface="Poppins"/>
              <a:cs typeface="Poppins"/>
              <a:sym typeface="Poppins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Poppins"/>
              <a:buChar char="●"/>
            </a:pPr>
            <a:r>
              <a:rPr lang="en-US" sz="1600">
                <a:latin typeface="Poppins"/>
                <a:ea typeface="Poppins"/>
                <a:cs typeface="Poppins"/>
                <a:sym typeface="Poppins"/>
              </a:rPr>
              <a:t>Plans, executes, and validates research steps with quality</a:t>
            </a:r>
            <a:endParaRPr sz="1600"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latin typeface="Poppins"/>
                <a:ea typeface="Poppins"/>
                <a:cs typeface="Poppins"/>
                <a:sym typeface="Poppins"/>
              </a:rPr>
              <a:t>gates</a:t>
            </a:r>
            <a:endParaRPr sz="1600"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Poppins"/>
              <a:ea typeface="Poppins"/>
              <a:cs typeface="Poppins"/>
              <a:sym typeface="Poppins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Poppins"/>
              <a:buChar char="●"/>
            </a:pPr>
            <a:r>
              <a:rPr lang="en-US" sz="1600">
                <a:latin typeface="Poppins"/>
                <a:ea typeface="Poppins"/>
                <a:cs typeface="Poppins"/>
                <a:sym typeface="Poppins"/>
              </a:rPr>
              <a:t>Human-in-the-loop option for critical review</a:t>
            </a:r>
            <a:endParaRPr sz="1600"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Poppins"/>
              <a:ea typeface="Poppins"/>
              <a:cs typeface="Poppins"/>
              <a:sym typeface="Poppins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Poppins"/>
              <a:buChar char="●"/>
            </a:pPr>
            <a:r>
              <a:rPr lang="en-US" sz="1600">
                <a:latin typeface="Poppins"/>
                <a:ea typeface="Poppins"/>
                <a:cs typeface="Poppins"/>
                <a:sym typeface="Poppins"/>
              </a:rPr>
              <a:t>Outcomes: Faster discovery, structured synthesis,</a:t>
            </a:r>
            <a:endParaRPr sz="1600"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latin typeface="Poppins"/>
                <a:ea typeface="Poppins"/>
                <a:cs typeface="Poppins"/>
                <a:sym typeface="Poppins"/>
              </a:rPr>
              <a:t>reproducible workflows</a:t>
            </a:r>
            <a:endParaRPr sz="16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6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675" name="Google Shape;675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36600" y="863825"/>
            <a:ext cx="525000" cy="52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76" name="Google Shape;676;p4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512176" y="2283145"/>
            <a:ext cx="476150" cy="476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77" name="Google Shape;677;p4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499750" y="3762998"/>
            <a:ext cx="476150" cy="476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78" name="Google Shape;678;p4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450825" y="5169166"/>
            <a:ext cx="476150" cy="476175"/>
          </a:xfrm>
          <a:prstGeom prst="rect">
            <a:avLst/>
          </a:prstGeom>
          <a:noFill/>
          <a:ln>
            <a:noFill/>
          </a:ln>
        </p:spPr>
      </p:pic>
      <p:sp>
        <p:nvSpPr>
          <p:cNvPr id="679" name="Google Shape;679;p42"/>
          <p:cNvSpPr txBox="1"/>
          <p:nvPr/>
        </p:nvSpPr>
        <p:spPr>
          <a:xfrm>
            <a:off x="8158750" y="1435738"/>
            <a:ext cx="12807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Decision Making</a:t>
            </a:r>
            <a:endParaRPr sz="900"/>
          </a:p>
        </p:txBody>
      </p:sp>
      <p:sp>
        <p:nvSpPr>
          <p:cNvPr id="680" name="Google Shape;680;p42"/>
          <p:cNvSpPr txBox="1"/>
          <p:nvPr/>
        </p:nvSpPr>
        <p:spPr>
          <a:xfrm>
            <a:off x="8085475" y="2872056"/>
            <a:ext cx="12807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Planning</a:t>
            </a:r>
            <a:endParaRPr sz="900"/>
          </a:p>
        </p:txBody>
      </p:sp>
      <p:sp>
        <p:nvSpPr>
          <p:cNvPr id="681" name="Google Shape;681;p42"/>
          <p:cNvSpPr txBox="1"/>
          <p:nvPr/>
        </p:nvSpPr>
        <p:spPr>
          <a:xfrm>
            <a:off x="8069000" y="4312536"/>
            <a:ext cx="12807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Tool Execution</a:t>
            </a:r>
            <a:endParaRPr sz="900"/>
          </a:p>
        </p:txBody>
      </p:sp>
      <p:sp>
        <p:nvSpPr>
          <p:cNvPr id="682" name="Google Shape;682;p42"/>
          <p:cNvSpPr txBox="1"/>
          <p:nvPr/>
        </p:nvSpPr>
        <p:spPr>
          <a:xfrm>
            <a:off x="8024125" y="5779730"/>
            <a:ext cx="12807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Judge</a:t>
            </a:r>
            <a:endParaRPr sz="900"/>
          </a:p>
        </p:txBody>
      </p:sp>
      <p:sp>
        <p:nvSpPr>
          <p:cNvPr id="683" name="Google Shape;683;p42"/>
          <p:cNvSpPr txBox="1"/>
          <p:nvPr/>
        </p:nvSpPr>
        <p:spPr>
          <a:xfrm>
            <a:off x="7254250" y="30755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LangGraph Research Flow</a:t>
            </a:r>
            <a:endParaRPr b="1"/>
          </a:p>
        </p:txBody>
      </p:sp>
      <p:sp>
        <p:nvSpPr>
          <p:cNvPr id="684" name="Google Shape;684;p42"/>
          <p:cNvSpPr txBox="1"/>
          <p:nvPr/>
        </p:nvSpPr>
        <p:spPr>
          <a:xfrm>
            <a:off x="7274675" y="6102822"/>
            <a:ext cx="3000000" cy="400200"/>
          </a:xfrm>
          <a:prstGeom prst="rect">
            <a:avLst/>
          </a:prstGeom>
          <a:solidFill>
            <a:srgbClr val="5CB7A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Intelligent Research Assistant</a:t>
            </a:r>
            <a:endParaRPr b="1"/>
          </a:p>
        </p:txBody>
      </p:sp>
      <p:cxnSp>
        <p:nvCxnSpPr>
          <p:cNvPr id="685" name="Google Shape;685;p42"/>
          <p:cNvCxnSpPr/>
          <p:nvPr/>
        </p:nvCxnSpPr>
        <p:spPr>
          <a:xfrm>
            <a:off x="8750250" y="1770008"/>
            <a:ext cx="0" cy="327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86" name="Google Shape;686;p42"/>
          <p:cNvCxnSpPr/>
          <p:nvPr/>
        </p:nvCxnSpPr>
        <p:spPr>
          <a:xfrm>
            <a:off x="8688900" y="4660541"/>
            <a:ext cx="0" cy="327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87" name="Google Shape;687;p42"/>
          <p:cNvSpPr/>
          <p:nvPr/>
        </p:nvSpPr>
        <p:spPr>
          <a:xfrm>
            <a:off x="8371175" y="751325"/>
            <a:ext cx="807000" cy="7500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8" name="Google Shape;688;p42"/>
          <p:cNvSpPr/>
          <p:nvPr/>
        </p:nvSpPr>
        <p:spPr>
          <a:xfrm>
            <a:off x="8346750" y="2146219"/>
            <a:ext cx="807000" cy="7500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9" name="Google Shape;689;p42"/>
          <p:cNvSpPr/>
          <p:nvPr/>
        </p:nvSpPr>
        <p:spPr>
          <a:xfrm>
            <a:off x="8305850" y="3626075"/>
            <a:ext cx="807000" cy="7500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90" name="Google Shape;690;p42"/>
          <p:cNvCxnSpPr/>
          <p:nvPr/>
        </p:nvCxnSpPr>
        <p:spPr>
          <a:xfrm>
            <a:off x="8750250" y="3215600"/>
            <a:ext cx="0" cy="327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4" name="Shape 6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5" name="Google Shape;695;p43"/>
          <p:cNvSpPr txBox="1"/>
          <p:nvPr/>
        </p:nvSpPr>
        <p:spPr>
          <a:xfrm>
            <a:off x="356875" y="350625"/>
            <a:ext cx="3612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US" sz="2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Solution Overview</a:t>
            </a:r>
            <a:endParaRPr b="1" sz="2300">
              <a:solidFill>
                <a:srgbClr val="262626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96" name="Google Shape;696;p43"/>
          <p:cNvSpPr/>
          <p:nvPr/>
        </p:nvSpPr>
        <p:spPr>
          <a:xfrm>
            <a:off x="467636" y="306779"/>
            <a:ext cx="995100" cy="1056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7" name="Google Shape;697;p43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98" name="Google Shape;698;p43"/>
          <p:cNvSpPr txBox="1"/>
          <p:nvPr/>
        </p:nvSpPr>
        <p:spPr>
          <a:xfrm>
            <a:off x="1642975" y="1368200"/>
            <a:ext cx="71760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600">
                <a:latin typeface="Poppins"/>
                <a:ea typeface="Poppins"/>
                <a:cs typeface="Poppins"/>
                <a:sym typeface="Poppins"/>
              </a:rPr>
              <a:t>State-Driven Workflow Engine</a:t>
            </a:r>
            <a:endParaRPr b="1" sz="1600">
              <a:latin typeface="Poppins"/>
              <a:ea typeface="Poppins"/>
              <a:cs typeface="Poppins"/>
              <a:sym typeface="Poppins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Poppins"/>
              <a:buChar char="●"/>
            </a:pPr>
            <a:r>
              <a:rPr lang="en-US" sz="1600">
                <a:latin typeface="Poppins"/>
                <a:ea typeface="Poppins"/>
                <a:cs typeface="Poppins"/>
                <a:sym typeface="Poppins"/>
              </a:rPr>
              <a:t>Five-node system for orchestrated research</a:t>
            </a:r>
            <a:endParaRPr sz="1600">
              <a:latin typeface="Poppins"/>
              <a:ea typeface="Poppins"/>
              <a:cs typeface="Poppins"/>
              <a:sym typeface="Poppins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Poppins"/>
              <a:buChar char="●"/>
            </a:pPr>
            <a:r>
              <a:rPr lang="en-US" sz="1600">
                <a:latin typeface="Poppins"/>
                <a:ea typeface="Poppins"/>
                <a:cs typeface="Poppins"/>
                <a:sym typeface="Poppins"/>
              </a:rPr>
              <a:t>Decision Making, Planning, Tool Execution, and Judge Nodes</a:t>
            </a:r>
            <a:endParaRPr b="1" sz="16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99" name="Google Shape;699;p43"/>
          <p:cNvSpPr txBox="1"/>
          <p:nvPr/>
        </p:nvSpPr>
        <p:spPr>
          <a:xfrm>
            <a:off x="1642975" y="2505600"/>
            <a:ext cx="71760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latin typeface="Poppins"/>
                <a:ea typeface="Poppins"/>
                <a:cs typeface="Poppins"/>
                <a:sym typeface="Poppins"/>
              </a:rPr>
              <a:t>Paper Processing Integration</a:t>
            </a:r>
            <a:endParaRPr b="1" sz="1600">
              <a:latin typeface="Poppins"/>
              <a:ea typeface="Poppins"/>
              <a:cs typeface="Poppins"/>
              <a:sym typeface="Poppins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Poppins"/>
              <a:buChar char="●"/>
            </a:pPr>
            <a:r>
              <a:rPr lang="en-US" sz="1600">
                <a:latin typeface="Poppins"/>
                <a:ea typeface="Poppins"/>
                <a:cs typeface="Poppins"/>
                <a:sym typeface="Poppins"/>
              </a:rPr>
              <a:t>CORE API for comprehensive paper access</a:t>
            </a:r>
            <a:endParaRPr sz="1600">
              <a:latin typeface="Poppins"/>
              <a:ea typeface="Poppins"/>
              <a:cs typeface="Poppins"/>
              <a:sym typeface="Poppins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Poppins"/>
              <a:buChar char="●"/>
            </a:pPr>
            <a:r>
              <a:rPr lang="en-US" sz="1600">
                <a:latin typeface="Poppins"/>
                <a:ea typeface="Poppins"/>
                <a:cs typeface="Poppins"/>
                <a:sym typeface="Poppins"/>
              </a:rPr>
              <a:t>PDFplumber for robust document processing and text extraction</a:t>
            </a:r>
            <a:endParaRPr sz="16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00" name="Google Shape;700;p43"/>
          <p:cNvSpPr txBox="1"/>
          <p:nvPr/>
        </p:nvSpPr>
        <p:spPr>
          <a:xfrm>
            <a:off x="1642975" y="3599575"/>
            <a:ext cx="7176000" cy="14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latin typeface="Poppins"/>
                <a:ea typeface="Poppins"/>
                <a:cs typeface="Poppins"/>
                <a:sym typeface="Poppins"/>
              </a:rPr>
              <a:t>Analysis Workflow</a:t>
            </a:r>
            <a:endParaRPr b="1" sz="1600">
              <a:latin typeface="Poppins"/>
              <a:ea typeface="Poppins"/>
              <a:cs typeface="Poppins"/>
              <a:sym typeface="Poppins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Poppins"/>
              <a:buChar char="●"/>
            </a:pPr>
            <a:r>
              <a:rPr lang="en-US" sz="1600">
                <a:latin typeface="Poppins"/>
                <a:ea typeface="Poppins"/>
                <a:cs typeface="Poppins"/>
                <a:sym typeface="Poppins"/>
              </a:rPr>
              <a:t>State-aware processing pipeline</a:t>
            </a:r>
            <a:endParaRPr sz="1600">
              <a:latin typeface="Poppins"/>
              <a:ea typeface="Poppins"/>
              <a:cs typeface="Poppins"/>
              <a:sym typeface="Poppins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Poppins"/>
              <a:buChar char="●"/>
            </a:pPr>
            <a:r>
              <a:rPr lang="en-US" sz="1600">
                <a:latin typeface="Poppins"/>
                <a:ea typeface="Poppins"/>
                <a:cs typeface="Poppins"/>
                <a:sym typeface="Poppins"/>
              </a:rPr>
              <a:t>Multi-step validation gates</a:t>
            </a:r>
            <a:endParaRPr sz="1600">
              <a:latin typeface="Poppins"/>
              <a:ea typeface="Poppins"/>
              <a:cs typeface="Poppins"/>
              <a:sym typeface="Poppins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Poppins"/>
              <a:buChar char="●"/>
            </a:pPr>
            <a:r>
              <a:rPr lang="en-US" sz="1600">
                <a:latin typeface="Poppins"/>
                <a:ea typeface="Poppins"/>
                <a:cs typeface="Poppins"/>
                <a:sym typeface="Poppins"/>
              </a:rPr>
              <a:t>Quality-focused improvement cycles</a:t>
            </a:r>
            <a:endParaRPr sz="1600">
              <a:latin typeface="Poppins"/>
              <a:ea typeface="Poppins"/>
              <a:cs typeface="Poppins"/>
              <a:sym typeface="Poppins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Poppins"/>
              <a:buChar char="●"/>
            </a:pPr>
            <a:r>
              <a:rPr lang="en-US" sz="1600">
                <a:latin typeface="Poppins"/>
                <a:ea typeface="Poppins"/>
                <a:cs typeface="Poppins"/>
                <a:sym typeface="Poppins"/>
              </a:rPr>
              <a:t>Human-in-the-loop validation options</a:t>
            </a:r>
            <a:endParaRPr sz="1600"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701" name="Google Shape;701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81375" y="1477025"/>
            <a:ext cx="261600" cy="261600"/>
          </a:xfrm>
          <a:prstGeom prst="rect">
            <a:avLst/>
          </a:prstGeom>
          <a:noFill/>
          <a:ln cap="flat" cmpd="sng" w="952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702" name="Google Shape;702;p4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27775" y="2531075"/>
            <a:ext cx="326700" cy="32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3" name="Google Shape;703;p4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327775" y="3692325"/>
            <a:ext cx="283775" cy="283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7" name="Shape 7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8" name="Google Shape;708;p44"/>
          <p:cNvSpPr txBox="1"/>
          <p:nvPr/>
        </p:nvSpPr>
        <p:spPr>
          <a:xfrm>
            <a:off x="356875" y="350625"/>
            <a:ext cx="6694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US" sz="2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System Architecture </a:t>
            </a:r>
            <a:r>
              <a:rPr lang="en-US" sz="22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(LangGraph)</a:t>
            </a:r>
            <a:endParaRPr sz="1700">
              <a:solidFill>
                <a:schemeClr val="accen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09" name="Google Shape;709;p44"/>
          <p:cNvSpPr/>
          <p:nvPr/>
        </p:nvSpPr>
        <p:spPr>
          <a:xfrm>
            <a:off x="467636" y="306779"/>
            <a:ext cx="995100" cy="1056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0" name="Google Shape;710;p44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11" name="Google Shape;711;p44"/>
          <p:cNvSpPr txBox="1"/>
          <p:nvPr/>
        </p:nvSpPr>
        <p:spPr>
          <a:xfrm>
            <a:off x="356875" y="1383500"/>
            <a:ext cx="71760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Poppins"/>
              <a:buChar char="●"/>
            </a:pPr>
            <a:r>
              <a:rPr b="1" lang="en-US" sz="1600">
                <a:latin typeface="Poppins"/>
                <a:ea typeface="Poppins"/>
                <a:cs typeface="Poppins"/>
                <a:sym typeface="Poppins"/>
              </a:rPr>
              <a:t>Nodes and flow:</a:t>
            </a:r>
            <a:endParaRPr b="1" sz="1600">
              <a:latin typeface="Poppins"/>
              <a:ea typeface="Poppins"/>
              <a:cs typeface="Poppins"/>
              <a:sym typeface="Poppins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-</a:t>
            </a:r>
            <a:r>
              <a:rPr lang="en-US" sz="1600">
                <a:latin typeface="Poppins"/>
                <a:ea typeface="Poppins"/>
                <a:cs typeface="Poppins"/>
                <a:sym typeface="Poppins"/>
              </a:rPr>
              <a:t> decision_making </a:t>
            </a:r>
            <a:r>
              <a:rPr b="1" lang="en-US" sz="16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→</a:t>
            </a:r>
            <a:r>
              <a:rPr lang="en-US" sz="1600">
                <a:latin typeface="Poppins"/>
                <a:ea typeface="Poppins"/>
                <a:cs typeface="Poppins"/>
                <a:sym typeface="Poppins"/>
              </a:rPr>
              <a:t> planning </a:t>
            </a:r>
            <a:r>
              <a:rPr b="1" lang="en-US" sz="16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→</a:t>
            </a:r>
            <a:r>
              <a:rPr lang="en-US" sz="1600">
                <a:latin typeface="Poppins"/>
                <a:ea typeface="Poppins"/>
                <a:cs typeface="Poppins"/>
                <a:sym typeface="Poppins"/>
              </a:rPr>
              <a:t> agent </a:t>
            </a:r>
            <a:r>
              <a:rPr b="1" lang="en-US" sz="16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↔</a:t>
            </a:r>
            <a:r>
              <a:rPr lang="en-US" sz="1600">
                <a:latin typeface="Poppins"/>
                <a:ea typeface="Poppins"/>
                <a:cs typeface="Poppins"/>
                <a:sym typeface="Poppins"/>
              </a:rPr>
              <a:t> tools </a:t>
            </a:r>
            <a:r>
              <a:rPr b="1" lang="en-US" sz="16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→</a:t>
            </a:r>
            <a:r>
              <a:rPr lang="en-US" sz="1600">
                <a:latin typeface="Poppins"/>
                <a:ea typeface="Poppins"/>
                <a:cs typeface="Poppins"/>
                <a:sym typeface="Poppins"/>
              </a:rPr>
              <a:t> judge </a:t>
            </a:r>
            <a:r>
              <a:rPr b="1" lang="en-US" sz="16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→</a:t>
            </a:r>
            <a:r>
              <a:rPr lang="en-US" sz="1600">
                <a:latin typeface="Poppins"/>
                <a:ea typeface="Poppins"/>
                <a:cs typeface="Poppins"/>
                <a:sym typeface="Poppins"/>
              </a:rPr>
              <a:t> end</a:t>
            </a:r>
            <a:endParaRPr sz="16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12" name="Google Shape;712;p44"/>
          <p:cNvSpPr txBox="1"/>
          <p:nvPr/>
        </p:nvSpPr>
        <p:spPr>
          <a:xfrm>
            <a:off x="356875" y="2392475"/>
            <a:ext cx="4864500" cy="11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Poppins"/>
              <a:buChar char="●"/>
            </a:pPr>
            <a:r>
              <a:rPr b="1" lang="en-US" sz="1600">
                <a:latin typeface="Poppins"/>
                <a:ea typeface="Poppins"/>
                <a:cs typeface="Poppins"/>
                <a:sym typeface="Poppins"/>
              </a:rPr>
              <a:t>Conditional edges route based on:</a:t>
            </a:r>
            <a:endParaRPr b="1" sz="1600"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latin typeface="Poppins"/>
                <a:ea typeface="Poppins"/>
                <a:cs typeface="Poppins"/>
                <a:sym typeface="Poppins"/>
              </a:rPr>
              <a:t>- Research requirements</a:t>
            </a:r>
            <a:endParaRPr sz="1600"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latin typeface="Poppins"/>
                <a:ea typeface="Poppins"/>
                <a:cs typeface="Poppins"/>
                <a:sym typeface="Poppins"/>
              </a:rPr>
              <a:t>- Tool call presence</a:t>
            </a:r>
            <a:endParaRPr sz="1600"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latin typeface="Poppins"/>
                <a:ea typeface="Poppins"/>
                <a:cs typeface="Poppins"/>
                <a:sym typeface="Poppins"/>
              </a:rPr>
              <a:t>- Judge feedback (quality loops)</a:t>
            </a:r>
            <a:endParaRPr sz="16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13" name="Google Shape;713;p44"/>
          <p:cNvSpPr txBox="1"/>
          <p:nvPr/>
        </p:nvSpPr>
        <p:spPr>
          <a:xfrm>
            <a:off x="356875" y="3894050"/>
            <a:ext cx="4966800" cy="14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Poppins"/>
              <a:buChar char="●"/>
            </a:pPr>
            <a:r>
              <a:rPr lang="en-US" sz="1600">
                <a:latin typeface="Poppins"/>
                <a:ea typeface="Poppins"/>
                <a:cs typeface="Poppins"/>
                <a:sym typeface="Poppins"/>
              </a:rPr>
              <a:t>Structured I/O with Pydantic models</a:t>
            </a:r>
            <a:endParaRPr sz="1600"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Poppins"/>
              <a:ea typeface="Poppins"/>
              <a:cs typeface="Poppins"/>
              <a:sym typeface="Poppins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Poppins"/>
              <a:buChar char="●"/>
            </a:pPr>
            <a:r>
              <a:rPr lang="en-US" sz="1600">
                <a:latin typeface="Poppins"/>
                <a:ea typeface="Poppins"/>
                <a:cs typeface="Poppins"/>
                <a:sym typeface="Poppins"/>
              </a:rPr>
              <a:t>Tool binding for controlled execution</a:t>
            </a:r>
            <a:endParaRPr sz="1600"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Poppins"/>
              <a:ea typeface="Poppins"/>
              <a:cs typeface="Poppins"/>
              <a:sym typeface="Poppins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Poppins"/>
              <a:buChar char="●"/>
            </a:pPr>
            <a:r>
              <a:rPr lang="en-US" sz="1600">
                <a:latin typeface="Poppins"/>
                <a:ea typeface="Poppins"/>
                <a:cs typeface="Poppins"/>
                <a:sym typeface="Poppins"/>
              </a:rPr>
              <a:t>Human-in-the-loop validation option</a:t>
            </a:r>
            <a:endParaRPr sz="16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14" name="Google Shape;714;p44"/>
          <p:cNvSpPr/>
          <p:nvPr/>
        </p:nvSpPr>
        <p:spPr>
          <a:xfrm>
            <a:off x="7664225" y="2453225"/>
            <a:ext cx="1282800" cy="373200"/>
          </a:xfrm>
          <a:prstGeom prst="roundRect">
            <a:avLst>
              <a:gd fmla="val 16667" name="adj"/>
            </a:avLst>
          </a:prstGeom>
          <a:solidFill>
            <a:srgbClr val="0B539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chemeClr val="lt1"/>
                </a:solidFill>
              </a:rPr>
              <a:t>Decision Making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715" name="Google Shape;715;p44"/>
          <p:cNvSpPr/>
          <p:nvPr/>
        </p:nvSpPr>
        <p:spPr>
          <a:xfrm>
            <a:off x="7664225" y="3305750"/>
            <a:ext cx="1282800" cy="373200"/>
          </a:xfrm>
          <a:prstGeom prst="roundRect">
            <a:avLst>
              <a:gd fmla="val 16667" name="adj"/>
            </a:avLst>
          </a:prstGeom>
          <a:solidFill>
            <a:srgbClr val="0B539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000">
                <a:solidFill>
                  <a:schemeClr val="lt1"/>
                </a:solidFill>
              </a:rPr>
              <a:t>Planning</a:t>
            </a:r>
            <a:endParaRPr/>
          </a:p>
        </p:txBody>
      </p:sp>
      <p:sp>
        <p:nvSpPr>
          <p:cNvPr id="716" name="Google Shape;716;p44"/>
          <p:cNvSpPr/>
          <p:nvPr/>
        </p:nvSpPr>
        <p:spPr>
          <a:xfrm>
            <a:off x="7664225" y="4183775"/>
            <a:ext cx="1282800" cy="373200"/>
          </a:xfrm>
          <a:prstGeom prst="roundRect">
            <a:avLst>
              <a:gd fmla="val 16667" name="adj"/>
            </a:avLst>
          </a:prstGeom>
          <a:solidFill>
            <a:srgbClr val="5CB7A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000">
                <a:solidFill>
                  <a:schemeClr val="lt1"/>
                </a:solidFill>
              </a:rPr>
              <a:t>Agent</a:t>
            </a:r>
            <a:endParaRPr/>
          </a:p>
        </p:txBody>
      </p:sp>
      <p:sp>
        <p:nvSpPr>
          <p:cNvPr id="717" name="Google Shape;717;p44"/>
          <p:cNvSpPr/>
          <p:nvPr/>
        </p:nvSpPr>
        <p:spPr>
          <a:xfrm>
            <a:off x="7664225" y="5133400"/>
            <a:ext cx="1282800" cy="373200"/>
          </a:xfrm>
          <a:prstGeom prst="roundRect">
            <a:avLst>
              <a:gd fmla="val 16667" name="adj"/>
            </a:avLst>
          </a:prstGeom>
          <a:solidFill>
            <a:srgbClr val="0B539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000">
                <a:solidFill>
                  <a:schemeClr val="lt1"/>
                </a:solidFill>
              </a:rPr>
              <a:t>Judge</a:t>
            </a:r>
            <a:endParaRPr/>
          </a:p>
        </p:txBody>
      </p:sp>
      <p:sp>
        <p:nvSpPr>
          <p:cNvPr id="718" name="Google Shape;718;p44"/>
          <p:cNvSpPr/>
          <p:nvPr/>
        </p:nvSpPr>
        <p:spPr>
          <a:xfrm>
            <a:off x="9628050" y="4183775"/>
            <a:ext cx="1282800" cy="373200"/>
          </a:xfrm>
          <a:prstGeom prst="roundRect">
            <a:avLst>
              <a:gd fmla="val 16667" name="adj"/>
            </a:avLst>
          </a:prstGeom>
          <a:solidFill>
            <a:srgbClr val="5CB7A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000">
                <a:solidFill>
                  <a:schemeClr val="lt1"/>
                </a:solidFill>
              </a:rPr>
              <a:t>Tools</a:t>
            </a:r>
            <a:endParaRPr/>
          </a:p>
        </p:txBody>
      </p:sp>
      <p:sp>
        <p:nvSpPr>
          <p:cNvPr id="719" name="Google Shape;719;p44"/>
          <p:cNvSpPr/>
          <p:nvPr/>
        </p:nvSpPr>
        <p:spPr>
          <a:xfrm>
            <a:off x="9601575" y="5133400"/>
            <a:ext cx="1282800" cy="373200"/>
          </a:xfrm>
          <a:prstGeom prst="roundRect">
            <a:avLst>
              <a:gd fmla="val 16667" name="adj"/>
            </a:avLst>
          </a:prstGeom>
          <a:solidFill>
            <a:srgbClr val="0B539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000">
                <a:solidFill>
                  <a:schemeClr val="lt1"/>
                </a:solidFill>
              </a:rPr>
              <a:t>END</a:t>
            </a:r>
            <a:endParaRPr/>
          </a:p>
        </p:txBody>
      </p:sp>
      <p:cxnSp>
        <p:nvCxnSpPr>
          <p:cNvPr id="720" name="Google Shape;720;p44"/>
          <p:cNvCxnSpPr>
            <a:stCxn id="714" idx="2"/>
            <a:endCxn id="715" idx="0"/>
          </p:cNvCxnSpPr>
          <p:nvPr/>
        </p:nvCxnSpPr>
        <p:spPr>
          <a:xfrm>
            <a:off x="8305625" y="2826425"/>
            <a:ext cx="0" cy="479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21" name="Google Shape;721;p44"/>
          <p:cNvCxnSpPr>
            <a:stCxn id="715" idx="2"/>
            <a:endCxn id="716" idx="0"/>
          </p:cNvCxnSpPr>
          <p:nvPr/>
        </p:nvCxnSpPr>
        <p:spPr>
          <a:xfrm>
            <a:off x="8305625" y="3678950"/>
            <a:ext cx="0" cy="504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22" name="Google Shape;722;p44"/>
          <p:cNvCxnSpPr>
            <a:stCxn id="716" idx="2"/>
            <a:endCxn id="717" idx="0"/>
          </p:cNvCxnSpPr>
          <p:nvPr/>
        </p:nvCxnSpPr>
        <p:spPr>
          <a:xfrm>
            <a:off x="8305625" y="4556975"/>
            <a:ext cx="0" cy="576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23" name="Google Shape;723;p44"/>
          <p:cNvCxnSpPr>
            <a:stCxn id="716" idx="3"/>
            <a:endCxn id="718" idx="1"/>
          </p:cNvCxnSpPr>
          <p:nvPr/>
        </p:nvCxnSpPr>
        <p:spPr>
          <a:xfrm>
            <a:off x="8947025" y="4370375"/>
            <a:ext cx="681000" cy="0"/>
          </a:xfrm>
          <a:prstGeom prst="straightConnector1">
            <a:avLst/>
          </a:prstGeom>
          <a:noFill/>
          <a:ln cap="flat" cmpd="sng" w="9525">
            <a:solidFill>
              <a:srgbClr val="F50403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24" name="Google Shape;724;p44"/>
          <p:cNvCxnSpPr>
            <a:stCxn id="717" idx="3"/>
            <a:endCxn id="719" idx="1"/>
          </p:cNvCxnSpPr>
          <p:nvPr/>
        </p:nvCxnSpPr>
        <p:spPr>
          <a:xfrm>
            <a:off x="8947025" y="5320000"/>
            <a:ext cx="654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25" name="Google Shape;725;p44"/>
          <p:cNvSpPr txBox="1"/>
          <p:nvPr/>
        </p:nvSpPr>
        <p:spPr>
          <a:xfrm>
            <a:off x="8635475" y="2904538"/>
            <a:ext cx="14562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requires_reserach</a:t>
            </a:r>
            <a:endParaRPr sz="900"/>
          </a:p>
        </p:txBody>
      </p:sp>
      <p:cxnSp>
        <p:nvCxnSpPr>
          <p:cNvPr id="726" name="Google Shape;726;p44"/>
          <p:cNvCxnSpPr/>
          <p:nvPr/>
        </p:nvCxnSpPr>
        <p:spPr>
          <a:xfrm rot="10800000">
            <a:off x="8933825" y="4370375"/>
            <a:ext cx="681000" cy="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27" name="Google Shape;727;p44"/>
          <p:cNvCxnSpPr>
            <a:stCxn id="717" idx="1"/>
            <a:endCxn id="715" idx="1"/>
          </p:cNvCxnSpPr>
          <p:nvPr/>
        </p:nvCxnSpPr>
        <p:spPr>
          <a:xfrm flipH="1" rot="10800000">
            <a:off x="7664225" y="3492400"/>
            <a:ext cx="600" cy="1827600"/>
          </a:xfrm>
          <a:prstGeom prst="bentConnector3">
            <a:avLst>
              <a:gd fmla="val -74100000" name="adj1"/>
            </a:avLst>
          </a:prstGeom>
          <a:noFill/>
          <a:ln cap="flat" cmpd="sng" w="9525">
            <a:solidFill>
              <a:srgbClr val="F50403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728" name="Google Shape;728;p44"/>
          <p:cNvSpPr txBox="1"/>
          <p:nvPr/>
        </p:nvSpPr>
        <p:spPr>
          <a:xfrm>
            <a:off x="6779526" y="3905250"/>
            <a:ext cx="779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Feedback</a:t>
            </a:r>
            <a:endParaRPr sz="900"/>
          </a:p>
        </p:txBody>
      </p:sp>
      <p:sp>
        <p:nvSpPr>
          <p:cNvPr id="729" name="Google Shape;729;p44"/>
          <p:cNvSpPr txBox="1"/>
          <p:nvPr/>
        </p:nvSpPr>
        <p:spPr>
          <a:xfrm>
            <a:off x="8897976" y="4072975"/>
            <a:ext cx="779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Tool Calls</a:t>
            </a:r>
            <a:endParaRPr sz="900"/>
          </a:p>
        </p:txBody>
      </p:sp>
      <p:sp>
        <p:nvSpPr>
          <p:cNvPr id="730" name="Google Shape;730;p44"/>
          <p:cNvSpPr txBox="1"/>
          <p:nvPr/>
        </p:nvSpPr>
        <p:spPr>
          <a:xfrm>
            <a:off x="8760124" y="4869275"/>
            <a:ext cx="12069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_good_answer</a:t>
            </a:r>
            <a:endParaRPr sz="9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4" name="Shape 7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5" name="Google Shape;735;p45"/>
          <p:cNvSpPr txBox="1"/>
          <p:nvPr/>
        </p:nvSpPr>
        <p:spPr>
          <a:xfrm>
            <a:off x="356875" y="350625"/>
            <a:ext cx="6561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US" sz="2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The Research Challenge</a:t>
            </a:r>
            <a:endParaRPr b="1" sz="2300">
              <a:solidFill>
                <a:srgbClr val="262626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36" name="Google Shape;736;p45"/>
          <p:cNvSpPr/>
          <p:nvPr/>
        </p:nvSpPr>
        <p:spPr>
          <a:xfrm>
            <a:off x="467636" y="306779"/>
            <a:ext cx="995100" cy="1056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7" name="Google Shape;737;p45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38" name="Google Shape;738;p45"/>
          <p:cNvSpPr txBox="1"/>
          <p:nvPr/>
        </p:nvSpPr>
        <p:spPr>
          <a:xfrm>
            <a:off x="1689000" y="1041150"/>
            <a:ext cx="53517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latin typeface="Poppins"/>
                <a:ea typeface="Poppins"/>
                <a:cs typeface="Poppins"/>
                <a:sym typeface="Poppins"/>
              </a:rPr>
              <a:t>Orchestration</a:t>
            </a:r>
            <a:endParaRPr b="1" sz="1600">
              <a:latin typeface="Poppins"/>
              <a:ea typeface="Poppins"/>
              <a:cs typeface="Poppins"/>
              <a:sym typeface="Poppins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Poppins"/>
              <a:buChar char="●"/>
            </a:pPr>
            <a:r>
              <a:rPr lang="en-US" sz="1600">
                <a:latin typeface="Poppins"/>
                <a:ea typeface="Poppins"/>
                <a:cs typeface="Poppins"/>
                <a:sym typeface="Poppins"/>
              </a:rPr>
              <a:t>LangGraph (StateGraph, conditional edges)</a:t>
            </a:r>
            <a:endParaRPr b="1" sz="16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39" name="Google Shape;739;p45"/>
          <p:cNvSpPr txBox="1"/>
          <p:nvPr/>
        </p:nvSpPr>
        <p:spPr>
          <a:xfrm>
            <a:off x="1699925" y="1780750"/>
            <a:ext cx="68127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latin typeface="Poppins"/>
                <a:ea typeface="Poppins"/>
                <a:cs typeface="Poppins"/>
                <a:sym typeface="Poppins"/>
              </a:rPr>
              <a:t>LLM</a:t>
            </a:r>
            <a:endParaRPr b="1" sz="1600">
              <a:latin typeface="Poppins"/>
              <a:ea typeface="Poppins"/>
              <a:cs typeface="Poppins"/>
              <a:sym typeface="Poppins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Poppins"/>
              <a:buChar char="●"/>
            </a:pPr>
            <a:r>
              <a:rPr lang="en-US" sz="1600">
                <a:latin typeface="Poppins"/>
                <a:ea typeface="Poppins"/>
                <a:cs typeface="Poppins"/>
                <a:sym typeface="Poppins"/>
              </a:rPr>
              <a:t>OpenAI GPT-4o (tool calling; swappable with other LLMs)</a:t>
            </a:r>
            <a:endParaRPr b="1" sz="16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40" name="Google Shape;740;p45"/>
          <p:cNvSpPr txBox="1"/>
          <p:nvPr/>
        </p:nvSpPr>
        <p:spPr>
          <a:xfrm>
            <a:off x="1699925" y="2705275"/>
            <a:ext cx="53517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latin typeface="Poppins"/>
                <a:ea typeface="Poppins"/>
                <a:cs typeface="Poppins"/>
                <a:sym typeface="Poppins"/>
              </a:rPr>
              <a:t>Paper Access</a:t>
            </a:r>
            <a:endParaRPr b="1" sz="1600">
              <a:latin typeface="Poppins"/>
              <a:ea typeface="Poppins"/>
              <a:cs typeface="Poppins"/>
              <a:sym typeface="Poppins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Poppins"/>
              <a:buChar char="●"/>
            </a:pPr>
            <a:r>
              <a:rPr lang="en-US" sz="1600">
                <a:latin typeface="Poppins"/>
                <a:ea typeface="Poppins"/>
                <a:cs typeface="Poppins"/>
                <a:sym typeface="Poppins"/>
              </a:rPr>
              <a:t>CORE API (vast open-access repository)</a:t>
            </a:r>
            <a:endParaRPr b="1" sz="16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41" name="Google Shape;741;p45"/>
          <p:cNvSpPr txBox="1"/>
          <p:nvPr/>
        </p:nvSpPr>
        <p:spPr>
          <a:xfrm>
            <a:off x="1699925" y="4525325"/>
            <a:ext cx="53517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Data Models</a:t>
            </a:r>
            <a:endParaRPr b="1" sz="1600">
              <a:latin typeface="Poppins"/>
              <a:ea typeface="Poppins"/>
              <a:cs typeface="Poppins"/>
              <a:sym typeface="Poppins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Poppins"/>
              <a:buChar char="●"/>
            </a:pPr>
            <a:r>
              <a:rPr lang="en-US" sz="1600">
                <a:latin typeface="Poppins"/>
                <a:ea typeface="Poppins"/>
                <a:cs typeface="Poppins"/>
                <a:sym typeface="Poppins"/>
              </a:rPr>
              <a:t>Pydantic (structured inputs/outputs)</a:t>
            </a:r>
            <a:endParaRPr b="1" sz="16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42" name="Google Shape;742;p45"/>
          <p:cNvSpPr txBox="1"/>
          <p:nvPr/>
        </p:nvSpPr>
        <p:spPr>
          <a:xfrm>
            <a:off x="1699925" y="5396600"/>
            <a:ext cx="53517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Environment/Utils</a:t>
            </a:r>
            <a:endParaRPr b="1" sz="1600">
              <a:latin typeface="Poppins"/>
              <a:ea typeface="Poppins"/>
              <a:cs typeface="Poppins"/>
              <a:sym typeface="Poppins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Poppins"/>
              <a:buChar char="●"/>
            </a:pPr>
            <a:r>
              <a:rPr lang="en-US" sz="1600">
                <a:latin typeface="Poppins"/>
                <a:ea typeface="Poppins"/>
                <a:cs typeface="Poppins"/>
                <a:sym typeface="Poppins"/>
              </a:rPr>
              <a:t>Python, dotenv, urllib3 (robust retries)</a:t>
            </a:r>
            <a:endParaRPr b="1" sz="16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43" name="Google Shape;743;p45"/>
          <p:cNvSpPr txBox="1"/>
          <p:nvPr/>
        </p:nvSpPr>
        <p:spPr>
          <a:xfrm>
            <a:off x="1678075" y="3629350"/>
            <a:ext cx="53517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latin typeface="Poppins"/>
                <a:ea typeface="Poppins"/>
                <a:cs typeface="Poppins"/>
                <a:sym typeface="Poppins"/>
              </a:rPr>
              <a:t>Document Processing</a:t>
            </a:r>
            <a:endParaRPr b="1" sz="1600">
              <a:latin typeface="Poppins"/>
              <a:ea typeface="Poppins"/>
              <a:cs typeface="Poppins"/>
              <a:sym typeface="Poppins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Poppins"/>
              <a:buChar char="●"/>
            </a:pPr>
            <a:r>
              <a:rPr lang="en-US" sz="1600">
                <a:latin typeface="Poppins"/>
                <a:ea typeface="Poppins"/>
                <a:cs typeface="Poppins"/>
                <a:sym typeface="Poppins"/>
              </a:rPr>
              <a:t>pdfplumber (text extraction)</a:t>
            </a:r>
            <a:endParaRPr b="1" sz="1600"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744" name="Google Shape;744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26695" y="1204007"/>
            <a:ext cx="351375" cy="351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45" name="Google Shape;745;p4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49701" y="1926875"/>
            <a:ext cx="305375" cy="30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46" name="Google Shape;746;p4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339037" y="2837700"/>
            <a:ext cx="326700" cy="32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47" name="Google Shape;747;p4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349682" y="3746770"/>
            <a:ext cx="305375" cy="305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48" name="Google Shape;748;p4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316470" y="4634520"/>
            <a:ext cx="371825" cy="371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49" name="Google Shape;749;p45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349670" y="5534745"/>
            <a:ext cx="305375" cy="305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3" name="Shape 7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4" name="Google Shape;754;p46"/>
          <p:cNvSpPr txBox="1"/>
          <p:nvPr/>
        </p:nvSpPr>
        <p:spPr>
          <a:xfrm>
            <a:off x="356875" y="350625"/>
            <a:ext cx="49413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US" sz="2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The Research Challenge</a:t>
            </a:r>
            <a:endParaRPr b="1" sz="2300">
              <a:solidFill>
                <a:srgbClr val="262626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55" name="Google Shape;755;p46"/>
          <p:cNvSpPr/>
          <p:nvPr/>
        </p:nvSpPr>
        <p:spPr>
          <a:xfrm>
            <a:off x="467636" y="306779"/>
            <a:ext cx="995100" cy="1056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6" name="Google Shape;756;p46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57" name="Google Shape;757;p46"/>
          <p:cNvSpPr txBox="1"/>
          <p:nvPr/>
        </p:nvSpPr>
        <p:spPr>
          <a:xfrm>
            <a:off x="759925" y="1639050"/>
            <a:ext cx="5755500" cy="8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latin typeface="Poppins"/>
                <a:ea typeface="Poppins"/>
                <a:cs typeface="Poppins"/>
                <a:sym typeface="Poppins"/>
              </a:rPr>
              <a:t>search-papers (CORE API)</a:t>
            </a:r>
            <a:endParaRPr b="1" sz="16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u="sng">
                <a:latin typeface="Poppins"/>
                <a:ea typeface="Poppins"/>
                <a:cs typeface="Poppins"/>
                <a:sym typeface="Poppins"/>
              </a:rPr>
              <a:t>Input:</a:t>
            </a:r>
            <a:r>
              <a:rPr lang="en-US" sz="160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b="1" lang="en-US" sz="16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{"query": string, "max_papers": 1–10}</a:t>
            </a:r>
            <a:endParaRPr b="1" sz="1600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Poppins"/>
                <a:ea typeface="Poppins"/>
                <a:cs typeface="Poppins"/>
                <a:sym typeface="Poppins"/>
              </a:rPr>
              <a:t>Returns papers with IDs, titles, dates, authors, abstracts, URLs</a:t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58" name="Google Shape;758;p46"/>
          <p:cNvSpPr txBox="1"/>
          <p:nvPr/>
        </p:nvSpPr>
        <p:spPr>
          <a:xfrm>
            <a:off x="759925" y="2708725"/>
            <a:ext cx="50289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latin typeface="Poppins"/>
                <a:ea typeface="Poppins"/>
                <a:cs typeface="Poppins"/>
                <a:sym typeface="Poppins"/>
              </a:rPr>
              <a:t>download-paper (PDF → text)</a:t>
            </a:r>
            <a:endParaRPr b="1" sz="16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u="sng">
                <a:latin typeface="Poppins"/>
                <a:ea typeface="Poppins"/>
                <a:cs typeface="Poppins"/>
                <a:sym typeface="Poppins"/>
              </a:rPr>
              <a:t>Input:</a:t>
            </a:r>
            <a:r>
              <a:rPr lang="en-US" sz="160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b="1" lang="en-US" sz="16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{"url": string}</a:t>
            </a:r>
            <a:endParaRPr b="1" sz="1600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Poppins"/>
                <a:ea typeface="Poppins"/>
                <a:cs typeface="Poppins"/>
                <a:sym typeface="Poppins"/>
              </a:rPr>
              <a:t>Features: Robust retries, browser headers, page-wise extraction</a:t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59" name="Google Shape;759;p46"/>
          <p:cNvSpPr txBox="1"/>
          <p:nvPr/>
        </p:nvSpPr>
        <p:spPr>
          <a:xfrm>
            <a:off x="759925" y="3993800"/>
            <a:ext cx="4962300" cy="14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latin typeface="Poppins"/>
                <a:ea typeface="Poppins"/>
                <a:cs typeface="Poppins"/>
                <a:sym typeface="Poppins"/>
              </a:rPr>
              <a:t>ask-human-feedback</a:t>
            </a:r>
            <a:endParaRPr b="1" sz="16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latin typeface="Poppins"/>
                <a:ea typeface="Poppins"/>
                <a:cs typeface="Poppins"/>
                <a:sym typeface="Poppins"/>
              </a:rPr>
              <a:t>Solicits user input on errors/ambiguous steps</a:t>
            </a:r>
            <a:endParaRPr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latin typeface="Poppins"/>
                <a:ea typeface="Poppins"/>
                <a:cs typeface="Poppins"/>
                <a:sym typeface="Poppins"/>
              </a:rPr>
              <a:t>Called when encountering unexpected situations</a:t>
            </a:r>
            <a:endParaRPr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100">
                <a:latin typeface="Poppins"/>
                <a:ea typeface="Poppins"/>
                <a:cs typeface="Poppins"/>
                <a:sym typeface="Poppins"/>
              </a:rPr>
              <a:t>Note: Extensive inline citations required in answers</a:t>
            </a:r>
            <a:endParaRPr i="1"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760" name="Google Shape;760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5425" y="1893300"/>
            <a:ext cx="384300" cy="384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61" name="Google Shape;761;p4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5973" y="3045350"/>
            <a:ext cx="363200" cy="36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62" name="Google Shape;762;p4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56875" y="4176300"/>
            <a:ext cx="337676" cy="337676"/>
          </a:xfrm>
          <a:prstGeom prst="rect">
            <a:avLst/>
          </a:prstGeom>
          <a:noFill/>
          <a:ln>
            <a:noFill/>
          </a:ln>
        </p:spPr>
      </p:pic>
      <p:sp>
        <p:nvSpPr>
          <p:cNvPr id="763" name="Google Shape;763;p46"/>
          <p:cNvSpPr/>
          <p:nvPr/>
        </p:nvSpPr>
        <p:spPr>
          <a:xfrm>
            <a:off x="6515425" y="3270925"/>
            <a:ext cx="5296800" cy="18795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@tool("download-paper")</a:t>
            </a:r>
            <a:endParaRPr b="1" sz="1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def download_paper(url: str) -&gt; str:</a:t>
            </a:r>
            <a:endParaRPr b="1" sz="1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"""Download a specific scientific paper from URL."""</a:t>
            </a:r>
            <a:endParaRPr b="1" sz="1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try:</a:t>
            </a:r>
            <a:endParaRPr b="1" sz="1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# Retry mechanism with browser headers</a:t>
            </a:r>
            <a:endParaRPr b="1" sz="1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# PDF text extraction with pdfplumber</a:t>
            </a:r>
            <a:endParaRPr b="1" sz="1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return text</a:t>
            </a:r>
            <a:endParaRPr b="1" sz="1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except Exception as e:</a:t>
            </a:r>
            <a:endParaRPr b="1" sz="1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return f"Error downloading paper: {e}"</a:t>
            </a:r>
            <a:endParaRPr b="1" sz="1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764" name="Google Shape;764;p46"/>
          <p:cNvSpPr/>
          <p:nvPr/>
        </p:nvSpPr>
        <p:spPr>
          <a:xfrm>
            <a:off x="6578425" y="3127350"/>
            <a:ext cx="1396800" cy="199200"/>
          </a:xfrm>
          <a:prstGeom prst="roundRect">
            <a:avLst>
              <a:gd fmla="val 16667" name="adj"/>
            </a:avLst>
          </a:prstGeom>
          <a:solidFill>
            <a:srgbClr val="258F9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lt1"/>
                </a:solidFill>
              </a:rPr>
              <a:t>download</a:t>
            </a:r>
            <a:r>
              <a:rPr b="1" lang="en-US" sz="1100">
                <a:solidFill>
                  <a:schemeClr val="lt1"/>
                </a:solidFill>
              </a:rPr>
              <a:t>-papers</a:t>
            </a:r>
            <a:endParaRPr b="1" sz="1100">
              <a:solidFill>
                <a:schemeClr val="lt1"/>
              </a:solidFill>
            </a:endParaRPr>
          </a:p>
        </p:txBody>
      </p:sp>
      <p:sp>
        <p:nvSpPr>
          <p:cNvPr id="765" name="Google Shape;765;p46"/>
          <p:cNvSpPr/>
          <p:nvPr/>
        </p:nvSpPr>
        <p:spPr>
          <a:xfrm>
            <a:off x="6556300" y="1206700"/>
            <a:ext cx="5296800" cy="17211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@tool("search-papers", args_schema=SearchPapersInput)</a:t>
            </a:r>
            <a:endParaRPr b="1" sz="1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def search_papers(query: str, max_papers: int = 1) -&gt; str:</a:t>
            </a:r>
            <a:endParaRPr b="1" sz="1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"""Search for scientific papers using the CORE API."""</a:t>
            </a:r>
            <a:endParaRPr b="1" sz="1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try:</a:t>
            </a:r>
            <a:endParaRPr b="1" sz="1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return</a:t>
            </a:r>
            <a:endParaRPr b="1" sz="1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CoreAPIWrapper(top_k_results=max_papers).search(query)</a:t>
            </a:r>
            <a:endParaRPr b="1" sz="1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except Exception as e:</a:t>
            </a:r>
            <a:endParaRPr b="1" sz="1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return f"Error performing paper search: {e}"</a:t>
            </a:r>
            <a:endParaRPr b="1" sz="1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766" name="Google Shape;766;p46"/>
          <p:cNvSpPr/>
          <p:nvPr/>
        </p:nvSpPr>
        <p:spPr>
          <a:xfrm>
            <a:off x="6620175" y="1087975"/>
            <a:ext cx="1200900" cy="199200"/>
          </a:xfrm>
          <a:prstGeom prst="roundRect">
            <a:avLst>
              <a:gd fmla="val 16667" name="adj"/>
            </a:avLst>
          </a:prstGeom>
          <a:solidFill>
            <a:srgbClr val="258F9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lt1"/>
                </a:solidFill>
              </a:rPr>
              <a:t>search-papers</a:t>
            </a:r>
            <a:endParaRPr b="1" sz="1100">
              <a:solidFill>
                <a:schemeClr val="lt1"/>
              </a:solidFill>
            </a:endParaRPr>
          </a:p>
        </p:txBody>
      </p:sp>
      <p:sp>
        <p:nvSpPr>
          <p:cNvPr id="767" name="Google Shape;767;p46"/>
          <p:cNvSpPr/>
          <p:nvPr/>
        </p:nvSpPr>
        <p:spPr>
          <a:xfrm>
            <a:off x="6515425" y="5496800"/>
            <a:ext cx="5296800" cy="10656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@tool("ask-human-feedback")</a:t>
            </a:r>
            <a:endParaRPr b="1" sz="1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def ask_human_feedback(question: str) -&gt; str:</a:t>
            </a:r>
            <a:endParaRPr b="1" sz="1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"""Ask for human feedback when encountering errors."""</a:t>
            </a:r>
            <a:endParaRPr b="1" sz="1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return input(question)</a:t>
            </a:r>
            <a:endParaRPr b="1" sz="1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768" name="Google Shape;768;p46"/>
          <p:cNvSpPr/>
          <p:nvPr/>
        </p:nvSpPr>
        <p:spPr>
          <a:xfrm>
            <a:off x="6588600" y="5372450"/>
            <a:ext cx="1653000" cy="199200"/>
          </a:xfrm>
          <a:prstGeom prst="roundRect">
            <a:avLst>
              <a:gd fmla="val 16667" name="adj"/>
            </a:avLst>
          </a:prstGeom>
          <a:solidFill>
            <a:srgbClr val="258F9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lt1"/>
                </a:solidFill>
              </a:rPr>
              <a:t>ask-human-feedback</a:t>
            </a:r>
            <a:endParaRPr b="1" sz="11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2" name="Shape 7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3" name="Google Shape;773;p47"/>
          <p:cNvSpPr txBox="1"/>
          <p:nvPr/>
        </p:nvSpPr>
        <p:spPr>
          <a:xfrm>
            <a:off x="356875" y="350625"/>
            <a:ext cx="51201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US" sz="2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The Research Challenge</a:t>
            </a:r>
            <a:endParaRPr b="1" sz="2300">
              <a:solidFill>
                <a:srgbClr val="262626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74" name="Google Shape;774;p47"/>
          <p:cNvSpPr/>
          <p:nvPr/>
        </p:nvSpPr>
        <p:spPr>
          <a:xfrm>
            <a:off x="467636" y="306779"/>
            <a:ext cx="995100" cy="1056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5" name="Google Shape;775;p47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76" name="Google Shape;776;p47"/>
          <p:cNvSpPr txBox="1"/>
          <p:nvPr/>
        </p:nvSpPr>
        <p:spPr>
          <a:xfrm>
            <a:off x="356875" y="1314000"/>
            <a:ext cx="6287100" cy="461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Poppins"/>
              <a:buChar char="●"/>
            </a:pPr>
            <a:r>
              <a:rPr b="1" lang="en-US" sz="1600">
                <a:latin typeface="Poppins"/>
                <a:ea typeface="Poppins"/>
                <a:cs typeface="Poppins"/>
                <a:sym typeface="Poppins"/>
              </a:rPr>
              <a:t>Step 1: Decision Making</a:t>
            </a:r>
            <a:r>
              <a:rPr lang="en-US" sz="1600">
                <a:latin typeface="Poppins"/>
                <a:ea typeface="Poppins"/>
                <a:cs typeface="Poppins"/>
                <a:sym typeface="Poppins"/>
              </a:rPr>
              <a:t> - Analyzes if query requires</a:t>
            </a:r>
            <a:endParaRPr sz="1600"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latin typeface="Poppins"/>
                <a:ea typeface="Poppins"/>
                <a:cs typeface="Poppins"/>
                <a:sym typeface="Poppins"/>
              </a:rPr>
              <a:t>research or direct response</a:t>
            </a:r>
            <a:endParaRPr sz="1600"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Poppins"/>
              <a:ea typeface="Poppins"/>
              <a:cs typeface="Poppins"/>
              <a:sym typeface="Poppins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Poppins"/>
              <a:buChar char="●"/>
            </a:pPr>
            <a:r>
              <a:rPr b="1" lang="en-US" sz="1600">
                <a:latin typeface="Poppins"/>
                <a:ea typeface="Poppins"/>
                <a:cs typeface="Poppins"/>
                <a:sym typeface="Poppins"/>
              </a:rPr>
              <a:t>Step 2: Planning </a:t>
            </a:r>
            <a:r>
              <a:rPr lang="en-US" sz="1600">
                <a:latin typeface="Poppins"/>
                <a:ea typeface="Poppins"/>
                <a:cs typeface="Poppins"/>
                <a:sym typeface="Poppins"/>
              </a:rPr>
              <a:t>- Creates detailed subtask plan with</a:t>
            </a:r>
            <a:endParaRPr sz="1600"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latin typeface="Poppins"/>
                <a:ea typeface="Poppins"/>
                <a:cs typeface="Poppins"/>
                <a:sym typeface="Poppins"/>
              </a:rPr>
              <a:t>appropriate tool selection</a:t>
            </a:r>
            <a:endParaRPr sz="1600"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Poppins"/>
              <a:ea typeface="Poppins"/>
              <a:cs typeface="Poppins"/>
              <a:sym typeface="Poppins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Poppins"/>
              <a:buChar char="●"/>
            </a:pPr>
            <a:r>
              <a:rPr b="1" lang="en-US" sz="1600">
                <a:latin typeface="Poppins"/>
                <a:ea typeface="Poppins"/>
                <a:cs typeface="Poppins"/>
                <a:sym typeface="Poppins"/>
              </a:rPr>
              <a:t>Step 3: Agent &amp; Tools</a:t>
            </a:r>
            <a:r>
              <a:rPr lang="en-US" sz="1600">
                <a:latin typeface="Poppins"/>
                <a:ea typeface="Poppins"/>
                <a:cs typeface="Poppins"/>
                <a:sym typeface="Poppins"/>
              </a:rPr>
              <a:t> - Executes searches and paper</a:t>
            </a:r>
            <a:endParaRPr sz="1600"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latin typeface="Poppins"/>
                <a:ea typeface="Poppins"/>
                <a:cs typeface="Poppins"/>
                <a:sym typeface="Poppins"/>
              </a:rPr>
              <a:t>downloads; synthesizes content</a:t>
            </a:r>
            <a:endParaRPr sz="1600"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Poppins"/>
              <a:ea typeface="Poppins"/>
              <a:cs typeface="Poppins"/>
              <a:sym typeface="Poppins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Poppins"/>
              <a:buChar char="●"/>
            </a:pPr>
            <a:r>
              <a:rPr b="1" lang="en-US" sz="1600">
                <a:latin typeface="Poppins"/>
                <a:ea typeface="Poppins"/>
                <a:cs typeface="Poppins"/>
                <a:sym typeface="Poppins"/>
              </a:rPr>
              <a:t>Step 4: Judge</a:t>
            </a:r>
            <a:r>
              <a:rPr lang="en-US" sz="1600">
                <a:latin typeface="Poppins"/>
                <a:ea typeface="Poppins"/>
                <a:cs typeface="Poppins"/>
                <a:sym typeface="Poppins"/>
              </a:rPr>
              <a:t> - Evaluates answer quality; may loop</a:t>
            </a:r>
            <a:endParaRPr sz="1600"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latin typeface="Poppins"/>
                <a:ea typeface="Poppins"/>
                <a:cs typeface="Poppins"/>
                <a:sym typeface="Poppins"/>
              </a:rPr>
              <a:t>back for improvements (≤2 retries)</a:t>
            </a:r>
            <a:endParaRPr sz="1600"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Poppins"/>
              <a:ea typeface="Poppins"/>
              <a:cs typeface="Poppins"/>
              <a:sym typeface="Poppins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Poppins"/>
              <a:buChar char="●"/>
            </a:pPr>
            <a:r>
              <a:rPr b="1" lang="en-US" sz="1600">
                <a:latin typeface="Poppins"/>
                <a:ea typeface="Poppins"/>
                <a:cs typeface="Poppins"/>
                <a:sym typeface="Poppins"/>
              </a:rPr>
              <a:t>Step 5: Finalize</a:t>
            </a:r>
            <a:r>
              <a:rPr lang="en-US" sz="1600">
                <a:latin typeface="Poppins"/>
                <a:ea typeface="Poppins"/>
                <a:cs typeface="Poppins"/>
                <a:sym typeface="Poppins"/>
              </a:rPr>
              <a:t> - Produces comprehensive answer</a:t>
            </a:r>
            <a:endParaRPr sz="1600"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latin typeface="Poppins"/>
                <a:ea typeface="Poppins"/>
                <a:cs typeface="Poppins"/>
                <a:sym typeface="Poppins"/>
              </a:rPr>
              <a:t>with inline citations</a:t>
            </a:r>
            <a:endParaRPr b="1" sz="1600"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777" name="Google Shape;777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07888" y="1702688"/>
            <a:ext cx="344475" cy="344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78" name="Google Shape;778;p4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720849" y="2613175"/>
            <a:ext cx="344451" cy="344451"/>
          </a:xfrm>
          <a:prstGeom prst="rect">
            <a:avLst/>
          </a:prstGeom>
          <a:noFill/>
          <a:ln>
            <a:noFill/>
          </a:ln>
        </p:spPr>
      </p:pic>
      <p:pic>
        <p:nvPicPr>
          <p:cNvPr id="779" name="Google Shape;779;p4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720850" y="3463525"/>
            <a:ext cx="344451" cy="344451"/>
          </a:xfrm>
          <a:prstGeom prst="rect">
            <a:avLst/>
          </a:prstGeom>
          <a:noFill/>
          <a:ln>
            <a:noFill/>
          </a:ln>
        </p:spPr>
      </p:pic>
      <p:pic>
        <p:nvPicPr>
          <p:cNvPr id="780" name="Google Shape;780;p4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720850" y="4288525"/>
            <a:ext cx="344451" cy="344451"/>
          </a:xfrm>
          <a:prstGeom prst="rect">
            <a:avLst/>
          </a:prstGeom>
          <a:noFill/>
          <a:ln>
            <a:noFill/>
          </a:ln>
        </p:spPr>
      </p:pic>
      <p:pic>
        <p:nvPicPr>
          <p:cNvPr id="781" name="Google Shape;781;p4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754400" y="5179700"/>
            <a:ext cx="344451" cy="344451"/>
          </a:xfrm>
          <a:prstGeom prst="rect">
            <a:avLst/>
          </a:prstGeom>
          <a:noFill/>
          <a:ln>
            <a:noFill/>
          </a:ln>
        </p:spPr>
      </p:pic>
      <p:sp>
        <p:nvSpPr>
          <p:cNvPr id="782" name="Google Shape;782;p47"/>
          <p:cNvSpPr/>
          <p:nvPr/>
        </p:nvSpPr>
        <p:spPr>
          <a:xfrm>
            <a:off x="8272375" y="1555575"/>
            <a:ext cx="3045600" cy="638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br>
              <a:rPr lang="en-US"/>
            </a:br>
            <a:r>
              <a:rPr b="1" lang="en-US"/>
              <a:t>Decision Making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/>
              <a:t>Route to research or direct answer</a:t>
            </a:r>
            <a:endParaRPr sz="13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3" name="Google Shape;783;p47"/>
          <p:cNvSpPr/>
          <p:nvPr/>
        </p:nvSpPr>
        <p:spPr>
          <a:xfrm>
            <a:off x="8272375" y="2413200"/>
            <a:ext cx="3045600" cy="638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-US"/>
            </a:br>
            <a:r>
              <a:rPr b="1" lang="en-US"/>
              <a:t>Planning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/>
              <a:t>Create research strategy</a:t>
            </a:r>
            <a:endParaRPr sz="13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4" name="Google Shape;784;p47"/>
          <p:cNvSpPr/>
          <p:nvPr/>
        </p:nvSpPr>
        <p:spPr>
          <a:xfrm>
            <a:off x="8272375" y="3270825"/>
            <a:ext cx="3045600" cy="638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-US"/>
            </a:br>
            <a:r>
              <a:rPr b="1" lang="en-US"/>
              <a:t>Agent &amp; Tools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/>
              <a:t>Search, download, synthesize</a:t>
            </a:r>
            <a:endParaRPr sz="13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5" name="Google Shape;785;p47"/>
          <p:cNvSpPr/>
          <p:nvPr/>
        </p:nvSpPr>
        <p:spPr>
          <a:xfrm>
            <a:off x="8272375" y="4128450"/>
            <a:ext cx="3045600" cy="638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-US"/>
            </a:br>
            <a:r>
              <a:rPr b="1" lang="en-US"/>
              <a:t>Judge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/>
              <a:t>Evaluate quality, iterate if needed</a:t>
            </a:r>
            <a:endParaRPr sz="13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6" name="Google Shape;786;p47"/>
          <p:cNvSpPr/>
          <p:nvPr/>
        </p:nvSpPr>
        <p:spPr>
          <a:xfrm>
            <a:off x="8299425" y="4986075"/>
            <a:ext cx="3045600" cy="638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-US"/>
            </a:br>
            <a:r>
              <a:rPr b="1" lang="en-US"/>
              <a:t>Decision Making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/>
              <a:t>Route to research or direct answer</a:t>
            </a:r>
            <a:endParaRPr sz="13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0" name="Shape 7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1" name="Google Shape;791;p48"/>
          <p:cNvSpPr txBox="1"/>
          <p:nvPr/>
        </p:nvSpPr>
        <p:spPr>
          <a:xfrm>
            <a:off x="356875" y="350625"/>
            <a:ext cx="8114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Real-World Use Cases</a:t>
            </a:r>
            <a:r>
              <a:rPr b="1" lang="en-US" sz="2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2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(PhD Research)</a:t>
            </a:r>
            <a:endParaRPr sz="1700">
              <a:solidFill>
                <a:schemeClr val="accen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92" name="Google Shape;792;p48"/>
          <p:cNvSpPr/>
          <p:nvPr/>
        </p:nvSpPr>
        <p:spPr>
          <a:xfrm>
            <a:off x="467636" y="306779"/>
            <a:ext cx="995100" cy="1056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3" name="Google Shape;793;p48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94" name="Google Shape;794;p48"/>
          <p:cNvSpPr txBox="1"/>
          <p:nvPr/>
        </p:nvSpPr>
        <p:spPr>
          <a:xfrm>
            <a:off x="1729875" y="1061575"/>
            <a:ext cx="6705900" cy="9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latin typeface="Poppins"/>
                <a:ea typeface="Poppins"/>
                <a:cs typeface="Poppins"/>
                <a:sym typeface="Poppins"/>
              </a:rPr>
              <a:t>Paper Summarization</a:t>
            </a:r>
            <a:endParaRPr b="1">
              <a:latin typeface="Poppins"/>
              <a:ea typeface="Poppins"/>
              <a:cs typeface="Poppins"/>
              <a:sym typeface="Poppins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Poppins"/>
              <a:buChar char="●"/>
            </a:pPr>
            <a:r>
              <a:rPr lang="en-US" sz="1300">
                <a:latin typeface="Poppins"/>
                <a:ea typeface="Poppins"/>
                <a:cs typeface="Poppins"/>
                <a:sym typeface="Poppins"/>
              </a:rPr>
              <a:t>Download and analyze papers directly from URLs</a:t>
            </a:r>
            <a:endParaRPr sz="1300">
              <a:latin typeface="Poppins"/>
              <a:ea typeface="Poppins"/>
              <a:cs typeface="Poppins"/>
              <a:sym typeface="Poppins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Poppins"/>
              <a:buChar char="●"/>
            </a:pPr>
            <a:r>
              <a:rPr lang="en-US" sz="1300">
                <a:latin typeface="Poppins"/>
                <a:ea typeface="Poppins"/>
                <a:cs typeface="Poppins"/>
                <a:sym typeface="Poppins"/>
              </a:rPr>
              <a:t>Extract key findings with proper citations</a:t>
            </a:r>
            <a:endParaRPr sz="1300">
              <a:latin typeface="Poppins"/>
              <a:ea typeface="Poppins"/>
              <a:cs typeface="Poppins"/>
              <a:sym typeface="Poppins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latin typeface="Poppins"/>
                <a:ea typeface="Poppins"/>
                <a:cs typeface="Poppins"/>
                <a:sym typeface="Poppins"/>
              </a:rPr>
              <a:t>Example</a:t>
            </a:r>
            <a:r>
              <a:rPr lang="en-US" sz="1200">
                <a:latin typeface="Poppins"/>
                <a:ea typeface="Poppins"/>
                <a:cs typeface="Poppins"/>
                <a:sym typeface="Poppins"/>
              </a:rPr>
              <a:t> Summarizing nanocarrier applications in cancer therapeutics</a:t>
            </a:r>
            <a:endParaRPr sz="12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95" name="Google Shape;795;p48"/>
          <p:cNvSpPr txBox="1"/>
          <p:nvPr/>
        </p:nvSpPr>
        <p:spPr>
          <a:xfrm>
            <a:off x="1729875" y="2491550"/>
            <a:ext cx="5796300" cy="9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latin typeface="Poppins"/>
                <a:ea typeface="Poppins"/>
                <a:cs typeface="Poppins"/>
                <a:sym typeface="Poppins"/>
              </a:rPr>
              <a:t>Finding Topic-Specific Papers</a:t>
            </a:r>
            <a:endParaRPr b="1">
              <a:latin typeface="Poppins"/>
              <a:ea typeface="Poppins"/>
              <a:cs typeface="Poppins"/>
              <a:sym typeface="Poppins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Poppins"/>
              <a:buChar char="●"/>
            </a:pPr>
            <a:r>
              <a:rPr lang="en-US" sz="1300">
                <a:latin typeface="Poppins"/>
                <a:ea typeface="Poppins"/>
                <a:cs typeface="Poppins"/>
                <a:sym typeface="Poppins"/>
              </a:rPr>
              <a:t>Comprehensive search with metadata extraction</a:t>
            </a:r>
            <a:endParaRPr sz="1300">
              <a:latin typeface="Poppins"/>
              <a:ea typeface="Poppins"/>
              <a:cs typeface="Poppins"/>
              <a:sym typeface="Poppins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Poppins"/>
              <a:buChar char="●"/>
            </a:pPr>
            <a:r>
              <a:rPr lang="en-US" sz="1300">
                <a:latin typeface="Poppins"/>
                <a:ea typeface="Poppins"/>
                <a:cs typeface="Poppins"/>
                <a:sym typeface="Poppins"/>
              </a:rPr>
              <a:t>Customizable result count (1-10 papers)</a:t>
            </a:r>
            <a:endParaRPr sz="1300">
              <a:latin typeface="Poppins"/>
              <a:ea typeface="Poppins"/>
              <a:cs typeface="Poppins"/>
              <a:sym typeface="Poppins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latin typeface="Poppins"/>
                <a:ea typeface="Poppins"/>
                <a:cs typeface="Poppins"/>
                <a:sym typeface="Poppins"/>
              </a:rPr>
              <a:t>Example</a:t>
            </a:r>
            <a:r>
              <a:rPr lang="en-US" sz="120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200">
                <a:latin typeface="Poppins"/>
                <a:ea typeface="Poppins"/>
                <a:cs typeface="Poppins"/>
                <a:sym typeface="Poppins"/>
              </a:rPr>
              <a:t>Finding 8 papers on quantum machine learning</a:t>
            </a:r>
            <a:endParaRPr sz="12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96" name="Google Shape;796;p48"/>
          <p:cNvSpPr txBox="1"/>
          <p:nvPr/>
        </p:nvSpPr>
        <p:spPr>
          <a:xfrm>
            <a:off x="1729875" y="3814200"/>
            <a:ext cx="6833700" cy="9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latin typeface="Poppins"/>
                <a:ea typeface="Poppins"/>
                <a:cs typeface="Poppins"/>
                <a:sym typeface="Poppins"/>
              </a:rPr>
              <a:t>Date-Filtered Research</a:t>
            </a:r>
            <a:endParaRPr b="1">
              <a:latin typeface="Poppins"/>
              <a:ea typeface="Poppins"/>
              <a:cs typeface="Poppins"/>
              <a:sym typeface="Poppins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Poppins"/>
              <a:buChar char="●"/>
            </a:pPr>
            <a:r>
              <a:rPr lang="en-US" sz="1300">
                <a:latin typeface="Poppins"/>
                <a:ea typeface="Poppins"/>
                <a:cs typeface="Poppins"/>
                <a:sym typeface="Poppins"/>
              </a:rPr>
              <a:t>CORE API query language for precise filtering</a:t>
            </a:r>
            <a:endParaRPr sz="1300">
              <a:latin typeface="Poppins"/>
              <a:ea typeface="Poppins"/>
              <a:cs typeface="Poppins"/>
              <a:sym typeface="Poppins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Poppins"/>
              <a:buChar char="●"/>
            </a:pPr>
            <a:r>
              <a:rPr lang="en-US" sz="1300">
                <a:latin typeface="Poppins"/>
                <a:ea typeface="Poppins"/>
                <a:cs typeface="Poppins"/>
                <a:sym typeface="Poppins"/>
              </a:rPr>
              <a:t>Complex queries for temporal analysis</a:t>
            </a:r>
            <a:endParaRPr sz="1300">
              <a:latin typeface="Poppins"/>
              <a:ea typeface="Poppins"/>
              <a:cs typeface="Poppins"/>
              <a:sym typeface="Poppins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latin typeface="Poppins"/>
                <a:ea typeface="Poppins"/>
                <a:cs typeface="Poppins"/>
                <a:sym typeface="Poppins"/>
              </a:rPr>
              <a:t>Example</a:t>
            </a:r>
            <a:r>
              <a:rPr lang="en-US" sz="120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200">
                <a:latin typeface="Poppins"/>
                <a:ea typeface="Poppins"/>
                <a:cs typeface="Poppins"/>
                <a:sym typeface="Poppins"/>
              </a:rPr>
              <a:t>Finding 2023-2024 papers on CRISPR for genetic disorders</a:t>
            </a:r>
            <a:endParaRPr sz="12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97" name="Google Shape;797;p48"/>
          <p:cNvSpPr txBox="1"/>
          <p:nvPr/>
        </p:nvSpPr>
        <p:spPr>
          <a:xfrm>
            <a:off x="1729875" y="5239075"/>
            <a:ext cx="6879900" cy="9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latin typeface="Poppins"/>
                <a:ea typeface="Poppins"/>
                <a:cs typeface="Poppins"/>
                <a:sym typeface="Poppins"/>
              </a:rPr>
              <a:t>Cross-Topic Analysis</a:t>
            </a:r>
            <a:endParaRPr b="1">
              <a:latin typeface="Poppins"/>
              <a:ea typeface="Poppins"/>
              <a:cs typeface="Poppins"/>
              <a:sym typeface="Poppins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Poppins"/>
              <a:buChar char="●"/>
            </a:pPr>
            <a:r>
              <a:rPr lang="en-US" sz="1300">
                <a:latin typeface="Poppins"/>
                <a:ea typeface="Poppins"/>
                <a:cs typeface="Poppins"/>
                <a:sym typeface="Poppins"/>
              </a:rPr>
              <a:t>Connecting findings across interdisciplinary domains</a:t>
            </a:r>
            <a:endParaRPr sz="1300">
              <a:latin typeface="Poppins"/>
              <a:ea typeface="Poppins"/>
              <a:cs typeface="Poppins"/>
              <a:sym typeface="Poppins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Poppins"/>
              <a:buChar char="●"/>
            </a:pPr>
            <a:r>
              <a:rPr lang="en-US" sz="1300">
                <a:latin typeface="Poppins"/>
                <a:ea typeface="Poppins"/>
                <a:cs typeface="Poppins"/>
                <a:sym typeface="Poppins"/>
              </a:rPr>
              <a:t>Focus on specific implementations or validations</a:t>
            </a:r>
            <a:endParaRPr sz="1300">
              <a:latin typeface="Poppins"/>
              <a:ea typeface="Poppins"/>
              <a:cs typeface="Poppins"/>
              <a:sym typeface="Poppins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latin typeface="Poppins"/>
                <a:ea typeface="Poppins"/>
                <a:cs typeface="Poppins"/>
                <a:sym typeface="Poppins"/>
              </a:rPr>
              <a:t>Example</a:t>
            </a:r>
            <a:r>
              <a:rPr lang="en-US" sz="120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200">
                <a:latin typeface="Poppins"/>
                <a:ea typeface="Poppins"/>
                <a:cs typeface="Poppins"/>
                <a:sym typeface="Poppins"/>
              </a:rPr>
              <a:t>Transformer architectures in protein folding prediction</a:t>
            </a:r>
            <a:endParaRPr sz="1200"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798" name="Google Shape;798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03550" y="1411775"/>
            <a:ext cx="403750" cy="403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9" name="Google Shape;799;p4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82174" y="2677874"/>
            <a:ext cx="425125" cy="425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00" name="Google Shape;800;p4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38403" y="4009650"/>
            <a:ext cx="350476" cy="350476"/>
          </a:xfrm>
          <a:prstGeom prst="rect">
            <a:avLst/>
          </a:prstGeom>
          <a:noFill/>
          <a:ln>
            <a:noFill/>
          </a:ln>
        </p:spPr>
      </p:pic>
      <p:pic>
        <p:nvPicPr>
          <p:cNvPr id="801" name="Google Shape;801;p4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126725" y="5463175"/>
            <a:ext cx="403750" cy="403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5" name="Shape 8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6" name="Google Shape;806;p49"/>
          <p:cNvSpPr txBox="1"/>
          <p:nvPr/>
        </p:nvSpPr>
        <p:spPr>
          <a:xfrm>
            <a:off x="356875" y="350625"/>
            <a:ext cx="6561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US" sz="2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Performance Comparison</a:t>
            </a:r>
            <a:endParaRPr b="1" sz="2300">
              <a:solidFill>
                <a:srgbClr val="262626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07" name="Google Shape;807;p49"/>
          <p:cNvSpPr/>
          <p:nvPr/>
        </p:nvSpPr>
        <p:spPr>
          <a:xfrm>
            <a:off x="467636" y="306779"/>
            <a:ext cx="995100" cy="1056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8" name="Google Shape;808;p49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09" name="Google Shape;809;p49"/>
          <p:cNvSpPr txBox="1"/>
          <p:nvPr/>
        </p:nvSpPr>
        <p:spPr>
          <a:xfrm>
            <a:off x="479100" y="1041150"/>
            <a:ext cx="99192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latin typeface="Poppins"/>
                <a:ea typeface="Poppins"/>
                <a:cs typeface="Poppins"/>
                <a:sym typeface="Poppins"/>
              </a:rPr>
              <a:t>Comparative analysis between our Scientific Paper Agent and leading AI knowledge co-pilots, showing the trade-off</a:t>
            </a:r>
            <a:endParaRPr sz="13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latin typeface="Poppins"/>
                <a:ea typeface="Poppins"/>
                <a:cs typeface="Poppins"/>
                <a:sym typeface="Poppins"/>
              </a:rPr>
              <a:t>between depth and speed:</a:t>
            </a:r>
            <a:endParaRPr sz="1300"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810" name="Google Shape;810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72250" y="1767925"/>
            <a:ext cx="9678750" cy="3659500"/>
          </a:xfrm>
          <a:prstGeom prst="rect">
            <a:avLst/>
          </a:prstGeom>
          <a:noFill/>
          <a:ln>
            <a:noFill/>
          </a:ln>
        </p:spPr>
      </p:pic>
      <p:sp>
        <p:nvSpPr>
          <p:cNvPr id="811" name="Google Shape;811;p49"/>
          <p:cNvSpPr/>
          <p:nvPr/>
        </p:nvSpPr>
        <p:spPr>
          <a:xfrm>
            <a:off x="673375" y="5783850"/>
            <a:ext cx="10194900" cy="5520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/>
              <a:t>The comparison reveals a clear trade-off between response speed and research depth. Our agent prioritizes academic rigor and comprehensive</a:t>
            </a:r>
            <a:endParaRPr sz="1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metadata at the cost of processing time, making it ideal for thorough academic research rather than quick exploratory searches.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5" name="Shape 8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6" name="Google Shape;816;p50"/>
          <p:cNvSpPr txBox="1"/>
          <p:nvPr/>
        </p:nvSpPr>
        <p:spPr>
          <a:xfrm>
            <a:off x="356875" y="350625"/>
            <a:ext cx="6561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US" sz="2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Comparative Metrics</a:t>
            </a:r>
            <a:endParaRPr b="1" sz="2300">
              <a:solidFill>
                <a:srgbClr val="262626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17" name="Google Shape;817;p50"/>
          <p:cNvSpPr/>
          <p:nvPr/>
        </p:nvSpPr>
        <p:spPr>
          <a:xfrm>
            <a:off x="467636" y="306779"/>
            <a:ext cx="995100" cy="1056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8" name="Google Shape;818;p50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19" name="Google Shape;819;p50"/>
          <p:cNvSpPr txBox="1"/>
          <p:nvPr/>
        </p:nvSpPr>
        <p:spPr>
          <a:xfrm>
            <a:off x="479100" y="1041150"/>
            <a:ext cx="99192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latin typeface="Poppins"/>
                <a:ea typeface="Poppins"/>
                <a:cs typeface="Poppins"/>
                <a:sym typeface="Poppins"/>
              </a:rPr>
              <a:t>Detailed performance metrics comparing our Scientific Paper Agent against leading alternatives based on standard research tasks:</a:t>
            </a:r>
            <a:endParaRPr sz="13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20" name="Google Shape;820;p50"/>
          <p:cNvSpPr/>
          <p:nvPr/>
        </p:nvSpPr>
        <p:spPr>
          <a:xfrm>
            <a:off x="673375" y="5783850"/>
            <a:ext cx="10194900" cy="6606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The metrics reveal distinct strengths for different use cases: Our agent excels in thorough academic research with comprehensive validation, while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competitors offer advantages in speed for quick exploratory searches. The choice depends on whether the research task prioritizes depth or rapid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information retrieval.</a:t>
            </a:r>
            <a:endParaRPr sz="1200"/>
          </a:p>
        </p:txBody>
      </p:sp>
      <p:pic>
        <p:nvPicPr>
          <p:cNvPr id="821" name="Google Shape;821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3800" y="1626150"/>
            <a:ext cx="9076374" cy="3918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5" name="Shape 8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6" name="Google Shape;826;p51"/>
          <p:cNvSpPr txBox="1"/>
          <p:nvPr/>
        </p:nvSpPr>
        <p:spPr>
          <a:xfrm>
            <a:off x="356875" y="350625"/>
            <a:ext cx="8114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Limitations &amp; Challenges</a:t>
            </a:r>
            <a:endParaRPr sz="1700">
              <a:solidFill>
                <a:schemeClr val="accen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27" name="Google Shape;827;p51"/>
          <p:cNvSpPr/>
          <p:nvPr/>
        </p:nvSpPr>
        <p:spPr>
          <a:xfrm>
            <a:off x="467636" y="306779"/>
            <a:ext cx="995100" cy="1056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8" name="Google Shape;828;p51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29" name="Google Shape;829;p51"/>
          <p:cNvSpPr txBox="1"/>
          <p:nvPr/>
        </p:nvSpPr>
        <p:spPr>
          <a:xfrm>
            <a:off x="2138700" y="1393750"/>
            <a:ext cx="6705900" cy="10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latin typeface="Poppins"/>
                <a:ea typeface="Poppins"/>
                <a:cs typeface="Poppins"/>
                <a:sym typeface="Poppins"/>
              </a:rPr>
              <a:t>Technical Limitations</a:t>
            </a:r>
            <a:endParaRPr b="1">
              <a:latin typeface="Poppins"/>
              <a:ea typeface="Poppins"/>
              <a:cs typeface="Poppins"/>
              <a:sym typeface="Poppins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Poppins"/>
              <a:buChar char="●"/>
            </a:pPr>
            <a:r>
              <a:rPr lang="en-US" sz="1300">
                <a:latin typeface="Poppins"/>
                <a:ea typeface="Poppins"/>
                <a:cs typeface="Poppins"/>
                <a:sym typeface="Poppins"/>
              </a:rPr>
              <a:t>API rate limits for paper access</a:t>
            </a:r>
            <a:endParaRPr sz="1300">
              <a:latin typeface="Poppins"/>
              <a:ea typeface="Poppins"/>
              <a:cs typeface="Poppins"/>
              <a:sym typeface="Poppins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Poppins"/>
              <a:buChar char="●"/>
            </a:pPr>
            <a:r>
              <a:rPr lang="en-US" sz="1300">
                <a:latin typeface="Poppins"/>
                <a:ea typeface="Poppins"/>
                <a:cs typeface="Poppins"/>
                <a:sym typeface="Poppins"/>
              </a:rPr>
              <a:t>Handle time for large PDFs</a:t>
            </a:r>
            <a:endParaRPr sz="1300">
              <a:latin typeface="Poppins"/>
              <a:ea typeface="Poppins"/>
              <a:cs typeface="Poppins"/>
              <a:sym typeface="Poppins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Poppins"/>
              <a:buChar char="●"/>
            </a:pPr>
            <a:r>
              <a:rPr lang="en-US" sz="1300">
                <a:latin typeface="Poppins"/>
                <a:ea typeface="Poppins"/>
                <a:cs typeface="Poppins"/>
                <a:sym typeface="Poppins"/>
              </a:rPr>
              <a:t>Limited to publicly accessible papers</a:t>
            </a:r>
            <a:endParaRPr sz="13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30" name="Google Shape;830;p51"/>
          <p:cNvSpPr txBox="1"/>
          <p:nvPr/>
        </p:nvSpPr>
        <p:spPr>
          <a:xfrm>
            <a:off x="2138700" y="2823725"/>
            <a:ext cx="57963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latin typeface="Poppins"/>
                <a:ea typeface="Poppins"/>
                <a:cs typeface="Poppins"/>
                <a:sym typeface="Poppins"/>
              </a:rPr>
              <a:t>Functional Limitations</a:t>
            </a:r>
            <a:endParaRPr b="1">
              <a:latin typeface="Poppins"/>
              <a:ea typeface="Poppins"/>
              <a:cs typeface="Poppins"/>
              <a:sym typeface="Poppins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Poppins"/>
              <a:buChar char="●"/>
            </a:pPr>
            <a:r>
              <a:rPr lang="en-US" sz="1300">
                <a:latin typeface="Poppins"/>
                <a:ea typeface="Poppins"/>
                <a:cs typeface="Poppins"/>
                <a:sym typeface="Poppins"/>
              </a:rPr>
              <a:t>No support for image analysis in papers</a:t>
            </a:r>
            <a:endParaRPr sz="1300">
              <a:latin typeface="Poppins"/>
              <a:ea typeface="Poppins"/>
              <a:cs typeface="Poppins"/>
              <a:sym typeface="Poppins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Poppins"/>
              <a:buChar char="●"/>
            </a:pPr>
            <a:r>
              <a:rPr lang="en-US" sz="1300">
                <a:latin typeface="Poppins"/>
                <a:ea typeface="Poppins"/>
                <a:cs typeface="Poppins"/>
                <a:sym typeface="Poppins"/>
              </a:rPr>
              <a:t>Limited context window for very long papers</a:t>
            </a:r>
            <a:endParaRPr sz="1300">
              <a:latin typeface="Poppins"/>
              <a:ea typeface="Poppins"/>
              <a:cs typeface="Poppins"/>
              <a:sym typeface="Poppins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Poppins"/>
              <a:buChar char="●"/>
            </a:pPr>
            <a:r>
              <a:rPr lang="en-US" sz="1300">
                <a:latin typeface="Poppins"/>
                <a:ea typeface="Poppins"/>
                <a:cs typeface="Poppins"/>
                <a:sym typeface="Poppins"/>
              </a:rPr>
              <a:t>Cannot perform mathematical derivations</a:t>
            </a:r>
            <a:endParaRPr sz="1300">
              <a:latin typeface="Poppins"/>
              <a:ea typeface="Poppins"/>
              <a:cs typeface="Poppins"/>
              <a:sym typeface="Poppins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Poppins"/>
              <a:buChar char="●"/>
            </a:pPr>
            <a:r>
              <a:rPr lang="en-US" sz="1300">
                <a:latin typeface="Poppins"/>
                <a:ea typeface="Poppins"/>
                <a:cs typeface="Poppins"/>
                <a:sym typeface="Poppins"/>
              </a:rPr>
              <a:t>Language constraints for non-English papers</a:t>
            </a:r>
            <a:endParaRPr sz="13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31" name="Google Shape;831;p51"/>
          <p:cNvSpPr txBox="1"/>
          <p:nvPr/>
        </p:nvSpPr>
        <p:spPr>
          <a:xfrm>
            <a:off x="2138700" y="4146375"/>
            <a:ext cx="6833700" cy="10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latin typeface="Poppins"/>
                <a:ea typeface="Poppins"/>
                <a:cs typeface="Poppins"/>
                <a:sym typeface="Poppins"/>
              </a:rPr>
              <a:t>Operational Constraints</a:t>
            </a:r>
            <a:endParaRPr b="1">
              <a:latin typeface="Poppins"/>
              <a:ea typeface="Poppins"/>
              <a:cs typeface="Poppins"/>
              <a:sym typeface="Poppins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Poppins"/>
              <a:buChar char="●"/>
            </a:pPr>
            <a:r>
              <a:rPr lang="en-US" sz="1300">
                <a:latin typeface="Poppins"/>
                <a:ea typeface="Poppins"/>
                <a:cs typeface="Poppins"/>
                <a:sym typeface="Poppins"/>
              </a:rPr>
              <a:t>Dependency on external APIs and services</a:t>
            </a:r>
            <a:endParaRPr sz="1300">
              <a:latin typeface="Poppins"/>
              <a:ea typeface="Poppins"/>
              <a:cs typeface="Poppins"/>
              <a:sym typeface="Poppins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Poppins"/>
              <a:buChar char="●"/>
            </a:pPr>
            <a:r>
              <a:rPr lang="en-US" sz="1300">
                <a:latin typeface="Poppins"/>
                <a:ea typeface="Poppins"/>
                <a:cs typeface="Poppins"/>
                <a:sym typeface="Poppins"/>
              </a:rPr>
              <a:t>Network reliability impacts performance</a:t>
            </a:r>
            <a:endParaRPr sz="1300">
              <a:latin typeface="Poppins"/>
              <a:ea typeface="Poppins"/>
              <a:cs typeface="Poppins"/>
              <a:sym typeface="Poppins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Poppins"/>
              <a:buChar char="●"/>
            </a:pPr>
            <a:r>
              <a:rPr lang="en-US" sz="1300">
                <a:latin typeface="Poppins"/>
                <a:ea typeface="Poppins"/>
                <a:cs typeface="Poppins"/>
                <a:sym typeface="Poppins"/>
              </a:rPr>
              <a:t>Authentication and access management complexity</a:t>
            </a:r>
            <a:endParaRPr sz="1300"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832" name="Google Shape;832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59962" y="1648687"/>
            <a:ext cx="525000" cy="52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33" name="Google Shape;833;p5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59962" y="3038750"/>
            <a:ext cx="525000" cy="52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34" name="Google Shape;834;p5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491600" y="4452550"/>
            <a:ext cx="461700" cy="461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8" name="Shape 8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" name="Google Shape;839;p52"/>
          <p:cNvSpPr txBox="1"/>
          <p:nvPr/>
        </p:nvSpPr>
        <p:spPr>
          <a:xfrm>
            <a:off x="356875" y="350625"/>
            <a:ext cx="8114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Future Improvements</a:t>
            </a:r>
            <a:endParaRPr sz="1700">
              <a:solidFill>
                <a:schemeClr val="accen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40" name="Google Shape;840;p52"/>
          <p:cNvSpPr/>
          <p:nvPr/>
        </p:nvSpPr>
        <p:spPr>
          <a:xfrm>
            <a:off x="467636" y="306779"/>
            <a:ext cx="995100" cy="1056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1" name="Google Shape;841;p52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42" name="Google Shape;842;p52"/>
          <p:cNvSpPr txBox="1"/>
          <p:nvPr/>
        </p:nvSpPr>
        <p:spPr>
          <a:xfrm>
            <a:off x="2138700" y="1393750"/>
            <a:ext cx="57963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latin typeface="Poppins"/>
                <a:ea typeface="Poppins"/>
                <a:cs typeface="Poppins"/>
                <a:sym typeface="Poppins"/>
              </a:rPr>
              <a:t>Technical Improvements</a:t>
            </a:r>
            <a:endParaRPr b="1">
              <a:latin typeface="Poppins"/>
              <a:ea typeface="Poppins"/>
              <a:cs typeface="Poppins"/>
              <a:sym typeface="Poppins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Poppins"/>
              <a:buChar char="●"/>
            </a:pPr>
            <a:r>
              <a:rPr lang="en-US" sz="1300">
                <a:latin typeface="Poppins"/>
                <a:ea typeface="Poppins"/>
                <a:cs typeface="Poppins"/>
                <a:sym typeface="Poppins"/>
              </a:rPr>
              <a:t>Implement parallel processing for multiple papers</a:t>
            </a:r>
            <a:endParaRPr sz="1300">
              <a:latin typeface="Poppins"/>
              <a:ea typeface="Poppins"/>
              <a:cs typeface="Poppins"/>
              <a:sym typeface="Poppins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Poppins"/>
              <a:buChar char="●"/>
            </a:pPr>
            <a:r>
              <a:rPr lang="en-US" sz="1300">
                <a:latin typeface="Poppins"/>
                <a:ea typeface="Poppins"/>
                <a:cs typeface="Poppins"/>
                <a:sym typeface="Poppins"/>
              </a:rPr>
              <a:t>Add caching system for frequently accessed papers</a:t>
            </a:r>
            <a:endParaRPr sz="1300">
              <a:latin typeface="Poppins"/>
              <a:ea typeface="Poppins"/>
              <a:cs typeface="Poppins"/>
              <a:sym typeface="Poppins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Poppins"/>
              <a:buChar char="●"/>
            </a:pPr>
            <a:r>
              <a:rPr lang="en-US" sz="1300">
                <a:latin typeface="Poppins"/>
                <a:ea typeface="Poppins"/>
                <a:cs typeface="Poppins"/>
                <a:sym typeface="Poppins"/>
              </a:rPr>
              <a:t>Integrate multiple academic APIs for broader coverage</a:t>
            </a:r>
            <a:endParaRPr sz="1300">
              <a:latin typeface="Poppins"/>
              <a:ea typeface="Poppins"/>
              <a:cs typeface="Poppins"/>
              <a:sym typeface="Poppins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Poppins"/>
              <a:buChar char="●"/>
            </a:pPr>
            <a:r>
              <a:rPr lang="en-US" sz="1300">
                <a:latin typeface="Poppins"/>
                <a:ea typeface="Poppins"/>
                <a:cs typeface="Poppins"/>
                <a:sym typeface="Poppins"/>
              </a:rPr>
              <a:t>Implement batch processing for large datasets</a:t>
            </a:r>
            <a:endParaRPr sz="13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43" name="Google Shape;843;p52"/>
          <p:cNvSpPr txBox="1"/>
          <p:nvPr/>
        </p:nvSpPr>
        <p:spPr>
          <a:xfrm>
            <a:off x="2138700" y="2823725"/>
            <a:ext cx="52599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latin typeface="Poppins"/>
                <a:ea typeface="Poppins"/>
                <a:cs typeface="Poppins"/>
                <a:sym typeface="Poppins"/>
              </a:rPr>
              <a:t>Functional Improvements</a:t>
            </a:r>
            <a:endParaRPr b="1">
              <a:latin typeface="Poppins"/>
              <a:ea typeface="Poppins"/>
              <a:cs typeface="Poppins"/>
              <a:sym typeface="Poppins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Poppins"/>
              <a:buChar char="●"/>
            </a:pPr>
            <a:r>
              <a:rPr lang="en-US" sz="1300">
                <a:latin typeface="Poppins"/>
                <a:ea typeface="Poppins"/>
                <a:cs typeface="Poppins"/>
                <a:sym typeface="Poppins"/>
              </a:rPr>
              <a:t>Add support for figure and table extraction</a:t>
            </a:r>
            <a:endParaRPr sz="1300">
              <a:latin typeface="Poppins"/>
              <a:ea typeface="Poppins"/>
              <a:cs typeface="Poppins"/>
              <a:sym typeface="Poppins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Poppins"/>
              <a:buChar char="●"/>
            </a:pPr>
            <a:r>
              <a:rPr lang="en-US" sz="1300">
                <a:latin typeface="Poppins"/>
                <a:ea typeface="Poppins"/>
                <a:cs typeface="Poppins"/>
                <a:sym typeface="Poppins"/>
              </a:rPr>
              <a:t>Implement cross-referencing between papers</a:t>
            </a:r>
            <a:endParaRPr sz="1300">
              <a:latin typeface="Poppins"/>
              <a:ea typeface="Poppins"/>
              <a:cs typeface="Poppins"/>
              <a:sym typeface="Poppins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Poppins"/>
              <a:buChar char="●"/>
            </a:pPr>
            <a:r>
              <a:rPr lang="en-US" sz="1300">
                <a:latin typeface="Poppins"/>
                <a:ea typeface="Poppins"/>
                <a:cs typeface="Poppins"/>
                <a:sym typeface="Poppins"/>
              </a:rPr>
              <a:t>Add citation network analysis capabilities</a:t>
            </a:r>
            <a:endParaRPr sz="1300">
              <a:latin typeface="Poppins"/>
              <a:ea typeface="Poppins"/>
              <a:cs typeface="Poppins"/>
              <a:sym typeface="Poppins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Poppins"/>
              <a:buChar char="●"/>
            </a:pPr>
            <a:r>
              <a:rPr lang="en-US" sz="1300">
                <a:latin typeface="Poppins"/>
                <a:ea typeface="Poppins"/>
                <a:cs typeface="Poppins"/>
                <a:sym typeface="Poppins"/>
              </a:rPr>
              <a:t>Include domain-specific validation rules</a:t>
            </a:r>
            <a:endParaRPr sz="13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44" name="Google Shape;844;p52"/>
          <p:cNvSpPr txBox="1"/>
          <p:nvPr/>
        </p:nvSpPr>
        <p:spPr>
          <a:xfrm>
            <a:off x="2138700" y="4146375"/>
            <a:ext cx="53517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latin typeface="Poppins"/>
                <a:ea typeface="Poppins"/>
                <a:cs typeface="Poppins"/>
                <a:sym typeface="Poppins"/>
              </a:rPr>
              <a:t>User Experience</a:t>
            </a:r>
            <a:endParaRPr b="1">
              <a:latin typeface="Poppins"/>
              <a:ea typeface="Poppins"/>
              <a:cs typeface="Poppins"/>
              <a:sym typeface="Poppins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Poppins"/>
              <a:buChar char="●"/>
            </a:pPr>
            <a:r>
              <a:rPr lang="en-US" sz="1300">
                <a:latin typeface="Poppins"/>
                <a:ea typeface="Poppins"/>
                <a:cs typeface="Poppins"/>
                <a:sym typeface="Poppins"/>
              </a:rPr>
              <a:t>Add interactive feedback mechanisms</a:t>
            </a:r>
            <a:endParaRPr sz="1300">
              <a:latin typeface="Poppins"/>
              <a:ea typeface="Poppins"/>
              <a:cs typeface="Poppins"/>
              <a:sym typeface="Poppins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Poppins"/>
              <a:buChar char="●"/>
            </a:pPr>
            <a:r>
              <a:rPr lang="en-US" sz="1300">
                <a:latin typeface="Poppins"/>
                <a:ea typeface="Poppins"/>
                <a:cs typeface="Poppins"/>
                <a:sym typeface="Poppins"/>
              </a:rPr>
              <a:t>Implement progress tracking for long-running tasks</a:t>
            </a:r>
            <a:endParaRPr sz="1300">
              <a:latin typeface="Poppins"/>
              <a:ea typeface="Poppins"/>
              <a:cs typeface="Poppins"/>
              <a:sym typeface="Poppins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Poppins"/>
              <a:buChar char="●"/>
            </a:pPr>
            <a:r>
              <a:rPr lang="en-US" sz="1300">
                <a:latin typeface="Poppins"/>
                <a:ea typeface="Poppins"/>
                <a:cs typeface="Poppins"/>
                <a:sym typeface="Poppins"/>
              </a:rPr>
              <a:t>Add customizable validation criteria</a:t>
            </a:r>
            <a:endParaRPr sz="1300">
              <a:latin typeface="Poppins"/>
              <a:ea typeface="Poppins"/>
              <a:cs typeface="Poppins"/>
              <a:sym typeface="Poppins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Poppins"/>
              <a:buChar char="●"/>
            </a:pPr>
            <a:r>
              <a:rPr lang="en-US" sz="1300">
                <a:latin typeface="Poppins"/>
                <a:ea typeface="Poppins"/>
                <a:cs typeface="Poppins"/>
                <a:sym typeface="Poppins"/>
              </a:rPr>
              <a:t>Include export options for research summaries</a:t>
            </a:r>
            <a:endParaRPr sz="1300"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845" name="Google Shape;845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22125" y="1761375"/>
            <a:ext cx="600650" cy="600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6" name="Google Shape;846;p5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97775" y="3161525"/>
            <a:ext cx="525000" cy="52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7" name="Google Shape;847;p5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35600" y="4407500"/>
            <a:ext cx="525000" cy="52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1" name="Shape 8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2" name="Google Shape;852;p53"/>
          <p:cNvSpPr txBox="1"/>
          <p:nvPr/>
        </p:nvSpPr>
        <p:spPr>
          <a:xfrm>
            <a:off x="331950" y="412375"/>
            <a:ext cx="33462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rPr>
              <a:t>Key Takeaways</a:t>
            </a:r>
            <a:endParaRPr sz="2300">
              <a:solidFill>
                <a:schemeClr val="accen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53" name="Google Shape;853;p53"/>
          <p:cNvSpPr/>
          <p:nvPr/>
        </p:nvSpPr>
        <p:spPr>
          <a:xfrm>
            <a:off x="467636" y="306779"/>
            <a:ext cx="995100" cy="1056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4" name="Google Shape;854;p53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55" name="Google Shape;855;p53"/>
          <p:cNvSpPr txBox="1"/>
          <p:nvPr/>
        </p:nvSpPr>
        <p:spPr>
          <a:xfrm>
            <a:off x="2665050" y="1540763"/>
            <a:ext cx="57963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latin typeface="Poppins"/>
                <a:ea typeface="Poppins"/>
                <a:cs typeface="Poppins"/>
                <a:sym typeface="Poppins"/>
              </a:rPr>
              <a:t>State-Driven Orchestration</a:t>
            </a:r>
            <a:endParaRPr b="1">
              <a:latin typeface="Poppins"/>
              <a:ea typeface="Poppins"/>
              <a:cs typeface="Poppins"/>
              <a:sym typeface="Poppins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Poppins"/>
              <a:buChar char="●"/>
            </a:pPr>
            <a:r>
              <a:rPr lang="en-US" sz="1300">
                <a:latin typeface="Poppins"/>
                <a:ea typeface="Poppins"/>
                <a:cs typeface="Poppins"/>
                <a:sym typeface="Poppins"/>
              </a:rPr>
              <a:t>LangGraph enables rigorous, reproducible research workflows</a:t>
            </a:r>
            <a:endParaRPr sz="1300">
              <a:latin typeface="Poppins"/>
              <a:ea typeface="Poppins"/>
              <a:cs typeface="Poppins"/>
              <a:sym typeface="Poppins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Poppins"/>
              <a:buChar char="●"/>
            </a:pPr>
            <a:r>
              <a:rPr lang="en-US" sz="1300">
                <a:latin typeface="Poppins"/>
                <a:ea typeface="Poppins"/>
                <a:cs typeface="Poppins"/>
                <a:sym typeface="Poppins"/>
              </a:rPr>
              <a:t>Conditional routing supports complex decision trees</a:t>
            </a:r>
            <a:endParaRPr sz="13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56" name="Google Shape;856;p53"/>
          <p:cNvSpPr txBox="1"/>
          <p:nvPr/>
        </p:nvSpPr>
        <p:spPr>
          <a:xfrm>
            <a:off x="2665050" y="2531500"/>
            <a:ext cx="62409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latin typeface="Poppins"/>
                <a:ea typeface="Poppins"/>
                <a:cs typeface="Poppins"/>
                <a:sym typeface="Poppins"/>
              </a:rPr>
              <a:t>Integrated Paper Access</a:t>
            </a:r>
            <a:endParaRPr b="1">
              <a:latin typeface="Poppins"/>
              <a:ea typeface="Poppins"/>
              <a:cs typeface="Poppins"/>
              <a:sym typeface="Poppins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Poppins"/>
              <a:buChar char="●"/>
            </a:pPr>
            <a:r>
              <a:rPr lang="en-US" sz="1300">
                <a:latin typeface="Poppins"/>
                <a:ea typeface="Poppins"/>
                <a:cs typeface="Poppins"/>
                <a:sym typeface="Poppins"/>
              </a:rPr>
              <a:t>Robust PDF processing streamlines academic analysis</a:t>
            </a:r>
            <a:endParaRPr sz="1300">
              <a:latin typeface="Poppins"/>
              <a:ea typeface="Poppins"/>
              <a:cs typeface="Poppins"/>
              <a:sym typeface="Poppins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Poppins"/>
              <a:buChar char="●"/>
            </a:pPr>
            <a:r>
              <a:rPr lang="en-US" sz="1300">
                <a:latin typeface="Poppins"/>
                <a:ea typeface="Poppins"/>
                <a:cs typeface="Poppins"/>
                <a:sym typeface="Poppins"/>
              </a:rPr>
              <a:t>Advanced retry mechanisms ensure reliable API connections</a:t>
            </a:r>
            <a:endParaRPr sz="13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57" name="Google Shape;857;p53"/>
          <p:cNvSpPr txBox="1"/>
          <p:nvPr/>
        </p:nvSpPr>
        <p:spPr>
          <a:xfrm>
            <a:off x="2694450" y="3609750"/>
            <a:ext cx="53517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latin typeface="Poppins"/>
                <a:ea typeface="Poppins"/>
                <a:cs typeface="Poppins"/>
                <a:sym typeface="Poppins"/>
              </a:rPr>
              <a:t>Quality Validation</a:t>
            </a:r>
            <a:endParaRPr b="1">
              <a:latin typeface="Poppins"/>
              <a:ea typeface="Poppins"/>
              <a:cs typeface="Poppins"/>
              <a:sym typeface="Poppins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Poppins"/>
              <a:buChar char="●"/>
            </a:pPr>
            <a:r>
              <a:rPr lang="en-US" sz="1300">
                <a:latin typeface="Poppins"/>
                <a:ea typeface="Poppins"/>
                <a:cs typeface="Poppins"/>
                <a:sym typeface="Poppins"/>
              </a:rPr>
              <a:t>Judge-and-improve loop raises answer quality</a:t>
            </a:r>
            <a:endParaRPr sz="1300">
              <a:latin typeface="Poppins"/>
              <a:ea typeface="Poppins"/>
              <a:cs typeface="Poppins"/>
              <a:sym typeface="Poppins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Poppins"/>
              <a:buChar char="●"/>
            </a:pPr>
            <a:r>
              <a:rPr lang="en-US" sz="1300">
                <a:latin typeface="Poppins"/>
                <a:ea typeface="Poppins"/>
                <a:cs typeface="Poppins"/>
                <a:sym typeface="Poppins"/>
              </a:rPr>
              <a:t>Inline citations provide academic credibility</a:t>
            </a:r>
            <a:endParaRPr sz="13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58" name="Google Shape;858;p53"/>
          <p:cNvSpPr txBox="1"/>
          <p:nvPr/>
        </p:nvSpPr>
        <p:spPr>
          <a:xfrm>
            <a:off x="2694450" y="4733100"/>
            <a:ext cx="68031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latin typeface="Poppins"/>
                <a:ea typeface="Poppins"/>
                <a:cs typeface="Poppins"/>
                <a:sym typeface="Poppins"/>
              </a:rPr>
              <a:t>Clear Trade-Off</a:t>
            </a:r>
            <a:endParaRPr b="1">
              <a:latin typeface="Poppins"/>
              <a:ea typeface="Poppins"/>
              <a:cs typeface="Poppins"/>
              <a:sym typeface="Poppins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Poppins"/>
              <a:buChar char="●"/>
            </a:pPr>
            <a:r>
              <a:rPr lang="en-US" sz="1300">
                <a:latin typeface="Poppins"/>
                <a:ea typeface="Poppins"/>
                <a:cs typeface="Poppins"/>
                <a:sym typeface="Poppins"/>
              </a:rPr>
              <a:t>Depth and validation over raw response speed</a:t>
            </a:r>
            <a:endParaRPr sz="1300">
              <a:latin typeface="Poppins"/>
              <a:ea typeface="Poppins"/>
              <a:cs typeface="Poppins"/>
              <a:sym typeface="Poppins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Poppins"/>
              <a:buChar char="●"/>
            </a:pPr>
            <a:r>
              <a:rPr lang="en-US" sz="1300">
                <a:latin typeface="Poppins"/>
                <a:ea typeface="Poppins"/>
                <a:cs typeface="Poppins"/>
                <a:sym typeface="Poppins"/>
              </a:rPr>
              <a:t>Optimized for thorough academic research, not instant answers</a:t>
            </a:r>
            <a:endParaRPr sz="1300"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859" name="Google Shape;859;p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76600" y="1819350"/>
            <a:ext cx="466000" cy="46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60" name="Google Shape;860;p5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91900" y="2714000"/>
            <a:ext cx="435400" cy="43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61" name="Google Shape;861;p5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999775" y="3800125"/>
            <a:ext cx="419651" cy="419651"/>
          </a:xfrm>
          <a:prstGeom prst="rect">
            <a:avLst/>
          </a:prstGeom>
          <a:noFill/>
          <a:ln>
            <a:noFill/>
          </a:ln>
        </p:spPr>
      </p:pic>
      <p:pic>
        <p:nvPicPr>
          <p:cNvPr id="862" name="Google Shape;862;p5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999775" y="4870500"/>
            <a:ext cx="466001" cy="466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6" name="Shape 8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7" name="Google Shape;867;p54"/>
          <p:cNvSpPr/>
          <p:nvPr/>
        </p:nvSpPr>
        <p:spPr>
          <a:xfrm>
            <a:off x="4878125" y="2598603"/>
            <a:ext cx="995100" cy="105600"/>
          </a:xfrm>
          <a:prstGeom prst="roundRect">
            <a:avLst>
              <a:gd fmla="val 50000" name="adj"/>
            </a:avLst>
          </a:prstGeom>
          <a:solidFill>
            <a:srgbClr val="06B3F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6B3F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8" name="Google Shape;868;p54"/>
          <p:cNvSpPr txBox="1"/>
          <p:nvPr/>
        </p:nvSpPr>
        <p:spPr>
          <a:xfrm>
            <a:off x="4774597" y="2704200"/>
            <a:ext cx="23583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/>
              <a:t>Q/A</a:t>
            </a:r>
            <a:endParaRPr b="1" i="0" sz="4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9" name="Google Shape;869;p54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3" name="Shape 8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4" name="Google Shape;874;p55"/>
          <p:cNvSpPr/>
          <p:nvPr/>
        </p:nvSpPr>
        <p:spPr>
          <a:xfrm>
            <a:off x="4878125" y="2598603"/>
            <a:ext cx="995100" cy="105600"/>
          </a:xfrm>
          <a:prstGeom prst="roundRect">
            <a:avLst>
              <a:gd fmla="val 50000" name="adj"/>
            </a:avLst>
          </a:prstGeom>
          <a:solidFill>
            <a:srgbClr val="06B3F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6B3F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5" name="Google Shape;875;p55"/>
          <p:cNvSpPr txBox="1"/>
          <p:nvPr/>
        </p:nvSpPr>
        <p:spPr>
          <a:xfrm>
            <a:off x="4774597" y="2704200"/>
            <a:ext cx="23583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/>
              <a:t>Thanks</a:t>
            </a:r>
            <a:endParaRPr b="1" i="0" sz="4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6" name="Google Shape;876;p55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Custom 76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06B3F3"/>
      </a:accent1>
      <a:accent2>
        <a:srgbClr val="3BC9FB"/>
      </a:accent2>
      <a:accent3>
        <a:srgbClr val="0492C4"/>
      </a:accent3>
      <a:accent4>
        <a:srgbClr val="035F7F"/>
      </a:accent4>
      <a:accent5>
        <a:srgbClr val="5B9BD5"/>
      </a:accent5>
      <a:accent6>
        <a:srgbClr val="E94C89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