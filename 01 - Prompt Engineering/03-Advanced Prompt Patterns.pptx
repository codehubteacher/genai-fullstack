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83" r:id="rId5"/>
    <p:sldMasterId id="214748371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6858000" cx="12192000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IBM Plex Mono Light"/>
      <p:regular r:id="rId37"/>
      <p:bold r:id="rId38"/>
      <p:italic r:id="rId39"/>
      <p:boldItalic r:id="rId40"/>
    </p:embeddedFont>
    <p:embeddedFont>
      <p:font typeface="Poppins Medium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  <p:embeddedFont>
      <p:font typeface="Open Sans Light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g9vglTucstb68KzL899BiUio1R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Light-boldItalic.fntdata"/><Relationship Id="rId42" Type="http://schemas.openxmlformats.org/officeDocument/2006/relationships/font" Target="fonts/PoppinsMedium-bold.fntdata"/><Relationship Id="rId41" Type="http://schemas.openxmlformats.org/officeDocument/2006/relationships/font" Target="fonts/PoppinsMedium-regular.fntdata"/><Relationship Id="rId44" Type="http://schemas.openxmlformats.org/officeDocument/2006/relationships/font" Target="fonts/PoppinsMedium-boldItalic.fntdata"/><Relationship Id="rId43" Type="http://schemas.openxmlformats.org/officeDocument/2006/relationships/font" Target="fonts/PoppinsMedium-italic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49" Type="http://schemas.openxmlformats.org/officeDocument/2006/relationships/font" Target="fonts/OpenSansLight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Poppins-regular.fntdata"/><Relationship Id="rId32" Type="http://schemas.openxmlformats.org/officeDocument/2006/relationships/slide" Target="slides/slide25.xml"/><Relationship Id="rId35" Type="http://schemas.openxmlformats.org/officeDocument/2006/relationships/font" Target="fonts/Poppins-italic.fntdata"/><Relationship Id="rId34" Type="http://schemas.openxmlformats.org/officeDocument/2006/relationships/font" Target="fonts/Poppins-bold.fntdata"/><Relationship Id="rId37" Type="http://schemas.openxmlformats.org/officeDocument/2006/relationships/font" Target="fonts/IBMPlexMonoLight-regular.fntdata"/><Relationship Id="rId36" Type="http://schemas.openxmlformats.org/officeDocument/2006/relationships/font" Target="fonts/Poppins-boldItalic.fntdata"/><Relationship Id="rId39" Type="http://schemas.openxmlformats.org/officeDocument/2006/relationships/font" Target="fonts/IBMPlexMonoLight-italic.fntdata"/><Relationship Id="rId38" Type="http://schemas.openxmlformats.org/officeDocument/2006/relationships/font" Target="fonts/IBMPlexMonoLight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OpenSansLight-italic.fntdata"/><Relationship Id="rId50" Type="http://schemas.openxmlformats.org/officeDocument/2006/relationships/font" Target="fonts/OpenSansLight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OpenSansLight-boldItalic.fntdata"/><Relationship Id="rId11" Type="http://schemas.openxmlformats.org/officeDocument/2006/relationships/slide" Target="slides/slide4.xml"/><Relationship Id="rId55" Type="http://schemas.openxmlformats.org/officeDocument/2006/relationships/font" Target="fonts/OpenSans-italic.fntdata"/><Relationship Id="rId10" Type="http://schemas.openxmlformats.org/officeDocument/2006/relationships/slide" Target="slides/slide3.xml"/><Relationship Id="rId54" Type="http://schemas.openxmlformats.org/officeDocument/2006/relationships/font" Target="fonts/OpenSans-bold.fntdata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742a4855c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2" name="Google Shape;1612;g3742a4855cf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3742a4855cf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2" name="Google Shape;1622;g3742a4855cf_2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742a4855cf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0" name="Google Shape;1630;g3742a4855cf_2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9" name="Google Shape;16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3742b9fc14e_1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1" name="Google Shape;1651;g3742b9fc14e_1_5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9" name="Google Shape;16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9" name="Google Shape;16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7" name="Google Shape;16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74306a2e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5" name="Google Shape;1705;g374306a2e0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4" name="Google Shape;17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3bcea490bd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3bcea490bd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3" name="Google Shape;17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9" name="Google Shape;17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3bcea490bd6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3bcea490bd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4" name="Google Shape;179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0" name="Google Shape;18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8" name="Google Shape;18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1" name="Google Shape;18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9" name="Google Shape;18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6" name="Google Shape;184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374306a2e05_0_5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0" name="Google Shape;1870;g374306a2e05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374306a2e05_0_6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6" name="Google Shape;1876;g374306a2e05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5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9" name="Google Shape;9;p25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0" name="Google Shape;10;p25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1" name="Google Shape;11;p2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4313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2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Google Shape;14;p25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0392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5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0392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" name="Google Shape;16;p25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" name="Google Shape;17;p25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29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5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29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5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29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5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1" name="Google Shape;21;p25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2" name="Google Shape;22;p25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5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" name="Google Shape;24;p25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" name="Google Shape;25;p25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6" name="Google Shape;26;p25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" name="Google Shape;27;p25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8" name="Google Shape;28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411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" name="Google Shape;30;p25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1" name="Google Shape;31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470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" name="Google Shape;33;p25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4" name="Google Shape;34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35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6" name="Google Shape;36;p25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7"/>
          <p:cNvGrpSpPr/>
          <p:nvPr/>
        </p:nvGrpSpPr>
        <p:grpSpPr>
          <a:xfrm>
            <a:off x="-528423" y="-2138178"/>
            <a:ext cx="5862780" cy="5562070"/>
            <a:chOff x="-494405" y="-1584825"/>
            <a:chExt cx="4397193" cy="4171657"/>
          </a:xfrm>
        </p:grpSpPr>
        <p:grpSp>
          <p:nvGrpSpPr>
            <p:cNvPr id="39" name="Google Shape;39;p27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0" name="Google Shape;40;p27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7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27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3" name="Google Shape;43;p27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098"/>
                    </a:srgbClr>
                  </a:gs>
                  <a:gs pos="100000">
                    <a:srgbClr val="FFFFFF">
                      <a:alpha val="45098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7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098"/>
                    </a:srgbClr>
                  </a:gs>
                  <a:gs pos="78000">
                    <a:srgbClr val="F5F8FF">
                      <a:alpha val="45098"/>
                    </a:srgbClr>
                  </a:gs>
                  <a:gs pos="100000">
                    <a:srgbClr val="F5F8FF">
                      <a:alpha val="45098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27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4" cy="726143"/>
            </a:xfrm>
          </p:grpSpPr>
          <p:grpSp>
            <p:nvGrpSpPr>
              <p:cNvPr id="46" name="Google Shape;46;p27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" name="Google Shape;47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" name="Google Shape;48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9" name="Google Shape;4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" name="Google Shape;50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Google Shape;51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Google Shape;5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4" name="Google Shape;54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27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56" name="Google Shape;56;p27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" name="Google Shape;57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8" name="Google Shape;58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9" name="Google Shape;5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Google Shape;60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" name="Google Shape;61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Google Shape;6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4" name="Google Shape;64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7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4" cy="726143"/>
            </a:xfrm>
          </p:grpSpPr>
          <p:grpSp>
            <p:nvGrpSpPr>
              <p:cNvPr id="66" name="Google Shape;66;p27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67" name="Google Shape;67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8" name="Google Shape;68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9" name="Google Shape;6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" name="Google Shape;70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" name="Google Shape;71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" name="Google Shape;7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4" name="Google Shape;74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27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6" name="Google Shape;76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79" name="Google Shape;79;p2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7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9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6"/>
          <p:cNvGrpSpPr/>
          <p:nvPr/>
        </p:nvGrpSpPr>
        <p:grpSpPr>
          <a:xfrm>
            <a:off x="-680840" y="-2290628"/>
            <a:ext cx="5862929" cy="5562209"/>
            <a:chOff x="-494405" y="-1584825"/>
            <a:chExt cx="4397193" cy="4171657"/>
          </a:xfrm>
        </p:grpSpPr>
        <p:grpSp>
          <p:nvGrpSpPr>
            <p:cNvPr id="92" name="Google Shape;92;p26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93" name="Google Shape;93;p26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6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26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6" name="Google Shape;96;p26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098"/>
                    </a:srgbClr>
                  </a:gs>
                  <a:gs pos="100000">
                    <a:srgbClr val="FFFFFF">
                      <a:alpha val="45098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6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098"/>
                    </a:srgbClr>
                  </a:gs>
                  <a:gs pos="78000">
                    <a:srgbClr val="F5F8FF">
                      <a:alpha val="45098"/>
                    </a:srgbClr>
                  </a:gs>
                  <a:gs pos="100000">
                    <a:srgbClr val="F5F8FF">
                      <a:alpha val="45098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26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99" name="Google Shape;99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" name="Google Shape;100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1" name="Google Shape;101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2" name="Google Shape;102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" name="Google Shape;103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" name="Google Shape;104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" name="Google Shape;10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" name="Google Shape;106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7" name="Google Shape;107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" name="Google Shape;108;p26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109" name="Google Shape;109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0" name="Google Shape;110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" name="Google Shape;111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2" name="Google Shape;112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" name="Google Shape;113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" name="Google Shape;114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" name="Google Shape;11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7" name="Google Shape;117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6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119" name="Google Shape;119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0" name="Google Shape;120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1" name="Google Shape;121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2" name="Google Shape;122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" name="Google Shape;12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" name="Google Shape;126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7" name="Google Shape;127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26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9" name="Google Shape;129;p2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p26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6" name="Google Shape;136;p30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0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31"/>
          <p:cNvGrpSpPr/>
          <p:nvPr/>
        </p:nvGrpSpPr>
        <p:grpSpPr>
          <a:xfrm>
            <a:off x="-1607565" y="-3646044"/>
            <a:ext cx="10823413" cy="7799545"/>
            <a:chOff x="-1180406" y="-2565680"/>
            <a:chExt cx="8117556" cy="5849659"/>
          </a:xfrm>
        </p:grpSpPr>
        <p:sp>
          <p:nvSpPr>
            <p:cNvPr id="141" name="Google Shape;141;p31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1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1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1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1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1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p31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48" name="Google Shape;148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31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1" name="Google Shape;151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31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4" name="Google Shape;154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31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7" name="Google Shape;157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31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0" name="Google Shape;160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2" name="Google Shape;162;p31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1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31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5" name="Google Shape;165;p31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1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1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1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1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1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5686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31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5098"/>
                </a:srgbClr>
              </a:gs>
              <a:gs pos="78000">
                <a:srgbClr val="F5F8FF">
                  <a:alpha val="45098"/>
                </a:srgbClr>
              </a:gs>
              <a:gs pos="100000">
                <a:srgbClr val="F5F8FF">
                  <a:alpha val="4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31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4" name="Google Shape;174;p31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1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1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31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78" name="Google Shape;178;p31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1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1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31"/>
          <p:cNvGrpSpPr/>
          <p:nvPr/>
        </p:nvGrpSpPr>
        <p:grpSpPr>
          <a:xfrm>
            <a:off x="-413180" y="4823212"/>
            <a:ext cx="1931767" cy="2985069"/>
            <a:chOff x="-309885" y="3617410"/>
            <a:chExt cx="1448823" cy="2238801"/>
          </a:xfrm>
        </p:grpSpPr>
        <p:grpSp>
          <p:nvGrpSpPr>
            <p:cNvPr id="182" name="Google Shape;182;p31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3" name="Google Shape;183;p3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3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31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6" name="Google Shape;186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7" name="Google Shape;187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8" name="Google Shape;188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89" name="Google Shape;189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" name="Google Shape;190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" name="Google Shape;191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4" name="Google Shape;194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31"/>
            <p:cNvGrpSpPr/>
            <p:nvPr/>
          </p:nvGrpSpPr>
          <p:grpSpPr>
            <a:xfrm rot="-5400000">
              <a:off x="-461872" y="3769398"/>
              <a:ext cx="1351491" cy="1047516"/>
              <a:chOff x="-2460210" y="2758494"/>
              <a:chExt cx="1351491" cy="1047516"/>
            </a:xfrm>
          </p:grpSpPr>
          <p:sp>
            <p:nvSpPr>
              <p:cNvPr id="196" name="Google Shape;196;p3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098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098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098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098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31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1" name="Google Shape;201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2" name="Google Shape;202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3" name="Google Shape;203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4" name="Google Shape;204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" name="Google Shape;206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09" name="Google Shape;209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31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1" name="Google Shape;211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2" name="Google Shape;212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3" name="Google Shape;213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4" name="Google Shape;214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Google Shape;215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" name="Google Shape;216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9" name="Google Shape;219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0" name="Google Shape;220;p31"/>
          <p:cNvPicPr preferRelativeResize="0"/>
          <p:nvPr/>
        </p:nvPicPr>
        <p:blipFill rotWithShape="1">
          <a:blip r:embed="rId3">
            <a:alphaModFix/>
          </a:blip>
          <a:srcRect b="17659" l="0" r="0" t="17656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3" name="Google Shape;22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32"/>
          <p:cNvGrpSpPr/>
          <p:nvPr/>
        </p:nvGrpSpPr>
        <p:grpSpPr>
          <a:xfrm>
            <a:off x="-680840" y="-2290628"/>
            <a:ext cx="5862929" cy="5562209"/>
            <a:chOff x="-494405" y="-1584825"/>
            <a:chExt cx="4397193" cy="4171657"/>
          </a:xfrm>
        </p:grpSpPr>
        <p:grpSp>
          <p:nvGrpSpPr>
            <p:cNvPr id="225" name="Google Shape;225;p3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6" name="Google Shape;226;p3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3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29" name="Google Shape;229;p3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098"/>
                    </a:srgbClr>
                  </a:gs>
                  <a:gs pos="100000">
                    <a:srgbClr val="FFFFFF">
                      <a:alpha val="45098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098"/>
                    </a:srgbClr>
                  </a:gs>
                  <a:gs pos="78000">
                    <a:srgbClr val="F5F8FF">
                      <a:alpha val="45098"/>
                    </a:srgbClr>
                  </a:gs>
                  <a:gs pos="100000">
                    <a:srgbClr val="F5F8FF">
                      <a:alpha val="45098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3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2" name="Google Shape;232;p3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3" name="Google Shape;233;p3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4" name="Google Shape;234;p3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5" name="Google Shape;235;p3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" name="Google Shape;236;p3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" name="Google Shape;237;p3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8" name="Google Shape;238;p3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3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0" name="Google Shape;240;p3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3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2" name="Google Shape;242;p3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3" name="Google Shape;243;p3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4" name="Google Shape;244;p3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5" name="Google Shape;245;p3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" name="Google Shape;246;p3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" name="Google Shape;247;p3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" name="Google Shape;248;p3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3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0" name="Google Shape;250;p3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3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2" name="Google Shape;252;p3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3" name="Google Shape;253;p3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4" name="Google Shape;254;p3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5" name="Google Shape;255;p3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" name="Google Shape;256;p3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7" name="Google Shape;257;p3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" name="Google Shape;258;p3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3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0" name="Google Shape;260;p3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3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2" name="Google Shape;262;p3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67" name="Google Shape;26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33"/>
          <p:cNvGrpSpPr/>
          <p:nvPr/>
        </p:nvGrpSpPr>
        <p:grpSpPr>
          <a:xfrm>
            <a:off x="-1607565" y="-3646044"/>
            <a:ext cx="10823413" cy="7799545"/>
            <a:chOff x="-1180406" y="-2565680"/>
            <a:chExt cx="8117556" cy="5849659"/>
          </a:xfrm>
        </p:grpSpPr>
        <p:sp>
          <p:nvSpPr>
            <p:cNvPr id="269" name="Google Shape;269;p33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3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3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3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" name="Google Shape;275;p33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76" name="Google Shape;276;p3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33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79" name="Google Shape;279;p3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p33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2" name="Google Shape;282;p3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" name="Google Shape;284;p33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5" name="Google Shape;285;p3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" name="Google Shape;287;p33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88" name="Google Shape;288;p3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0" name="Google Shape;290;p33"/>
          <p:cNvPicPr preferRelativeResize="0"/>
          <p:nvPr/>
        </p:nvPicPr>
        <p:blipFill rotWithShape="1">
          <a:blip r:embed="rId3">
            <a:alphaModFix/>
          </a:blip>
          <a:srcRect b="17659" l="0" r="0" t="17656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3" name="Google Shape;2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34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295" name="Google Shape;295;p3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96" name="Google Shape;296;p3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4313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3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3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" name="Google Shape;299;p3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0392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0392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1" name="Google Shape;301;p3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2" name="Google Shape;302;p3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29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3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29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3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29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07" name="Google Shape;30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36"/>
          <p:cNvGrpSpPr/>
          <p:nvPr/>
        </p:nvGrpSpPr>
        <p:grpSpPr>
          <a:xfrm>
            <a:off x="-680840" y="-2290628"/>
            <a:ext cx="5862929" cy="5562209"/>
            <a:chOff x="-494405" y="-1584825"/>
            <a:chExt cx="4397193" cy="4171657"/>
          </a:xfrm>
        </p:grpSpPr>
        <p:grpSp>
          <p:nvGrpSpPr>
            <p:cNvPr id="311" name="Google Shape;311;p36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2" name="Google Shape;312;p36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6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" name="Google Shape;314;p36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15" name="Google Shape;315;p36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098"/>
                    </a:srgbClr>
                  </a:gs>
                  <a:gs pos="100000">
                    <a:srgbClr val="FFFFFF">
                      <a:alpha val="45098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6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098"/>
                    </a:srgbClr>
                  </a:gs>
                  <a:gs pos="78000">
                    <a:srgbClr val="F5F8FF">
                      <a:alpha val="45098"/>
                    </a:srgbClr>
                  </a:gs>
                  <a:gs pos="100000">
                    <a:srgbClr val="F5F8FF">
                      <a:alpha val="45098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" name="Google Shape;317;p36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18" name="Google Shape;318;p3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9" name="Google Shape;319;p3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" name="Google Shape;320;p3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1" name="Google Shape;321;p3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2" name="Google Shape;322;p3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3" name="Google Shape;323;p3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4" name="Google Shape;324;p3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5" name="Google Shape;325;p3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26" name="Google Shape;326;p3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7" name="Google Shape;327;p36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28" name="Google Shape;328;p3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9" name="Google Shape;329;p3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0" name="Google Shape;330;p3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1" name="Google Shape;331;p3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3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3" name="Google Shape;333;p3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4" name="Google Shape;334;p3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5" name="Google Shape;335;p3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6" name="Google Shape;336;p3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36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38" name="Google Shape;338;p3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9" name="Google Shape;339;p3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0" name="Google Shape;340;p3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1" name="Google Shape;341;p3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3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3" name="Google Shape;343;p3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4" name="Google Shape;344;p3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" name="Google Shape;345;p3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6" name="Google Shape;346;p3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" name="Google Shape;347;p36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48" name="Google Shape;348;p3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3" name="Google Shape;353;p37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4" name="Google Shape;35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7" name="Google Shape;35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38"/>
          <p:cNvGrpSpPr/>
          <p:nvPr/>
        </p:nvGrpSpPr>
        <p:grpSpPr>
          <a:xfrm>
            <a:off x="-680840" y="-2290628"/>
            <a:ext cx="5862929" cy="5562209"/>
            <a:chOff x="-494405" y="-1584825"/>
            <a:chExt cx="4397193" cy="4171657"/>
          </a:xfrm>
        </p:grpSpPr>
        <p:grpSp>
          <p:nvGrpSpPr>
            <p:cNvPr id="359" name="Google Shape;359;p3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0" name="Google Shape;360;p3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2" name="Google Shape;362;p3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63" name="Google Shape;363;p3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098"/>
                    </a:srgbClr>
                  </a:gs>
                  <a:gs pos="100000">
                    <a:srgbClr val="FFFFFF">
                      <a:alpha val="45098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098"/>
                    </a:srgbClr>
                  </a:gs>
                  <a:gs pos="78000">
                    <a:srgbClr val="F5F8FF">
                      <a:alpha val="45098"/>
                    </a:srgbClr>
                  </a:gs>
                  <a:gs pos="100000">
                    <a:srgbClr val="F5F8FF">
                      <a:alpha val="45098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5" name="Google Shape;365;p3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66" name="Google Shape;366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7" name="Google Shape;367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8" name="Google Shape;368;p3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69" name="Google Shape;369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0" name="Google Shape;370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1" name="Google Shape;371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2" name="Google Shape;372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3" name="Google Shape;373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74" name="Google Shape;374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3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76" name="Google Shape;376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7" name="Google Shape;377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8" name="Google Shape;378;p3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9" name="Google Shape;379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" name="Google Shape;383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4" name="Google Shape;384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3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86" name="Google Shape;386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7" name="Google Shape;387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8" name="Google Shape;388;p3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9" name="Google Shape;389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3" name="Google Shape;393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4" name="Google Shape;394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5" name="Google Shape;395;p3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96" name="Google Shape;396;p3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1" name="Google Shape;40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0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4" name="Google Shape;404;p40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5" name="Google Shape;405;p40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6" name="Google Shape;40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1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9" name="Google Shape;409;p41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0" name="Google Shape;410;p41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4" name="Google Shape;414;p42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42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6" name="Google Shape;41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3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9" name="Google Shape;419;p43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0" name="Google Shape;42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6" name="Google Shape;42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2" name="Google Shape;432;p47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47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47"/>
          <p:cNvGrpSpPr/>
          <p:nvPr/>
        </p:nvGrpSpPr>
        <p:grpSpPr>
          <a:xfrm>
            <a:off x="-680840" y="-2290628"/>
            <a:ext cx="5862929" cy="5562209"/>
            <a:chOff x="-494405" y="-1584825"/>
            <a:chExt cx="4397193" cy="4171657"/>
          </a:xfrm>
        </p:grpSpPr>
        <p:grpSp>
          <p:nvGrpSpPr>
            <p:cNvPr id="436" name="Google Shape;436;p47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7" name="Google Shape;437;p47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47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p47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40" name="Google Shape;440;p47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098"/>
                    </a:srgbClr>
                  </a:gs>
                  <a:gs pos="100000">
                    <a:srgbClr val="FFFFFF">
                      <a:alpha val="45098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47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098"/>
                    </a:srgbClr>
                  </a:gs>
                  <a:gs pos="78000">
                    <a:srgbClr val="F5F8FF">
                      <a:alpha val="45098"/>
                    </a:srgbClr>
                  </a:gs>
                  <a:gs pos="100000">
                    <a:srgbClr val="F5F8FF">
                      <a:alpha val="45098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" name="Google Shape;442;p47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43" name="Google Shape;443;p4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44" name="Google Shape;444;p4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5" name="Google Shape;445;p4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46" name="Google Shape;446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" name="Google Shape;447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" name="Google Shape;448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" name="Google Shape;449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0" name="Google Shape;450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51" name="Google Shape;451;p4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2" name="Google Shape;452;p47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53" name="Google Shape;453;p4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54" name="Google Shape;454;p4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55" name="Google Shape;455;p4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56" name="Google Shape;456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7" name="Google Shape;457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8" name="Google Shape;458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9" name="Google Shape;459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0" name="Google Shape;460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1" name="Google Shape;461;p4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2" name="Google Shape;462;p47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63" name="Google Shape;463;p4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4" name="Google Shape;464;p4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5" name="Google Shape;465;p4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6" name="Google Shape;466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9" name="Google Shape;469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0" name="Google Shape;470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098"/>
                        </a:srgbClr>
                      </a:gs>
                      <a:gs pos="100000">
                        <a:srgbClr val="FFFFFF">
                          <a:alpha val="45098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1" name="Google Shape;471;p4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p47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73" name="Google Shape;473;p4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4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4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8" name="Google Shape;478;p48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79" name="Google Shape;47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2" name="Google Shape;482;p49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3" name="Google Shape;483;p49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4" name="Google Shape;48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0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7" name="Google Shape;487;p50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8" name="Google Shape;48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1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1" name="Google Shape;491;p51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2" name="Google Shape;49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5" name="Google Shape;495;p52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6" name="Google Shape;496;p52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52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1" name="Google Shape;501;p53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2" name="Google Shape;50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4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5" name="Google Shape;50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55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5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5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7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2" name="Google Shape;522;p5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742b9fc14e_1_65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29" name="Google Shape;529;g3742b9fc14e_1_65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742b9fc14e_1_65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742b9fc14e_1_581"/>
          <p:cNvSpPr/>
          <p:nvPr>
            <p:ph idx="2" type="pic"/>
          </p:nvPr>
        </p:nvSpPr>
        <p:spPr>
          <a:xfrm>
            <a:off x="1068777" y="837967"/>
            <a:ext cx="2873700" cy="51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533" name="Google Shape;533;g3742b9fc14e_1_581"/>
          <p:cNvGrpSpPr/>
          <p:nvPr/>
        </p:nvGrpSpPr>
        <p:grpSpPr>
          <a:xfrm>
            <a:off x="-693518" y="-764200"/>
            <a:ext cx="2003005" cy="3742362"/>
            <a:chOff x="-367748" y="-573164"/>
            <a:chExt cx="1502291" cy="2806842"/>
          </a:xfrm>
        </p:grpSpPr>
        <p:grpSp>
          <p:nvGrpSpPr>
            <p:cNvPr id="534" name="Google Shape;534;g3742b9fc14e_1_581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535" name="Google Shape;535;g3742b9fc14e_1_58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098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g3742b9fc14e_1_58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g3742b9fc14e_1_58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8" name="Google Shape;538;g3742b9fc14e_1_581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17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g3742b9fc14e_1_581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17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0" name="Google Shape;540;g3742b9fc14e_1_581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541" name="Google Shape;541;g3742b9fc14e_1_58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07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g3742b9fc14e_1_58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07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g3742b9fc14e_1_58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07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" name="Google Shape;544;g3742b9fc14e_1_581"/>
          <p:cNvGrpSpPr/>
          <p:nvPr/>
        </p:nvGrpSpPr>
        <p:grpSpPr>
          <a:xfrm>
            <a:off x="10058982" y="-228028"/>
            <a:ext cx="4669343" cy="7413455"/>
            <a:chOff x="7392021" y="-171025"/>
            <a:chExt cx="3502095" cy="5560230"/>
          </a:xfrm>
        </p:grpSpPr>
        <p:grpSp>
          <p:nvGrpSpPr>
            <p:cNvPr id="545" name="Google Shape;545;g3742b9fc14e_1_581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546" name="Google Shape;546;g3742b9fc14e_1_581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g3742b9fc14e_1_581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8" name="Google Shape;548;g3742b9fc14e_1_581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9" name="Google Shape;549;g3742b9fc14e_1_581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550" name="Google Shape;550;g3742b9fc14e_1_581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1" name="Google Shape;551;g3742b9fc14e_1_581"/>
              <p:cNvGrpSpPr/>
              <p:nvPr/>
            </p:nvGrpSpPr>
            <p:grpSpPr>
              <a:xfrm>
                <a:off x="8192864" y="4736395"/>
                <a:ext cx="134004" cy="134004"/>
                <a:chOff x="8356813" y="1074288"/>
                <a:chExt cx="351900" cy="351900"/>
              </a:xfrm>
            </p:grpSpPr>
            <p:sp>
              <p:nvSpPr>
                <p:cNvPr id="552" name="Google Shape;552;g3742b9fc14e_1_58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g3742b9fc14e_1_58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4901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4" name="Google Shape;554;g3742b9fc14e_1_581"/>
              <p:cNvGrpSpPr/>
              <p:nvPr/>
            </p:nvGrpSpPr>
            <p:grpSpPr>
              <a:xfrm>
                <a:off x="8788189" y="3794720"/>
                <a:ext cx="134004" cy="134004"/>
                <a:chOff x="8356813" y="1074288"/>
                <a:chExt cx="351900" cy="351900"/>
              </a:xfrm>
            </p:grpSpPr>
            <p:sp>
              <p:nvSpPr>
                <p:cNvPr id="555" name="Google Shape;555;g3742b9fc14e_1_58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g3742b9fc14e_1_58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549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7" name="Google Shape;557;g3742b9fc14e_1_581"/>
              <p:cNvGrpSpPr/>
              <p:nvPr/>
            </p:nvGrpSpPr>
            <p:grpSpPr>
              <a:xfrm>
                <a:off x="8654164" y="2424670"/>
                <a:ext cx="134004" cy="134004"/>
                <a:chOff x="8356813" y="1074288"/>
                <a:chExt cx="351900" cy="351900"/>
              </a:xfrm>
            </p:grpSpPr>
            <p:sp>
              <p:nvSpPr>
                <p:cNvPr id="558" name="Google Shape;558;g3742b9fc14e_1_58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g3742b9fc14e_1_58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560" name="Google Shape;560;g3742b9fc14e_1_581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4" cy="379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g3742b9fc14e_1_611"/>
          <p:cNvGrpSpPr/>
          <p:nvPr/>
        </p:nvGrpSpPr>
        <p:grpSpPr>
          <a:xfrm>
            <a:off x="-528423" y="-2138182"/>
            <a:ext cx="5862777" cy="5562070"/>
            <a:chOff x="-494405" y="-1584825"/>
            <a:chExt cx="4397193" cy="4171657"/>
          </a:xfrm>
        </p:grpSpPr>
        <p:grpSp>
          <p:nvGrpSpPr>
            <p:cNvPr id="563" name="Google Shape;563;g3742b9fc14e_1_611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564" name="Google Shape;564;g3742b9fc14e_1_611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g3742b9fc14e_1_611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g3742b9fc14e_1_611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7" name="Google Shape;567;g3742b9fc14e_1_611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45882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g3742b9fc14e_1_611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882"/>
                    </a:srgbClr>
                  </a:gs>
                  <a:gs pos="78000">
                    <a:srgbClr val="F5F8FF">
                      <a:alpha val="45882"/>
                    </a:srgbClr>
                  </a:gs>
                  <a:gs pos="100000">
                    <a:srgbClr val="F5F8FF">
                      <a:alpha val="45882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9" name="Google Shape;569;g3742b9fc14e_1_611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570" name="Google Shape;570;g3742b9fc14e_1_611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1" name="Google Shape;571;g3742b9fc14e_1_6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72" name="Google Shape;572;g3742b9fc14e_1_6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73" name="Google Shape;573;g3742b9fc14e_1_6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4" name="Google Shape;574;g3742b9fc14e_1_6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5" name="Google Shape;575;g3742b9fc14e_1_6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6" name="Google Shape;576;g3742b9fc14e_1_6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7" name="Google Shape;577;g3742b9fc14e_1_6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8" name="Google Shape;578;g3742b9fc14e_1_6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9" name="Google Shape;579;g3742b9fc14e_1_611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580" name="Google Shape;580;g3742b9fc14e_1_611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1" name="Google Shape;581;g3742b9fc14e_1_6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82" name="Google Shape;582;g3742b9fc14e_1_6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83" name="Google Shape;583;g3742b9fc14e_1_6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4" name="Google Shape;584;g3742b9fc14e_1_6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5" name="Google Shape;585;g3742b9fc14e_1_6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6" name="Google Shape;586;g3742b9fc14e_1_6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7" name="Google Shape;587;g3742b9fc14e_1_6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88" name="Google Shape;588;g3742b9fc14e_1_6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9" name="Google Shape;589;g3742b9fc14e_1_611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590" name="Google Shape;590;g3742b9fc14e_1_611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591" name="Google Shape;591;g3742b9fc14e_1_6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92" name="Google Shape;592;g3742b9fc14e_1_6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93" name="Google Shape;593;g3742b9fc14e_1_6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4" name="Google Shape;594;g3742b9fc14e_1_6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5" name="Google Shape;595;g3742b9fc14e_1_6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6" name="Google Shape;596;g3742b9fc14e_1_6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7" name="Google Shape;597;g3742b9fc14e_1_6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98" name="Google Shape;598;g3742b9fc14e_1_6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9" name="Google Shape;599;g3742b9fc14e_1_611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600" name="Google Shape;600;g3742b9fc14e_1_611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g3742b9fc14e_1_611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g3742b9fc14e_1_611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603" name="Google Shape;603;g3742b9fc14e_1_611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742b9fc14e_1_611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g3742b9fc14e_1_65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7" name="Google Shape;607;g3742b9fc14e_1_659"/>
          <p:cNvGrpSpPr/>
          <p:nvPr/>
        </p:nvGrpSpPr>
        <p:grpSpPr>
          <a:xfrm>
            <a:off x="-680823" y="-2290582"/>
            <a:ext cx="5862777" cy="5562070"/>
            <a:chOff x="-494405" y="-1584825"/>
            <a:chExt cx="4397193" cy="4171657"/>
          </a:xfrm>
        </p:grpSpPr>
        <p:grpSp>
          <p:nvGrpSpPr>
            <p:cNvPr id="608" name="Google Shape;608;g3742b9fc14e_1_659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609" name="Google Shape;609;g3742b9fc14e_1_659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g3742b9fc14e_1_659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1" name="Google Shape;611;g3742b9fc14e_1_659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612" name="Google Shape;612;g3742b9fc14e_1_659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45882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g3742b9fc14e_1_659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882"/>
                    </a:srgbClr>
                  </a:gs>
                  <a:gs pos="78000">
                    <a:srgbClr val="F5F8FF">
                      <a:alpha val="45882"/>
                    </a:srgbClr>
                  </a:gs>
                  <a:gs pos="100000">
                    <a:srgbClr val="F5F8FF">
                      <a:alpha val="45882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g3742b9fc14e_1_659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615" name="Google Shape;615;g3742b9fc14e_1_659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616" name="Google Shape;616;g3742b9fc14e_1_65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7" name="Google Shape;617;g3742b9fc14e_1_65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18" name="Google Shape;618;g3742b9fc14e_1_65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9" name="Google Shape;619;g3742b9fc14e_1_65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0" name="Google Shape;620;g3742b9fc14e_1_65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1" name="Google Shape;621;g3742b9fc14e_1_65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2" name="Google Shape;622;g3742b9fc14e_1_65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23" name="Google Shape;623;g3742b9fc14e_1_65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4" name="Google Shape;624;g3742b9fc14e_1_659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625" name="Google Shape;625;g3742b9fc14e_1_659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6" name="Google Shape;626;g3742b9fc14e_1_65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27" name="Google Shape;627;g3742b9fc14e_1_65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8" name="Google Shape;628;g3742b9fc14e_1_65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9" name="Google Shape;629;g3742b9fc14e_1_65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0" name="Google Shape;630;g3742b9fc14e_1_65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1" name="Google Shape;631;g3742b9fc14e_1_65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2" name="Google Shape;632;g3742b9fc14e_1_65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33" name="Google Shape;633;g3742b9fc14e_1_65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g3742b9fc14e_1_659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635" name="Google Shape;635;g3742b9fc14e_1_659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636" name="Google Shape;636;g3742b9fc14e_1_65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37" name="Google Shape;637;g3742b9fc14e_1_65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38" name="Google Shape;638;g3742b9fc14e_1_65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9" name="Google Shape;639;g3742b9fc14e_1_65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0" name="Google Shape;640;g3742b9fc14e_1_65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g3742b9fc14e_1_65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2" name="Google Shape;642;g3742b9fc14e_1_65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43" name="Google Shape;643;g3742b9fc14e_1_65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g3742b9fc14e_1_659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645" name="Google Shape;645;g3742b9fc14e_1_65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g3742b9fc14e_1_65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g3742b9fc14e_1_65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48" name="Google Shape;648;g3742b9fc14e_1_659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42b9fc14e_1_659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g3742b9fc14e_1_70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742b9fc14e_1_70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742b9fc14e_1_70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g3742b9fc14e_1_70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g3742b9fc14e_1_70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g3742b9fc14e_1_70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g3742b9fc14e_1_7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0" name="Google Shape;660;g3742b9fc14e_1_712"/>
          <p:cNvGrpSpPr/>
          <p:nvPr/>
        </p:nvGrpSpPr>
        <p:grpSpPr>
          <a:xfrm>
            <a:off x="-1607531" y="-3645955"/>
            <a:ext cx="10823147" cy="7799351"/>
            <a:chOff x="-1180413" y="-2565680"/>
            <a:chExt cx="8117563" cy="5849659"/>
          </a:xfrm>
        </p:grpSpPr>
        <p:sp>
          <p:nvSpPr>
            <p:cNvPr id="661" name="Google Shape;661;g3742b9fc14e_1_712"/>
            <p:cNvSpPr/>
            <p:nvPr/>
          </p:nvSpPr>
          <p:spPr>
            <a:xfrm rot="10221697">
              <a:off x="-981120" y="-548984"/>
              <a:ext cx="3045470" cy="263738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742b9fc14e_1_71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742b9fc14e_1_71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742b9fc14e_1_71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742b9fc14e_1_71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742b9fc14e_1_71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7" name="Google Shape;667;g3742b9fc14e_1_712"/>
            <p:cNvGrpSpPr/>
            <p:nvPr/>
          </p:nvGrpSpPr>
          <p:grpSpPr>
            <a:xfrm flipH="1">
              <a:off x="4446911" y="391155"/>
              <a:ext cx="134044" cy="134013"/>
              <a:chOff x="1101075" y="2142375"/>
              <a:chExt cx="439200" cy="439100"/>
            </a:xfrm>
          </p:grpSpPr>
          <p:sp>
            <p:nvSpPr>
              <p:cNvPr id="668" name="Google Shape;668;g3742b9fc14e_1_71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g3742b9fc14e_1_71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0" name="Google Shape;670;g3742b9fc14e_1_712"/>
            <p:cNvGrpSpPr/>
            <p:nvPr/>
          </p:nvGrpSpPr>
          <p:grpSpPr>
            <a:xfrm flipH="1">
              <a:off x="1373611" y="694567"/>
              <a:ext cx="134044" cy="134013"/>
              <a:chOff x="1101075" y="2142375"/>
              <a:chExt cx="439200" cy="439100"/>
            </a:xfrm>
          </p:grpSpPr>
          <p:sp>
            <p:nvSpPr>
              <p:cNvPr id="671" name="Google Shape;671;g3742b9fc14e_1_71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g3742b9fc14e_1_71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3" name="Google Shape;673;g3742b9fc14e_1_712"/>
            <p:cNvGrpSpPr/>
            <p:nvPr/>
          </p:nvGrpSpPr>
          <p:grpSpPr>
            <a:xfrm flipH="1">
              <a:off x="1086836" y="957467"/>
              <a:ext cx="134044" cy="134013"/>
              <a:chOff x="1101075" y="2142375"/>
              <a:chExt cx="439200" cy="439100"/>
            </a:xfrm>
          </p:grpSpPr>
          <p:sp>
            <p:nvSpPr>
              <p:cNvPr id="674" name="Google Shape;674;g3742b9fc14e_1_71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g3742b9fc14e_1_71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6" name="Google Shape;676;g3742b9fc14e_1_712"/>
            <p:cNvGrpSpPr/>
            <p:nvPr/>
          </p:nvGrpSpPr>
          <p:grpSpPr>
            <a:xfrm flipH="1">
              <a:off x="277711" y="957467"/>
              <a:ext cx="134044" cy="134013"/>
              <a:chOff x="1101075" y="2142375"/>
              <a:chExt cx="439200" cy="439100"/>
            </a:xfrm>
          </p:grpSpPr>
          <p:sp>
            <p:nvSpPr>
              <p:cNvPr id="677" name="Google Shape;677;g3742b9fc14e_1_71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g3742b9fc14e_1_71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9" name="Google Shape;679;g3742b9fc14e_1_712"/>
            <p:cNvGrpSpPr/>
            <p:nvPr/>
          </p:nvGrpSpPr>
          <p:grpSpPr>
            <a:xfrm flipH="1">
              <a:off x="277711" y="640817"/>
              <a:ext cx="134044" cy="134013"/>
              <a:chOff x="1101075" y="2142375"/>
              <a:chExt cx="439200" cy="439100"/>
            </a:xfrm>
          </p:grpSpPr>
          <p:sp>
            <p:nvSpPr>
              <p:cNvPr id="680" name="Google Shape;680;g3742b9fc14e_1_71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g3742b9fc14e_1_71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2" name="Google Shape;682;g3742b9fc14e_1_712"/>
          <p:cNvSpPr/>
          <p:nvPr/>
        </p:nvSpPr>
        <p:spPr>
          <a:xfrm rot="10800000">
            <a:off x="10148845" y="4183763"/>
            <a:ext cx="1309055" cy="3077102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742b9fc14e_1_712"/>
          <p:cNvSpPr/>
          <p:nvPr/>
        </p:nvSpPr>
        <p:spPr>
          <a:xfrm rot="10800000">
            <a:off x="10361307" y="4184583"/>
            <a:ext cx="1309055" cy="3077102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g3742b9fc14e_1_712"/>
          <p:cNvGrpSpPr/>
          <p:nvPr/>
        </p:nvGrpSpPr>
        <p:grpSpPr>
          <a:xfrm>
            <a:off x="9808767" y="5221632"/>
            <a:ext cx="776047" cy="776547"/>
            <a:chOff x="959750" y="3039275"/>
            <a:chExt cx="582050" cy="582425"/>
          </a:xfrm>
        </p:grpSpPr>
        <p:sp>
          <p:nvSpPr>
            <p:cNvPr id="685" name="Google Shape;685;g3742b9fc14e_1_712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742b9fc14e_1_712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742b9fc14e_1_712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742b9fc14e_1_712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742b9fc14e_1_712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742b9fc14e_1_712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742b9fc14e_1_712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47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g3742b9fc14e_1_712"/>
          <p:cNvSpPr/>
          <p:nvPr/>
        </p:nvSpPr>
        <p:spPr>
          <a:xfrm>
            <a:off x="11342634" y="4052934"/>
            <a:ext cx="641221" cy="63446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5882"/>
                </a:srgbClr>
              </a:gs>
              <a:gs pos="78000">
                <a:srgbClr val="F5F8FF">
                  <a:alpha val="45882"/>
                </a:srgbClr>
              </a:gs>
              <a:gs pos="100000">
                <a:srgbClr val="F5F8FF">
                  <a:alpha val="4588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g3742b9fc14e_1_712"/>
          <p:cNvGrpSpPr/>
          <p:nvPr/>
        </p:nvGrpSpPr>
        <p:grpSpPr>
          <a:xfrm>
            <a:off x="11218409" y="4918829"/>
            <a:ext cx="933214" cy="2201310"/>
            <a:chOff x="8337812" y="3492483"/>
            <a:chExt cx="699928" cy="1651024"/>
          </a:xfrm>
        </p:grpSpPr>
        <p:sp>
          <p:nvSpPr>
            <p:cNvPr id="694" name="Google Shape;694;g3742b9fc14e_1_712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742b9fc14e_1_712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742b9fc14e_1_712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" name="Google Shape;697;g3742b9fc14e_1_712"/>
          <p:cNvGrpSpPr/>
          <p:nvPr/>
        </p:nvGrpSpPr>
        <p:grpSpPr>
          <a:xfrm>
            <a:off x="10694974" y="5998161"/>
            <a:ext cx="1206191" cy="968137"/>
            <a:chOff x="7945225" y="4302000"/>
            <a:chExt cx="904666" cy="726121"/>
          </a:xfrm>
        </p:grpSpPr>
        <p:sp>
          <p:nvSpPr>
            <p:cNvPr id="698" name="Google Shape;698;g3742b9fc14e_1_712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742b9fc14e_1_712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742b9fc14e_1_712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1" name="Google Shape;701;g3742b9fc14e_1_712"/>
          <p:cNvGrpSpPr/>
          <p:nvPr/>
        </p:nvGrpSpPr>
        <p:grpSpPr>
          <a:xfrm>
            <a:off x="-413170" y="4823086"/>
            <a:ext cx="1931718" cy="2984999"/>
            <a:chOff x="-309885" y="3617406"/>
            <a:chExt cx="1448825" cy="2238805"/>
          </a:xfrm>
        </p:grpSpPr>
        <p:grpSp>
          <p:nvGrpSpPr>
            <p:cNvPr id="702" name="Google Shape;702;g3742b9fc14e_1_712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703" name="Google Shape;703;g3742b9fc14e_1_71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g3742b9fc14e_1_71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5" name="Google Shape;705;g3742b9fc14e_1_712"/>
            <p:cNvGrpSpPr/>
            <p:nvPr/>
          </p:nvGrpSpPr>
          <p:grpSpPr>
            <a:xfrm>
              <a:off x="363250" y="4906873"/>
              <a:ext cx="699940" cy="478601"/>
              <a:chOff x="39723" y="4349023"/>
              <a:chExt cx="1061964" cy="726143"/>
            </a:xfrm>
          </p:grpSpPr>
          <p:grpSp>
            <p:nvGrpSpPr>
              <p:cNvPr id="706" name="Google Shape;706;g3742b9fc14e_1_712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7" name="Google Shape;707;g3742b9fc14e_1_7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08" name="Google Shape;708;g3742b9fc14e_1_7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09" name="Google Shape;709;g3742b9fc14e_1_7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0" name="Google Shape;710;g3742b9fc14e_1_7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1" name="Google Shape;711;g3742b9fc14e_1_7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2" name="Google Shape;712;g3742b9fc14e_1_7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3" name="Google Shape;713;g3742b9fc14e_1_7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14" name="Google Shape;714;g3742b9fc14e_1_7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5" name="Google Shape;715;g3742b9fc14e_1_712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716" name="Google Shape;716;g3742b9fc14e_1_71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882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g3742b9fc14e_1_71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882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g3742b9fc14e_1_71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882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g3742b9fc14e_1_71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882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0" name="Google Shape;720;g3742b9fc14e_1_712"/>
            <p:cNvGrpSpPr/>
            <p:nvPr/>
          </p:nvGrpSpPr>
          <p:grpSpPr>
            <a:xfrm>
              <a:off x="439000" y="4567398"/>
              <a:ext cx="699940" cy="478601"/>
              <a:chOff x="39723" y="4349023"/>
              <a:chExt cx="1061964" cy="726143"/>
            </a:xfrm>
          </p:grpSpPr>
          <p:grpSp>
            <p:nvGrpSpPr>
              <p:cNvPr id="721" name="Google Shape;721;g3742b9fc14e_1_712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722" name="Google Shape;722;g3742b9fc14e_1_7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23" name="Google Shape;723;g3742b9fc14e_1_7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4" name="Google Shape;724;g3742b9fc14e_1_7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5" name="Google Shape;725;g3742b9fc14e_1_7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6" name="Google Shape;726;g3742b9fc14e_1_7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7" name="Google Shape;727;g3742b9fc14e_1_7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8" name="Google Shape;728;g3742b9fc14e_1_7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29" name="Google Shape;729;g3742b9fc14e_1_7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0" name="Google Shape;730;g3742b9fc14e_1_712"/>
            <p:cNvGrpSpPr/>
            <p:nvPr/>
          </p:nvGrpSpPr>
          <p:grpSpPr>
            <a:xfrm>
              <a:off x="-65075" y="4623886"/>
              <a:ext cx="699940" cy="478601"/>
              <a:chOff x="39723" y="4349023"/>
              <a:chExt cx="1061964" cy="726143"/>
            </a:xfrm>
          </p:grpSpPr>
          <p:grpSp>
            <p:nvGrpSpPr>
              <p:cNvPr id="731" name="Google Shape;731;g3742b9fc14e_1_712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732" name="Google Shape;732;g3742b9fc14e_1_7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33" name="Google Shape;733;g3742b9fc14e_1_7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34" name="Google Shape;734;g3742b9fc14e_1_7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5" name="Google Shape;735;g3742b9fc14e_1_7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6" name="Google Shape;736;g3742b9fc14e_1_7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7" name="Google Shape;737;g3742b9fc14e_1_7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8" name="Google Shape;738;g3742b9fc14e_1_7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39" name="Google Shape;739;g3742b9fc14e_1_7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740" name="Google Shape;740;g3742b9fc14e_1_712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5" y="-1919229"/>
            <a:ext cx="7140905" cy="545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742b9fc14e_1_795"/>
          <p:cNvSpPr/>
          <p:nvPr>
            <p:ph idx="2" type="pic"/>
          </p:nvPr>
        </p:nvSpPr>
        <p:spPr>
          <a:xfrm>
            <a:off x="5841479" y="953468"/>
            <a:ext cx="4868100" cy="49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743" name="Google Shape;743;g3742b9fc14e_1_7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4" name="Google Shape;744;g3742b9fc14e_1_795"/>
          <p:cNvGrpSpPr/>
          <p:nvPr/>
        </p:nvGrpSpPr>
        <p:grpSpPr>
          <a:xfrm>
            <a:off x="-680823" y="-2290582"/>
            <a:ext cx="5862777" cy="5562070"/>
            <a:chOff x="-494405" y="-1584825"/>
            <a:chExt cx="4397193" cy="4171657"/>
          </a:xfrm>
        </p:grpSpPr>
        <p:grpSp>
          <p:nvGrpSpPr>
            <p:cNvPr id="745" name="Google Shape;745;g3742b9fc14e_1_795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746" name="Google Shape;746;g3742b9fc14e_1_79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g3742b9fc14e_1_79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8" name="Google Shape;748;g3742b9fc14e_1_79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749" name="Google Shape;749;g3742b9fc14e_1_79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45882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g3742b9fc14e_1_79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882"/>
                    </a:srgbClr>
                  </a:gs>
                  <a:gs pos="78000">
                    <a:srgbClr val="F5F8FF">
                      <a:alpha val="45882"/>
                    </a:srgbClr>
                  </a:gs>
                  <a:gs pos="100000">
                    <a:srgbClr val="F5F8FF">
                      <a:alpha val="45882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1" name="Google Shape;751;g3742b9fc14e_1_795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752" name="Google Shape;752;g3742b9fc14e_1_795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753" name="Google Shape;753;g3742b9fc14e_1_79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54" name="Google Shape;754;g3742b9fc14e_1_79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55" name="Google Shape;755;g3742b9fc14e_1_79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6" name="Google Shape;756;g3742b9fc14e_1_79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7" name="Google Shape;757;g3742b9fc14e_1_79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8" name="Google Shape;758;g3742b9fc14e_1_79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9" name="Google Shape;759;g3742b9fc14e_1_79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60" name="Google Shape;760;g3742b9fc14e_1_79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" name="Google Shape;761;g3742b9fc14e_1_795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762" name="Google Shape;762;g3742b9fc14e_1_795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763" name="Google Shape;763;g3742b9fc14e_1_79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64" name="Google Shape;764;g3742b9fc14e_1_79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65" name="Google Shape;765;g3742b9fc14e_1_79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6" name="Google Shape;766;g3742b9fc14e_1_79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7" name="Google Shape;767;g3742b9fc14e_1_79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8" name="Google Shape;768;g3742b9fc14e_1_79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9" name="Google Shape;769;g3742b9fc14e_1_79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0" name="Google Shape;770;g3742b9fc14e_1_79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1" name="Google Shape;771;g3742b9fc14e_1_795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772" name="Google Shape;772;g3742b9fc14e_1_795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3" name="Google Shape;773;g3742b9fc14e_1_79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74" name="Google Shape;774;g3742b9fc14e_1_79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75" name="Google Shape;775;g3742b9fc14e_1_79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6" name="Google Shape;776;g3742b9fc14e_1_79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7" name="Google Shape;777;g3742b9fc14e_1_79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8" name="Google Shape;778;g3742b9fc14e_1_79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9" name="Google Shape;779;g3742b9fc14e_1_79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80" name="Google Shape;780;g3742b9fc14e_1_79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g3742b9fc14e_1_79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82" name="Google Shape;782;g3742b9fc14e_1_79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g3742b9fc14e_1_79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g3742b9fc14e_1_79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742b9fc14e_1_839"/>
          <p:cNvSpPr/>
          <p:nvPr>
            <p:ph idx="2" type="pic"/>
          </p:nvPr>
        </p:nvSpPr>
        <p:spPr>
          <a:xfrm>
            <a:off x="4310745" y="2238827"/>
            <a:ext cx="4920300" cy="3298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787" name="Google Shape;787;g3742b9fc14e_1_8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8" name="Google Shape;788;g3742b9fc14e_1_839"/>
          <p:cNvGrpSpPr/>
          <p:nvPr/>
        </p:nvGrpSpPr>
        <p:grpSpPr>
          <a:xfrm>
            <a:off x="-1607531" y="-3645955"/>
            <a:ext cx="10823147" cy="7799351"/>
            <a:chOff x="-1180413" y="-2565680"/>
            <a:chExt cx="8117563" cy="5849659"/>
          </a:xfrm>
        </p:grpSpPr>
        <p:sp>
          <p:nvSpPr>
            <p:cNvPr id="789" name="Google Shape;789;g3742b9fc14e_1_839"/>
            <p:cNvSpPr/>
            <p:nvPr/>
          </p:nvSpPr>
          <p:spPr>
            <a:xfrm rot="10221697">
              <a:off x="-981120" y="-548984"/>
              <a:ext cx="3045470" cy="263738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742b9fc14e_1_83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742b9fc14e_1_83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742b9fc14e_1_83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742b9fc14e_1_83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742b9fc14e_1_83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5" name="Google Shape;795;g3742b9fc14e_1_839"/>
            <p:cNvGrpSpPr/>
            <p:nvPr/>
          </p:nvGrpSpPr>
          <p:grpSpPr>
            <a:xfrm flipH="1">
              <a:off x="4446911" y="391155"/>
              <a:ext cx="134044" cy="134013"/>
              <a:chOff x="1101075" y="2142375"/>
              <a:chExt cx="439200" cy="439100"/>
            </a:xfrm>
          </p:grpSpPr>
          <p:sp>
            <p:nvSpPr>
              <p:cNvPr id="796" name="Google Shape;796;g3742b9fc14e_1_8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g3742b9fc14e_1_8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8" name="Google Shape;798;g3742b9fc14e_1_839"/>
            <p:cNvGrpSpPr/>
            <p:nvPr/>
          </p:nvGrpSpPr>
          <p:grpSpPr>
            <a:xfrm flipH="1">
              <a:off x="1373611" y="694567"/>
              <a:ext cx="134044" cy="134013"/>
              <a:chOff x="1101075" y="2142375"/>
              <a:chExt cx="439200" cy="439100"/>
            </a:xfrm>
          </p:grpSpPr>
          <p:sp>
            <p:nvSpPr>
              <p:cNvPr id="799" name="Google Shape;799;g3742b9fc14e_1_8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g3742b9fc14e_1_8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g3742b9fc14e_1_839"/>
            <p:cNvGrpSpPr/>
            <p:nvPr/>
          </p:nvGrpSpPr>
          <p:grpSpPr>
            <a:xfrm flipH="1">
              <a:off x="1086836" y="957467"/>
              <a:ext cx="134044" cy="134013"/>
              <a:chOff x="1101075" y="2142375"/>
              <a:chExt cx="439200" cy="439100"/>
            </a:xfrm>
          </p:grpSpPr>
          <p:sp>
            <p:nvSpPr>
              <p:cNvPr id="802" name="Google Shape;802;g3742b9fc14e_1_8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g3742b9fc14e_1_8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4" name="Google Shape;804;g3742b9fc14e_1_839"/>
            <p:cNvGrpSpPr/>
            <p:nvPr/>
          </p:nvGrpSpPr>
          <p:grpSpPr>
            <a:xfrm flipH="1">
              <a:off x="277711" y="957467"/>
              <a:ext cx="134044" cy="134013"/>
              <a:chOff x="1101075" y="2142375"/>
              <a:chExt cx="439200" cy="439100"/>
            </a:xfrm>
          </p:grpSpPr>
          <p:sp>
            <p:nvSpPr>
              <p:cNvPr id="805" name="Google Shape;805;g3742b9fc14e_1_8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g3742b9fc14e_1_8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7" name="Google Shape;807;g3742b9fc14e_1_839"/>
            <p:cNvGrpSpPr/>
            <p:nvPr/>
          </p:nvGrpSpPr>
          <p:grpSpPr>
            <a:xfrm flipH="1">
              <a:off x="277711" y="640817"/>
              <a:ext cx="134044" cy="134013"/>
              <a:chOff x="1101075" y="2142375"/>
              <a:chExt cx="439200" cy="439100"/>
            </a:xfrm>
          </p:grpSpPr>
          <p:sp>
            <p:nvSpPr>
              <p:cNvPr id="808" name="Google Shape;808;g3742b9fc14e_1_8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g3742b9fc14e_1_8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10" name="Google Shape;810;g3742b9fc14e_1_83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5" y="-1919229"/>
            <a:ext cx="7140905" cy="545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742b9fc14e_1_865"/>
          <p:cNvSpPr/>
          <p:nvPr>
            <p:ph idx="2" type="pic"/>
          </p:nvPr>
        </p:nvSpPr>
        <p:spPr>
          <a:xfrm>
            <a:off x="610699" y="0"/>
            <a:ext cx="3680400" cy="39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13" name="Google Shape;813;g3742b9fc14e_1_8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4" name="Google Shape;814;g3742b9fc14e_1_865"/>
          <p:cNvGrpSpPr/>
          <p:nvPr/>
        </p:nvGrpSpPr>
        <p:grpSpPr>
          <a:xfrm>
            <a:off x="-693518" y="-764200"/>
            <a:ext cx="2003005" cy="3742362"/>
            <a:chOff x="-367748" y="-573164"/>
            <a:chExt cx="1502291" cy="2806842"/>
          </a:xfrm>
        </p:grpSpPr>
        <p:grpSp>
          <p:nvGrpSpPr>
            <p:cNvPr id="815" name="Google Shape;815;g3742b9fc14e_1_865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816" name="Google Shape;816;g3742b9fc14e_1_86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098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g3742b9fc14e_1_86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g3742b9fc14e_1_86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9" name="Google Shape;819;g3742b9fc14e_1_865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17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g3742b9fc14e_1_865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17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1" name="Google Shape;821;g3742b9fc14e_1_865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822" name="Google Shape;822;g3742b9fc14e_1_865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07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g3742b9fc14e_1_865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07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g3742b9fc14e_1_865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078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742b9fc14e_1_879"/>
          <p:cNvSpPr/>
          <p:nvPr>
            <p:ph idx="2" type="pic"/>
          </p:nvPr>
        </p:nvSpPr>
        <p:spPr>
          <a:xfrm>
            <a:off x="727217" y="622898"/>
            <a:ext cx="8333400" cy="28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27" name="Google Shape;827;g3742b9fc14e_1_8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g3742b9fc14e_1_8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0" name="Google Shape;830;g3742b9fc14e_1_882"/>
          <p:cNvGrpSpPr/>
          <p:nvPr/>
        </p:nvGrpSpPr>
        <p:grpSpPr>
          <a:xfrm>
            <a:off x="-680823" y="-2290582"/>
            <a:ext cx="5862777" cy="5562070"/>
            <a:chOff x="-494405" y="-1584825"/>
            <a:chExt cx="4397193" cy="4171657"/>
          </a:xfrm>
        </p:grpSpPr>
        <p:grpSp>
          <p:nvGrpSpPr>
            <p:cNvPr id="831" name="Google Shape;831;g3742b9fc14e_1_88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32" name="Google Shape;832;g3742b9fc14e_1_88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g3742b9fc14e_1_88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4" name="Google Shape;834;g3742b9fc14e_1_88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835" name="Google Shape;835;g3742b9fc14e_1_88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45882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g3742b9fc14e_1_88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882"/>
                    </a:srgbClr>
                  </a:gs>
                  <a:gs pos="78000">
                    <a:srgbClr val="F5F8FF">
                      <a:alpha val="45882"/>
                    </a:srgbClr>
                  </a:gs>
                  <a:gs pos="100000">
                    <a:srgbClr val="F5F8FF">
                      <a:alpha val="45882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7" name="Google Shape;837;g3742b9fc14e_1_882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838" name="Google Shape;838;g3742b9fc14e_1_882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839" name="Google Shape;839;g3742b9fc14e_1_88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40" name="Google Shape;840;g3742b9fc14e_1_88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41" name="Google Shape;841;g3742b9fc14e_1_88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" name="Google Shape;842;g3742b9fc14e_1_88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" name="Google Shape;843;g3742b9fc14e_1_88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4" name="Google Shape;844;g3742b9fc14e_1_88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5" name="Google Shape;845;g3742b9fc14e_1_88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46" name="Google Shape;846;g3742b9fc14e_1_88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7" name="Google Shape;847;g3742b9fc14e_1_882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848" name="Google Shape;848;g3742b9fc14e_1_882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849" name="Google Shape;849;g3742b9fc14e_1_88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0" name="Google Shape;850;g3742b9fc14e_1_88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51" name="Google Shape;851;g3742b9fc14e_1_88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2" name="Google Shape;852;g3742b9fc14e_1_88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" name="Google Shape;853;g3742b9fc14e_1_88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" name="Google Shape;854;g3742b9fc14e_1_88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5" name="Google Shape;855;g3742b9fc14e_1_88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56" name="Google Shape;856;g3742b9fc14e_1_88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g3742b9fc14e_1_882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858" name="Google Shape;858;g3742b9fc14e_1_882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859" name="Google Shape;859;g3742b9fc14e_1_88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" name="Google Shape;860;g3742b9fc14e_1_88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61" name="Google Shape;861;g3742b9fc14e_1_88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" name="Google Shape;862;g3742b9fc14e_1_88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" name="Google Shape;863;g3742b9fc14e_1_88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" name="Google Shape;864;g3742b9fc14e_1_88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" name="Google Shape;865;g3742b9fc14e_1_88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66" name="Google Shape;866;g3742b9fc14e_1_88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7" name="Google Shape;867;g3742b9fc14e_1_88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868" name="Google Shape;868;g3742b9fc14e_1_88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g3742b9fc14e_1_88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g3742b9fc14e_1_88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742b9fc14e_1_925"/>
          <p:cNvSpPr/>
          <p:nvPr>
            <p:ph idx="2" type="pic"/>
          </p:nvPr>
        </p:nvSpPr>
        <p:spPr>
          <a:xfrm>
            <a:off x="0" y="3061252"/>
            <a:ext cx="2969700" cy="379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73" name="Google Shape;873;g3742b9fc14e_1_925"/>
          <p:cNvSpPr/>
          <p:nvPr>
            <p:ph idx="3" type="pic"/>
          </p:nvPr>
        </p:nvSpPr>
        <p:spPr>
          <a:xfrm>
            <a:off x="6870763" y="-3517"/>
            <a:ext cx="3838800" cy="316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74" name="Google Shape;874;g3742b9fc14e_1_9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742b9fc14e_1_929"/>
          <p:cNvSpPr/>
          <p:nvPr>
            <p:ph idx="2" type="pic"/>
          </p:nvPr>
        </p:nvSpPr>
        <p:spPr>
          <a:xfrm>
            <a:off x="6524779" y="742950"/>
            <a:ext cx="3488700" cy="4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77" name="Google Shape;877;g3742b9fc14e_1_9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g3742b9fc14e_1_929"/>
          <p:cNvGrpSpPr/>
          <p:nvPr/>
        </p:nvGrpSpPr>
        <p:grpSpPr>
          <a:xfrm>
            <a:off x="-680823" y="-2290582"/>
            <a:ext cx="5862777" cy="5562070"/>
            <a:chOff x="-494405" y="-1584825"/>
            <a:chExt cx="4397193" cy="4171657"/>
          </a:xfrm>
        </p:grpSpPr>
        <p:grpSp>
          <p:nvGrpSpPr>
            <p:cNvPr id="879" name="Google Shape;879;g3742b9fc14e_1_929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0" name="Google Shape;880;g3742b9fc14e_1_929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g3742b9fc14e_1_929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2" name="Google Shape;882;g3742b9fc14e_1_929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883" name="Google Shape;883;g3742b9fc14e_1_929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45882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g3742b9fc14e_1_929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882"/>
                    </a:srgbClr>
                  </a:gs>
                  <a:gs pos="78000">
                    <a:srgbClr val="F5F8FF">
                      <a:alpha val="45882"/>
                    </a:srgbClr>
                  </a:gs>
                  <a:gs pos="100000">
                    <a:srgbClr val="F5F8FF">
                      <a:alpha val="45882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g3742b9fc14e_1_929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886" name="Google Shape;886;g3742b9fc14e_1_929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887" name="Google Shape;887;g3742b9fc14e_1_9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8" name="Google Shape;888;g3742b9fc14e_1_92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89" name="Google Shape;889;g3742b9fc14e_1_9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0" name="Google Shape;890;g3742b9fc14e_1_9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1" name="Google Shape;891;g3742b9fc14e_1_9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2" name="Google Shape;892;g3742b9fc14e_1_9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3" name="Google Shape;893;g3742b9fc14e_1_9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94" name="Google Shape;894;g3742b9fc14e_1_9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5" name="Google Shape;895;g3742b9fc14e_1_929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896" name="Google Shape;896;g3742b9fc14e_1_929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897" name="Google Shape;897;g3742b9fc14e_1_9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98" name="Google Shape;898;g3742b9fc14e_1_92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99" name="Google Shape;899;g3742b9fc14e_1_9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0" name="Google Shape;900;g3742b9fc14e_1_9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1" name="Google Shape;901;g3742b9fc14e_1_9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2" name="Google Shape;902;g3742b9fc14e_1_9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" name="Google Shape;903;g3742b9fc14e_1_9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04" name="Google Shape;904;g3742b9fc14e_1_9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5" name="Google Shape;905;g3742b9fc14e_1_929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906" name="Google Shape;906;g3742b9fc14e_1_929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907" name="Google Shape;907;g3742b9fc14e_1_9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8" name="Google Shape;908;g3742b9fc14e_1_92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09" name="Google Shape;909;g3742b9fc14e_1_9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0" name="Google Shape;910;g3742b9fc14e_1_9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1" name="Google Shape;911;g3742b9fc14e_1_9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2" name="Google Shape;912;g3742b9fc14e_1_9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3" name="Google Shape;913;g3742b9fc14e_1_9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14" name="Google Shape;914;g3742b9fc14e_1_9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5" name="Google Shape;915;g3742b9fc14e_1_929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916" name="Google Shape;916;g3742b9fc14e_1_92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g3742b9fc14e_1_92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g3742b9fc14e_1_92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742b9fc14e_1_973"/>
          <p:cNvSpPr/>
          <p:nvPr>
            <p:ph idx="2" type="pic"/>
          </p:nvPr>
        </p:nvSpPr>
        <p:spPr>
          <a:xfrm>
            <a:off x="-1" y="622897"/>
            <a:ext cx="9337800" cy="21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21" name="Google Shape;921;g3742b9fc14e_1_9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742b9fc14e_1_976"/>
          <p:cNvSpPr/>
          <p:nvPr>
            <p:ph idx="2" type="pic"/>
          </p:nvPr>
        </p:nvSpPr>
        <p:spPr>
          <a:xfrm>
            <a:off x="1481266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24" name="Google Shape;924;g3742b9fc14e_1_976"/>
          <p:cNvSpPr/>
          <p:nvPr>
            <p:ph idx="3" type="pic"/>
          </p:nvPr>
        </p:nvSpPr>
        <p:spPr>
          <a:xfrm>
            <a:off x="4169396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25" name="Google Shape;925;g3742b9fc14e_1_976"/>
          <p:cNvSpPr/>
          <p:nvPr>
            <p:ph idx="4" type="pic"/>
          </p:nvPr>
        </p:nvSpPr>
        <p:spPr>
          <a:xfrm>
            <a:off x="6857527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26" name="Google Shape;926;g3742b9fc14e_1_9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742b9fc14e_1_981"/>
          <p:cNvSpPr/>
          <p:nvPr>
            <p:ph idx="2" type="pic"/>
          </p:nvPr>
        </p:nvSpPr>
        <p:spPr>
          <a:xfrm>
            <a:off x="5653560" y="672033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29" name="Google Shape;929;g3742b9fc14e_1_981"/>
          <p:cNvSpPr/>
          <p:nvPr>
            <p:ph idx="3" type="pic"/>
          </p:nvPr>
        </p:nvSpPr>
        <p:spPr>
          <a:xfrm>
            <a:off x="5653560" y="2583602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0" name="Google Shape;930;g3742b9fc14e_1_981"/>
          <p:cNvSpPr/>
          <p:nvPr>
            <p:ph idx="4" type="pic"/>
          </p:nvPr>
        </p:nvSpPr>
        <p:spPr>
          <a:xfrm>
            <a:off x="5653560" y="4495171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31" name="Google Shape;931;g3742b9fc14e_1_9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742b9fc14e_1_986"/>
          <p:cNvSpPr/>
          <p:nvPr>
            <p:ph idx="2" type="pic"/>
          </p:nvPr>
        </p:nvSpPr>
        <p:spPr>
          <a:xfrm>
            <a:off x="8231618" y="728382"/>
            <a:ext cx="2099700" cy="20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4" name="Google Shape;934;g3742b9fc14e_1_986"/>
          <p:cNvSpPr/>
          <p:nvPr>
            <p:ph idx="3" type="pic"/>
          </p:nvPr>
        </p:nvSpPr>
        <p:spPr>
          <a:xfrm>
            <a:off x="5935846" y="728382"/>
            <a:ext cx="2099700" cy="20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5" name="Google Shape;935;g3742b9fc14e_1_986"/>
          <p:cNvSpPr/>
          <p:nvPr>
            <p:ph idx="4" type="pic"/>
          </p:nvPr>
        </p:nvSpPr>
        <p:spPr>
          <a:xfrm>
            <a:off x="-1" y="3366773"/>
            <a:ext cx="4525500" cy="2435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36" name="Google Shape;936;g3742b9fc14e_1_9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742b9fc14e_1_991"/>
          <p:cNvSpPr/>
          <p:nvPr>
            <p:ph idx="2" type="pic"/>
          </p:nvPr>
        </p:nvSpPr>
        <p:spPr>
          <a:xfrm>
            <a:off x="889964" y="1372128"/>
            <a:ext cx="2137800" cy="411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9" name="Google Shape;939;g3742b9fc14e_1_991"/>
          <p:cNvSpPr/>
          <p:nvPr>
            <p:ph idx="3" type="pic"/>
          </p:nvPr>
        </p:nvSpPr>
        <p:spPr>
          <a:xfrm>
            <a:off x="3210142" y="1372128"/>
            <a:ext cx="2137800" cy="411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40" name="Google Shape;940;g3742b9fc14e_1_9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742b9fc14e_1_995"/>
          <p:cNvSpPr/>
          <p:nvPr>
            <p:ph idx="2" type="pic"/>
          </p:nvPr>
        </p:nvSpPr>
        <p:spPr>
          <a:xfrm>
            <a:off x="6896192" y="1655804"/>
            <a:ext cx="2800500" cy="52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43" name="Google Shape;943;g3742b9fc14e_1_9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42b9fc14e_1_998"/>
          <p:cNvSpPr/>
          <p:nvPr>
            <p:ph idx="2" type="pic"/>
          </p:nvPr>
        </p:nvSpPr>
        <p:spPr>
          <a:xfrm>
            <a:off x="1179006" y="1014481"/>
            <a:ext cx="2768400" cy="4122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46" name="Google Shape;946;g3742b9fc14e_1_9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742b9fc14e_1_1001"/>
          <p:cNvSpPr/>
          <p:nvPr>
            <p:ph idx="2" type="pic"/>
          </p:nvPr>
        </p:nvSpPr>
        <p:spPr>
          <a:xfrm>
            <a:off x="4930282" y="1031838"/>
            <a:ext cx="5779200" cy="29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49" name="Google Shape;949;g3742b9fc14e_1_10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742b9fc14e_1_1004"/>
          <p:cNvSpPr/>
          <p:nvPr>
            <p:ph idx="2" type="pic"/>
          </p:nvPr>
        </p:nvSpPr>
        <p:spPr>
          <a:xfrm>
            <a:off x="3220234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52" name="Google Shape;952;g3742b9fc14e_1_1004"/>
          <p:cNvSpPr/>
          <p:nvPr>
            <p:ph idx="3" type="pic"/>
          </p:nvPr>
        </p:nvSpPr>
        <p:spPr>
          <a:xfrm>
            <a:off x="5712651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53" name="Google Shape;953;g3742b9fc14e_1_1004"/>
          <p:cNvSpPr/>
          <p:nvPr>
            <p:ph idx="4" type="pic"/>
          </p:nvPr>
        </p:nvSpPr>
        <p:spPr>
          <a:xfrm>
            <a:off x="8205068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54" name="Google Shape;954;g3742b9fc14e_1_10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5" name="Google Shape;955;g3742b9fc14e_1_1004"/>
          <p:cNvGrpSpPr/>
          <p:nvPr/>
        </p:nvGrpSpPr>
        <p:grpSpPr>
          <a:xfrm>
            <a:off x="-680823" y="-2290582"/>
            <a:ext cx="5862777" cy="5562070"/>
            <a:chOff x="-494405" y="-1584825"/>
            <a:chExt cx="4397193" cy="4171657"/>
          </a:xfrm>
        </p:grpSpPr>
        <p:grpSp>
          <p:nvGrpSpPr>
            <p:cNvPr id="956" name="Google Shape;956;g3742b9fc14e_1_100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957" name="Google Shape;957;g3742b9fc14e_1_100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g3742b9fc14e_1_100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9" name="Google Shape;959;g3742b9fc14e_1_100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60" name="Google Shape;960;g3742b9fc14e_1_100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45882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g3742b9fc14e_1_100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882"/>
                    </a:srgbClr>
                  </a:gs>
                  <a:gs pos="78000">
                    <a:srgbClr val="F5F8FF">
                      <a:alpha val="45882"/>
                    </a:srgbClr>
                  </a:gs>
                  <a:gs pos="100000">
                    <a:srgbClr val="F5F8FF">
                      <a:alpha val="45882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2" name="Google Shape;962;g3742b9fc14e_1_1004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963" name="Google Shape;963;g3742b9fc14e_1_1004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4" name="Google Shape;964;g3742b9fc14e_1_100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5" name="Google Shape;965;g3742b9fc14e_1_100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66" name="Google Shape;966;g3742b9fc14e_1_100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7" name="Google Shape;967;g3742b9fc14e_1_100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8" name="Google Shape;968;g3742b9fc14e_1_100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9" name="Google Shape;969;g3742b9fc14e_1_100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0" name="Google Shape;970;g3742b9fc14e_1_100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71" name="Google Shape;971;g3742b9fc14e_1_100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2" name="Google Shape;972;g3742b9fc14e_1_1004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973" name="Google Shape;973;g3742b9fc14e_1_1004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974" name="Google Shape;974;g3742b9fc14e_1_100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75" name="Google Shape;975;g3742b9fc14e_1_100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6" name="Google Shape;976;g3742b9fc14e_1_100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7" name="Google Shape;977;g3742b9fc14e_1_100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8" name="Google Shape;978;g3742b9fc14e_1_100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9" name="Google Shape;979;g3742b9fc14e_1_100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0" name="Google Shape;980;g3742b9fc14e_1_100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81" name="Google Shape;981;g3742b9fc14e_1_100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2" name="Google Shape;982;g3742b9fc14e_1_1004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983" name="Google Shape;983;g3742b9fc14e_1_1004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4" name="Google Shape;984;g3742b9fc14e_1_100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85" name="Google Shape;985;g3742b9fc14e_1_100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86" name="Google Shape;986;g3742b9fc14e_1_100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7" name="Google Shape;987;g3742b9fc14e_1_100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8" name="Google Shape;988;g3742b9fc14e_1_100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9" name="Google Shape;989;g3742b9fc14e_1_100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0" name="Google Shape;990;g3742b9fc14e_1_100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882"/>
                        </a:srgbClr>
                      </a:gs>
                      <a:gs pos="100000">
                        <a:srgbClr val="FFFFFF">
                          <a:alpha val="45882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91" name="Google Shape;991;g3742b9fc14e_1_100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2" name="Google Shape;992;g3742b9fc14e_1_100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993" name="Google Shape;993;g3742b9fc14e_1_100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g3742b9fc14e_1_100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g3742b9fc14e_1_100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742b9fc14e_1_1050"/>
          <p:cNvSpPr/>
          <p:nvPr>
            <p:ph idx="2" type="pic"/>
          </p:nvPr>
        </p:nvSpPr>
        <p:spPr>
          <a:xfrm>
            <a:off x="1" y="833261"/>
            <a:ext cx="4270500" cy="25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8" name="Google Shape;998;g3742b9fc14e_1_1050"/>
          <p:cNvSpPr/>
          <p:nvPr>
            <p:ph idx="3" type="pic"/>
          </p:nvPr>
        </p:nvSpPr>
        <p:spPr>
          <a:xfrm>
            <a:off x="1" y="3520340"/>
            <a:ext cx="4270500" cy="25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99" name="Google Shape;999;g3742b9fc14e_1_10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742b9fc14e_1_1054"/>
          <p:cNvSpPr/>
          <p:nvPr>
            <p:ph idx="2" type="pic"/>
          </p:nvPr>
        </p:nvSpPr>
        <p:spPr>
          <a:xfrm>
            <a:off x="7405685" y="757036"/>
            <a:ext cx="3303900" cy="223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2" name="Google Shape;1002;g3742b9fc14e_1_1054"/>
          <p:cNvSpPr/>
          <p:nvPr>
            <p:ph idx="3" type="pic"/>
          </p:nvPr>
        </p:nvSpPr>
        <p:spPr>
          <a:xfrm>
            <a:off x="4975112" y="757036"/>
            <a:ext cx="2235300" cy="223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3" name="Google Shape;1003;g3742b9fc14e_1_1054"/>
          <p:cNvSpPr/>
          <p:nvPr>
            <p:ph idx="4" type="pic"/>
          </p:nvPr>
        </p:nvSpPr>
        <p:spPr>
          <a:xfrm>
            <a:off x="1372980" y="3265714"/>
            <a:ext cx="2430300" cy="359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04" name="Google Shape;1004;g3742b9fc14e_1_10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742b9fc14e_1_1059"/>
          <p:cNvSpPr/>
          <p:nvPr>
            <p:ph idx="2" type="pic"/>
          </p:nvPr>
        </p:nvSpPr>
        <p:spPr>
          <a:xfrm>
            <a:off x="945565" y="4375786"/>
            <a:ext cx="1642500" cy="164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7" name="Google Shape;1007;g3742b9fc14e_1_1059"/>
          <p:cNvSpPr/>
          <p:nvPr>
            <p:ph idx="3" type="pic"/>
          </p:nvPr>
        </p:nvSpPr>
        <p:spPr>
          <a:xfrm>
            <a:off x="6786169" y="839634"/>
            <a:ext cx="2952900" cy="51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08" name="Google Shape;1008;g3742b9fc14e_1_10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742b9fc14e_1_1063"/>
          <p:cNvSpPr/>
          <p:nvPr>
            <p:ph idx="2" type="pic"/>
          </p:nvPr>
        </p:nvSpPr>
        <p:spPr>
          <a:xfrm>
            <a:off x="6231818" y="3918532"/>
            <a:ext cx="4477800" cy="20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11" name="Google Shape;1011;g3742b9fc14e_1_1063"/>
          <p:cNvSpPr/>
          <p:nvPr>
            <p:ph idx="3" type="pic"/>
          </p:nvPr>
        </p:nvSpPr>
        <p:spPr>
          <a:xfrm>
            <a:off x="1" y="512772"/>
            <a:ext cx="5393100" cy="269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12" name="Google Shape;1012;g3742b9fc14e_1_10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742b9fc14e_1_1067"/>
          <p:cNvSpPr/>
          <p:nvPr>
            <p:ph idx="2" type="pic"/>
          </p:nvPr>
        </p:nvSpPr>
        <p:spPr>
          <a:xfrm>
            <a:off x="5370288" y="616476"/>
            <a:ext cx="2965500" cy="5625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15" name="Google Shape;1015;g3742b9fc14e_1_1067"/>
          <p:cNvSpPr/>
          <p:nvPr>
            <p:ph idx="3" type="pic"/>
          </p:nvPr>
        </p:nvSpPr>
        <p:spPr>
          <a:xfrm>
            <a:off x="8505736" y="616474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16" name="Google Shape;1016;g3742b9fc14e_1_1067"/>
          <p:cNvSpPr/>
          <p:nvPr>
            <p:ph idx="4" type="pic"/>
          </p:nvPr>
        </p:nvSpPr>
        <p:spPr>
          <a:xfrm>
            <a:off x="8505736" y="2539633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17" name="Google Shape;1017;g3742b9fc14e_1_1067"/>
          <p:cNvSpPr/>
          <p:nvPr>
            <p:ph idx="5" type="pic"/>
          </p:nvPr>
        </p:nvSpPr>
        <p:spPr>
          <a:xfrm>
            <a:off x="8505736" y="4462792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18" name="Google Shape;1018;g3742b9fc14e_1_10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742b9fc14e_1_1073"/>
          <p:cNvSpPr/>
          <p:nvPr>
            <p:ph idx="2" type="pic"/>
          </p:nvPr>
        </p:nvSpPr>
        <p:spPr>
          <a:xfrm>
            <a:off x="1323522" y="1123950"/>
            <a:ext cx="2120100" cy="45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1" name="Google Shape;1021;g3742b9fc14e_1_1073"/>
          <p:cNvSpPr/>
          <p:nvPr>
            <p:ph idx="3" type="pic"/>
          </p:nvPr>
        </p:nvSpPr>
        <p:spPr>
          <a:xfrm>
            <a:off x="7849986" y="0"/>
            <a:ext cx="2120100" cy="2970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22" name="Google Shape;1022;g3742b9fc14e_1_10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742b9fc14e_1_1077"/>
          <p:cNvSpPr/>
          <p:nvPr>
            <p:ph idx="2" type="pic"/>
          </p:nvPr>
        </p:nvSpPr>
        <p:spPr>
          <a:xfrm>
            <a:off x="1451036" y="3571877"/>
            <a:ext cx="3685800" cy="23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25" name="Google Shape;1025;g3742b9fc14e_1_10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742b9fc14e_1_1080"/>
          <p:cNvSpPr/>
          <p:nvPr>
            <p:ph idx="2" type="pic"/>
          </p:nvPr>
        </p:nvSpPr>
        <p:spPr>
          <a:xfrm>
            <a:off x="0" y="4094373"/>
            <a:ext cx="3536700" cy="2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8" name="Google Shape;1028;g3742b9fc14e_1_1080"/>
          <p:cNvSpPr/>
          <p:nvPr>
            <p:ph idx="3" type="pic"/>
          </p:nvPr>
        </p:nvSpPr>
        <p:spPr>
          <a:xfrm>
            <a:off x="7199085" y="1"/>
            <a:ext cx="2577900" cy="33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29" name="Google Shape;1029;g3742b9fc14e_1_10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742b9fc14e_1_10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742b9fc14e_1_10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3" name="Google Shape;1033;g3742b9fc14e_1_108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g3742b9fc14e_1_108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742b9fc14e_1_10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3742b9fc14e_1_10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8" name="Google Shape;1038;g3742b9fc14e_1_108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g3742b9fc14e_1_1089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742b9fc14e_1_1094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2" name="Google Shape;1042;g3742b9fc14e_1_1094"/>
          <p:cNvSpPr txBox="1"/>
          <p:nvPr>
            <p:ph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3" name="Google Shape;1043;g3742b9fc14e_1_1094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44" name="Google Shape;1044;g3742b9fc14e_1_1094"/>
          <p:cNvGrpSpPr/>
          <p:nvPr/>
        </p:nvGrpSpPr>
        <p:grpSpPr>
          <a:xfrm>
            <a:off x="-718923" y="-2290580"/>
            <a:ext cx="5862777" cy="5562070"/>
            <a:chOff x="-494405" y="-1584825"/>
            <a:chExt cx="4397193" cy="4171657"/>
          </a:xfrm>
        </p:grpSpPr>
        <p:grpSp>
          <p:nvGrpSpPr>
            <p:cNvPr id="1045" name="Google Shape;1045;g3742b9fc14e_1_109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046" name="Google Shape;1046;g3742b9fc14e_1_109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g3742b9fc14e_1_109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8" name="Google Shape;1048;g3742b9fc14e_1_109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9" name="Google Shape;1049;g3742b9fc14e_1_109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g3742b9fc14e_1_109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7E6E6">
                      <a:alpha val="46274"/>
                    </a:srgbClr>
                  </a:gs>
                  <a:gs pos="78000">
                    <a:srgbClr val="FFFF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1" name="Google Shape;1051;g3742b9fc14e_1_109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4" cy="726143"/>
            </a:xfrm>
          </p:grpSpPr>
          <p:grpSp>
            <p:nvGrpSpPr>
              <p:cNvPr id="1052" name="Google Shape;1052;g3742b9fc14e_1_109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3" name="Google Shape;1053;g3742b9fc14e_1_109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7843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54" name="Google Shape;1054;g3742b9fc14e_1_109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55" name="Google Shape;1055;g3742b9fc14e_1_109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6" name="Google Shape;1056;g3742b9fc14e_1_109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7" name="Google Shape;1057;g3742b9fc14e_1_109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8" name="Google Shape;1058;g3742b9fc14e_1_109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9" name="Google Shape;1059;g3742b9fc14e_1_109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60" name="Google Shape;1060;g3742b9fc14e_1_109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1" name="Google Shape;1061;g3742b9fc14e_1_109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1062" name="Google Shape;1062;g3742b9fc14e_1_109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63" name="Google Shape;1063;g3742b9fc14e_1_109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7843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4" name="Google Shape;1064;g3742b9fc14e_1_109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65" name="Google Shape;1065;g3742b9fc14e_1_109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6" name="Google Shape;1066;g3742b9fc14e_1_109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7" name="Google Shape;1067;g3742b9fc14e_1_109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8" name="Google Shape;1068;g3742b9fc14e_1_109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9" name="Google Shape;1069;g3742b9fc14e_1_109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70" name="Google Shape;1070;g3742b9fc14e_1_109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1" name="Google Shape;1071;g3742b9fc14e_1_109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4" cy="726143"/>
            </a:xfrm>
          </p:grpSpPr>
          <p:grpSp>
            <p:nvGrpSpPr>
              <p:cNvPr id="1072" name="Google Shape;1072;g3742b9fc14e_1_109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73" name="Google Shape;1073;g3742b9fc14e_1_109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7843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74" name="Google Shape;1074;g3742b9fc14e_1_109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5" name="Google Shape;1075;g3742b9fc14e_1_109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6" name="Google Shape;1076;g3742b9fc14e_1_109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7" name="Google Shape;1077;g3742b9fc14e_1_109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8" name="Google Shape;1078;g3742b9fc14e_1_109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9" name="Google Shape;1079;g3742b9fc14e_1_109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80" name="Google Shape;1080;g3742b9fc14e_1_109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88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1" name="Google Shape;1081;g3742b9fc14e_1_109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082" name="Google Shape;1082;g3742b9fc14e_1_109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g3742b9fc14e_1_109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g3742b9fc14e_1_109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742b9fc14e_1_1139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87" name="Google Shape;1087;g3742b9fc14e_1_113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g3742b9fc14e_1_113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g3742b9fc14e_1_1139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g374306a2e05_0_65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g374306a2e05_0_65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g374306a2e05_0_65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g374306a2e05_0_610"/>
          <p:cNvGrpSpPr/>
          <p:nvPr/>
        </p:nvGrpSpPr>
        <p:grpSpPr>
          <a:xfrm>
            <a:off x="-528423" y="-2138181"/>
            <a:ext cx="5862777" cy="5562070"/>
            <a:chOff x="-494405" y="-1584825"/>
            <a:chExt cx="4397193" cy="4171657"/>
          </a:xfrm>
        </p:grpSpPr>
        <p:grpSp>
          <p:nvGrpSpPr>
            <p:cNvPr id="1098" name="Google Shape;1098;g374306a2e05_0_610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099" name="Google Shape;1099;g374306a2e05_0_610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g374306a2e05_0_610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1" name="Google Shape;1101;g374306a2e05_0_610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102" name="Google Shape;1102;g374306a2e05_0_610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490"/>
                    </a:srgbClr>
                  </a:gs>
                  <a:gs pos="100000">
                    <a:srgbClr val="FFFFFF">
                      <a:alpha val="4549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g374306a2e05_0_610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490"/>
                    </a:srgbClr>
                  </a:gs>
                  <a:gs pos="78000">
                    <a:srgbClr val="F5F8FF">
                      <a:alpha val="45490"/>
                    </a:srgbClr>
                  </a:gs>
                  <a:gs pos="100000">
                    <a:srgbClr val="F5F8FF">
                      <a:alpha val="4549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4" name="Google Shape;1104;g374306a2e05_0_610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4" cy="726143"/>
            </a:xfrm>
          </p:grpSpPr>
          <p:grpSp>
            <p:nvGrpSpPr>
              <p:cNvPr id="1105" name="Google Shape;1105;g374306a2e05_0_610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06" name="Google Shape;1106;g374306a2e05_0_61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07" name="Google Shape;1107;g374306a2e05_0_610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08" name="Google Shape;1108;g374306a2e05_0_61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9" name="Google Shape;1109;g374306a2e05_0_61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0" name="Google Shape;1110;g374306a2e05_0_61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1" name="Google Shape;1111;g374306a2e05_0_61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2" name="Google Shape;1112;g374306a2e05_0_61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13" name="Google Shape;1113;g374306a2e05_0_61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g374306a2e05_0_610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4" cy="726143"/>
            </a:xfrm>
          </p:grpSpPr>
          <p:grpSp>
            <p:nvGrpSpPr>
              <p:cNvPr id="1115" name="Google Shape;1115;g374306a2e05_0_610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16" name="Google Shape;1116;g374306a2e05_0_61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7" name="Google Shape;1117;g374306a2e05_0_610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18" name="Google Shape;1118;g374306a2e05_0_61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9" name="Google Shape;1119;g374306a2e05_0_61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0" name="Google Shape;1120;g374306a2e05_0_61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g374306a2e05_0_61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2" name="Google Shape;1122;g374306a2e05_0_61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3" name="Google Shape;1123;g374306a2e05_0_61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4" name="Google Shape;1124;g374306a2e05_0_610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4" cy="726143"/>
            </a:xfrm>
          </p:grpSpPr>
          <p:grpSp>
            <p:nvGrpSpPr>
              <p:cNvPr id="1125" name="Google Shape;1125;g374306a2e05_0_610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26" name="Google Shape;1126;g374306a2e05_0_61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27" name="Google Shape;1127;g374306a2e05_0_610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28" name="Google Shape;1128;g374306a2e05_0_61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9" name="Google Shape;1129;g374306a2e05_0_61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0" name="Google Shape;1130;g374306a2e05_0_61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1" name="Google Shape;1131;g374306a2e05_0_61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2" name="Google Shape;1132;g374306a2e05_0_61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33" name="Google Shape;1133;g374306a2e05_0_61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4" name="Google Shape;1134;g374306a2e05_0_610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135" name="Google Shape;1135;g374306a2e05_0_610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g374306a2e05_0_610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g374306a2e05_0_610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138" name="Google Shape;1138;g374306a2e05_0_610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g374306a2e05_0_610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g374306a2e05_0_65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g374306a2e05_0_65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g374306a2e05_0_65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74306a2e05_0_66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6" name="Google Shape;1146;g374306a2e05_0_66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g374306a2e05_0_66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74306a2e05_0_666"/>
          <p:cNvSpPr/>
          <p:nvPr>
            <p:ph idx="2" type="pic"/>
          </p:nvPr>
        </p:nvSpPr>
        <p:spPr>
          <a:xfrm>
            <a:off x="1068777" y="837967"/>
            <a:ext cx="2873700" cy="51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150" name="Google Shape;1150;g374306a2e05_0_666"/>
          <p:cNvGrpSpPr/>
          <p:nvPr/>
        </p:nvGrpSpPr>
        <p:grpSpPr>
          <a:xfrm>
            <a:off x="-693518" y="-764200"/>
            <a:ext cx="2003005" cy="3742362"/>
            <a:chOff x="-367748" y="-573164"/>
            <a:chExt cx="1502291" cy="2806842"/>
          </a:xfrm>
        </p:grpSpPr>
        <p:grpSp>
          <p:nvGrpSpPr>
            <p:cNvPr id="1151" name="Google Shape;1151;g374306a2e05_0_66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152" name="Google Shape;1152;g374306a2e05_0_66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4705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g374306a2e05_0_66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g374306a2e05_0_66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5" name="Google Shape;1155;g374306a2e05_0_66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g374306a2e05_0_66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0784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7" name="Google Shape;1157;g374306a2e05_0_66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158" name="Google Shape;1158;g374306a2e05_0_66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68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g374306a2e05_0_66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68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g374306a2e05_0_66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68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1" name="Google Shape;1161;g374306a2e05_0_666"/>
          <p:cNvGrpSpPr/>
          <p:nvPr/>
        </p:nvGrpSpPr>
        <p:grpSpPr>
          <a:xfrm>
            <a:off x="10058982" y="-228028"/>
            <a:ext cx="4669343" cy="7413455"/>
            <a:chOff x="7392021" y="-171025"/>
            <a:chExt cx="3502095" cy="5560230"/>
          </a:xfrm>
        </p:grpSpPr>
        <p:grpSp>
          <p:nvGrpSpPr>
            <p:cNvPr id="1162" name="Google Shape;1162;g374306a2e05_0_66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163" name="Google Shape;1163;g374306a2e05_0_66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g374306a2e05_0_66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5" name="Google Shape;1165;g374306a2e05_0_66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6" name="Google Shape;1166;g374306a2e05_0_66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167" name="Google Shape;1167;g374306a2e05_0_66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68" name="Google Shape;1168;g374306a2e05_0_666"/>
              <p:cNvGrpSpPr/>
              <p:nvPr/>
            </p:nvGrpSpPr>
            <p:grpSpPr>
              <a:xfrm>
                <a:off x="8192864" y="4736395"/>
                <a:ext cx="134004" cy="134004"/>
                <a:chOff x="8356813" y="1074288"/>
                <a:chExt cx="351900" cy="351900"/>
              </a:xfrm>
            </p:grpSpPr>
            <p:sp>
              <p:nvSpPr>
                <p:cNvPr id="1169" name="Google Shape;1169;g374306a2e05_0_66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0" name="Google Shape;1170;g374306a2e05_0_66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4509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71" name="Google Shape;1171;g374306a2e05_0_666"/>
              <p:cNvGrpSpPr/>
              <p:nvPr/>
            </p:nvGrpSpPr>
            <p:grpSpPr>
              <a:xfrm>
                <a:off x="8788189" y="3794720"/>
                <a:ext cx="134004" cy="134004"/>
                <a:chOff x="8356813" y="1074288"/>
                <a:chExt cx="351900" cy="351900"/>
              </a:xfrm>
            </p:grpSpPr>
            <p:sp>
              <p:nvSpPr>
                <p:cNvPr id="1172" name="Google Shape;1172;g374306a2e05_0_66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3" name="Google Shape;1173;g374306a2e05_0_66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5098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74" name="Google Shape;1174;g374306a2e05_0_666"/>
              <p:cNvGrpSpPr/>
              <p:nvPr/>
            </p:nvGrpSpPr>
            <p:grpSpPr>
              <a:xfrm>
                <a:off x="8654164" y="2424670"/>
                <a:ext cx="134004" cy="134004"/>
                <a:chOff x="8356813" y="1074288"/>
                <a:chExt cx="351900" cy="351900"/>
              </a:xfrm>
            </p:grpSpPr>
            <p:sp>
              <p:nvSpPr>
                <p:cNvPr id="1175" name="Google Shape;1175;g374306a2e05_0_66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6" name="Google Shape;1176;g374306a2e05_0_66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1177" name="Google Shape;1177;g374306a2e05_0_666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4" cy="379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g374306a2e05_0_69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0" name="Google Shape;1180;g374306a2e05_0_696"/>
          <p:cNvGrpSpPr/>
          <p:nvPr/>
        </p:nvGrpSpPr>
        <p:grpSpPr>
          <a:xfrm>
            <a:off x="-680824" y="-2290579"/>
            <a:ext cx="5862777" cy="5562070"/>
            <a:chOff x="-494405" y="-1584825"/>
            <a:chExt cx="4397193" cy="4171657"/>
          </a:xfrm>
        </p:grpSpPr>
        <p:grpSp>
          <p:nvGrpSpPr>
            <p:cNvPr id="1181" name="Google Shape;1181;g374306a2e05_0_696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182" name="Google Shape;1182;g374306a2e05_0_696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g374306a2e05_0_696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4" name="Google Shape;1184;g374306a2e05_0_696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185" name="Google Shape;1185;g374306a2e05_0_696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490"/>
                    </a:srgbClr>
                  </a:gs>
                  <a:gs pos="100000">
                    <a:srgbClr val="FFFFFF">
                      <a:alpha val="4549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g374306a2e05_0_696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490"/>
                    </a:srgbClr>
                  </a:gs>
                  <a:gs pos="78000">
                    <a:srgbClr val="F5F8FF">
                      <a:alpha val="45490"/>
                    </a:srgbClr>
                  </a:gs>
                  <a:gs pos="100000">
                    <a:srgbClr val="F5F8FF">
                      <a:alpha val="4549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7" name="Google Shape;1187;g374306a2e05_0_696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4" cy="726143"/>
            </a:xfrm>
          </p:grpSpPr>
          <p:grpSp>
            <p:nvGrpSpPr>
              <p:cNvPr id="1188" name="Google Shape;1188;g374306a2e05_0_696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9" name="Google Shape;1189;g374306a2e05_0_69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90" name="Google Shape;1190;g374306a2e05_0_69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91" name="Google Shape;1191;g374306a2e05_0_69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2" name="Google Shape;1192;g374306a2e05_0_69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3" name="Google Shape;1193;g374306a2e05_0_69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4" name="Google Shape;1194;g374306a2e05_0_69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5" name="Google Shape;1195;g374306a2e05_0_69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96" name="Google Shape;1196;g374306a2e05_0_69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7" name="Google Shape;1197;g374306a2e05_0_696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1198" name="Google Shape;1198;g374306a2e05_0_696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99" name="Google Shape;1199;g374306a2e05_0_69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00" name="Google Shape;1200;g374306a2e05_0_69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01" name="Google Shape;1201;g374306a2e05_0_69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2" name="Google Shape;1202;g374306a2e05_0_69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3" name="Google Shape;1203;g374306a2e05_0_69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4" name="Google Shape;1204;g374306a2e05_0_69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5" name="Google Shape;1205;g374306a2e05_0_69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06" name="Google Shape;1206;g374306a2e05_0_69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7" name="Google Shape;1207;g374306a2e05_0_696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4" cy="726143"/>
            </a:xfrm>
          </p:grpSpPr>
          <p:grpSp>
            <p:nvGrpSpPr>
              <p:cNvPr id="1208" name="Google Shape;1208;g374306a2e05_0_696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09" name="Google Shape;1209;g374306a2e05_0_69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10" name="Google Shape;1210;g374306a2e05_0_69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11" name="Google Shape;1211;g374306a2e05_0_69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2" name="Google Shape;1212;g374306a2e05_0_69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3" name="Google Shape;1213;g374306a2e05_0_69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4" name="Google Shape;1214;g374306a2e05_0_69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5" name="Google Shape;1215;g374306a2e05_0_69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16" name="Google Shape;1216;g374306a2e05_0_69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7" name="Google Shape;1217;g374306a2e05_0_696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18" name="Google Shape;1218;g374306a2e05_0_69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g374306a2e05_0_69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g374306a2e05_0_69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21" name="Google Shape;1221;g374306a2e05_0_696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g374306a2e05_0_69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1224;g374306a2e05_0_7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5" name="Google Shape;1225;g374306a2e05_0_741"/>
          <p:cNvGrpSpPr/>
          <p:nvPr/>
        </p:nvGrpSpPr>
        <p:grpSpPr>
          <a:xfrm>
            <a:off x="-1607532" y="-3645957"/>
            <a:ext cx="10823147" cy="7799351"/>
            <a:chOff x="-1180413" y="-2565680"/>
            <a:chExt cx="8117563" cy="5849659"/>
          </a:xfrm>
        </p:grpSpPr>
        <p:sp>
          <p:nvSpPr>
            <p:cNvPr id="1226" name="Google Shape;1226;g374306a2e05_0_741"/>
            <p:cNvSpPr/>
            <p:nvPr/>
          </p:nvSpPr>
          <p:spPr>
            <a:xfrm rot="10221697">
              <a:off x="-981120" y="-548984"/>
              <a:ext cx="3045470" cy="263738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74306a2e05_0_741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74306a2e05_0_741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374306a2e05_0_741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74306a2e05_0_741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74306a2e05_0_741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2" name="Google Shape;1232;g374306a2e05_0_741"/>
            <p:cNvGrpSpPr/>
            <p:nvPr/>
          </p:nvGrpSpPr>
          <p:grpSpPr>
            <a:xfrm flipH="1">
              <a:off x="4446910" y="391153"/>
              <a:ext cx="134044" cy="134013"/>
              <a:chOff x="1101075" y="2142375"/>
              <a:chExt cx="439200" cy="439100"/>
            </a:xfrm>
          </p:grpSpPr>
          <p:sp>
            <p:nvSpPr>
              <p:cNvPr id="1233" name="Google Shape;1233;g374306a2e05_0_74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g374306a2e05_0_74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5" name="Google Shape;1235;g374306a2e05_0_741"/>
            <p:cNvGrpSpPr/>
            <p:nvPr/>
          </p:nvGrpSpPr>
          <p:grpSpPr>
            <a:xfrm flipH="1">
              <a:off x="1373610" y="694565"/>
              <a:ext cx="134044" cy="134013"/>
              <a:chOff x="1101075" y="2142375"/>
              <a:chExt cx="439200" cy="439100"/>
            </a:xfrm>
          </p:grpSpPr>
          <p:sp>
            <p:nvSpPr>
              <p:cNvPr id="1236" name="Google Shape;1236;g374306a2e05_0_74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g374306a2e05_0_74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8" name="Google Shape;1238;g374306a2e05_0_741"/>
            <p:cNvGrpSpPr/>
            <p:nvPr/>
          </p:nvGrpSpPr>
          <p:grpSpPr>
            <a:xfrm flipH="1">
              <a:off x="1086835" y="957465"/>
              <a:ext cx="134044" cy="134013"/>
              <a:chOff x="1101075" y="2142375"/>
              <a:chExt cx="439200" cy="439100"/>
            </a:xfrm>
          </p:grpSpPr>
          <p:sp>
            <p:nvSpPr>
              <p:cNvPr id="1239" name="Google Shape;1239;g374306a2e05_0_74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g374306a2e05_0_74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1" name="Google Shape;1241;g374306a2e05_0_741"/>
            <p:cNvGrpSpPr/>
            <p:nvPr/>
          </p:nvGrpSpPr>
          <p:grpSpPr>
            <a:xfrm flipH="1">
              <a:off x="277710" y="957465"/>
              <a:ext cx="134044" cy="134013"/>
              <a:chOff x="1101075" y="2142375"/>
              <a:chExt cx="439200" cy="439100"/>
            </a:xfrm>
          </p:grpSpPr>
          <p:sp>
            <p:nvSpPr>
              <p:cNvPr id="1242" name="Google Shape;1242;g374306a2e05_0_74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g374306a2e05_0_74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4" name="Google Shape;1244;g374306a2e05_0_741"/>
            <p:cNvGrpSpPr/>
            <p:nvPr/>
          </p:nvGrpSpPr>
          <p:grpSpPr>
            <a:xfrm flipH="1">
              <a:off x="277710" y="640815"/>
              <a:ext cx="134044" cy="134013"/>
              <a:chOff x="1101075" y="2142375"/>
              <a:chExt cx="439200" cy="439100"/>
            </a:xfrm>
          </p:grpSpPr>
          <p:sp>
            <p:nvSpPr>
              <p:cNvPr id="1245" name="Google Shape;1245;g374306a2e05_0_74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g374306a2e05_0_74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47" name="Google Shape;1247;g374306a2e05_0_741"/>
          <p:cNvSpPr/>
          <p:nvPr/>
        </p:nvSpPr>
        <p:spPr>
          <a:xfrm rot="10800000">
            <a:off x="10148845" y="4183763"/>
            <a:ext cx="1309055" cy="3077102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g374306a2e05_0_741"/>
          <p:cNvSpPr/>
          <p:nvPr/>
        </p:nvSpPr>
        <p:spPr>
          <a:xfrm rot="10800000">
            <a:off x="10361307" y="4184583"/>
            <a:ext cx="1309055" cy="3077102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9" name="Google Shape;1249;g374306a2e05_0_741"/>
          <p:cNvGrpSpPr/>
          <p:nvPr/>
        </p:nvGrpSpPr>
        <p:grpSpPr>
          <a:xfrm>
            <a:off x="9808767" y="5221631"/>
            <a:ext cx="776047" cy="776547"/>
            <a:chOff x="959750" y="3039275"/>
            <a:chExt cx="582050" cy="582425"/>
          </a:xfrm>
        </p:grpSpPr>
        <p:sp>
          <p:nvSpPr>
            <p:cNvPr id="1250" name="Google Shape;1250;g374306a2e05_0_741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g374306a2e05_0_741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g374306a2e05_0_741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374306a2e05_0_741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g374306a2e05_0_741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g374306a2e05_0_741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g374306a2e05_0_741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078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g374306a2e05_0_741"/>
          <p:cNvSpPr/>
          <p:nvPr/>
        </p:nvSpPr>
        <p:spPr>
          <a:xfrm>
            <a:off x="11342634" y="4052934"/>
            <a:ext cx="641221" cy="63446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5490"/>
                </a:srgbClr>
              </a:gs>
              <a:gs pos="78000">
                <a:srgbClr val="F5F8FF">
                  <a:alpha val="45490"/>
                </a:srgbClr>
              </a:gs>
              <a:gs pos="100000">
                <a:srgbClr val="F5F8FF">
                  <a:alpha val="4549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8" name="Google Shape;1258;g374306a2e05_0_741"/>
          <p:cNvGrpSpPr/>
          <p:nvPr/>
        </p:nvGrpSpPr>
        <p:grpSpPr>
          <a:xfrm>
            <a:off x="11218409" y="4918828"/>
            <a:ext cx="933214" cy="2201310"/>
            <a:chOff x="8337812" y="3492483"/>
            <a:chExt cx="699928" cy="1651024"/>
          </a:xfrm>
        </p:grpSpPr>
        <p:sp>
          <p:nvSpPr>
            <p:cNvPr id="1259" name="Google Shape;1259;g374306a2e05_0_741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g374306a2e05_0_741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374306a2e05_0_741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g374306a2e05_0_741"/>
          <p:cNvGrpSpPr/>
          <p:nvPr/>
        </p:nvGrpSpPr>
        <p:grpSpPr>
          <a:xfrm>
            <a:off x="10694972" y="5998160"/>
            <a:ext cx="1206191" cy="968137"/>
            <a:chOff x="7945225" y="4302000"/>
            <a:chExt cx="904666" cy="726121"/>
          </a:xfrm>
        </p:grpSpPr>
        <p:sp>
          <p:nvSpPr>
            <p:cNvPr id="1263" name="Google Shape;1263;g374306a2e05_0_741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g374306a2e05_0_741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g374306a2e05_0_741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6" name="Google Shape;1266;g374306a2e05_0_741"/>
          <p:cNvGrpSpPr/>
          <p:nvPr/>
        </p:nvGrpSpPr>
        <p:grpSpPr>
          <a:xfrm>
            <a:off x="-413170" y="4823089"/>
            <a:ext cx="1931717" cy="2984996"/>
            <a:chOff x="-309885" y="3617408"/>
            <a:chExt cx="1448824" cy="2238803"/>
          </a:xfrm>
        </p:grpSpPr>
        <p:grpSp>
          <p:nvGrpSpPr>
            <p:cNvPr id="1267" name="Google Shape;1267;g374306a2e05_0_741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268" name="Google Shape;1268;g374306a2e05_0_74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g374306a2e05_0_74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0" name="Google Shape;1270;g374306a2e05_0_741"/>
            <p:cNvGrpSpPr/>
            <p:nvPr/>
          </p:nvGrpSpPr>
          <p:grpSpPr>
            <a:xfrm>
              <a:off x="363249" y="4906873"/>
              <a:ext cx="699940" cy="478601"/>
              <a:chOff x="39723" y="4349022"/>
              <a:chExt cx="1061964" cy="726143"/>
            </a:xfrm>
          </p:grpSpPr>
          <p:grpSp>
            <p:nvGrpSpPr>
              <p:cNvPr id="1271" name="Google Shape;1271;g374306a2e05_0_741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72" name="Google Shape;1272;g374306a2e05_0_7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73" name="Google Shape;1273;g374306a2e05_0_74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74" name="Google Shape;1274;g374306a2e05_0_7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5" name="Google Shape;1275;g374306a2e05_0_7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6" name="Google Shape;1276;g374306a2e05_0_7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7" name="Google Shape;1277;g374306a2e05_0_7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8" name="Google Shape;1278;g374306a2e05_0_7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79" name="Google Shape;1279;g374306a2e05_0_7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0" name="Google Shape;1280;g374306a2e05_0_741"/>
            <p:cNvGrpSpPr/>
            <p:nvPr/>
          </p:nvGrpSpPr>
          <p:grpSpPr>
            <a:xfrm rot="-5400000">
              <a:off x="-461872" y="3769396"/>
              <a:ext cx="1351491" cy="1047516"/>
              <a:chOff x="-2460210" y="2758494"/>
              <a:chExt cx="1351491" cy="1047516"/>
            </a:xfrm>
          </p:grpSpPr>
          <p:sp>
            <p:nvSpPr>
              <p:cNvPr id="1281" name="Google Shape;1281;g374306a2e05_0_74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49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g374306a2e05_0_74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49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g374306a2e05_0_74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49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g374306a2e05_0_74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549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5" name="Google Shape;1285;g374306a2e05_0_741"/>
            <p:cNvGrpSpPr/>
            <p:nvPr/>
          </p:nvGrpSpPr>
          <p:grpSpPr>
            <a:xfrm>
              <a:off x="438999" y="4567398"/>
              <a:ext cx="699940" cy="478601"/>
              <a:chOff x="39723" y="4349022"/>
              <a:chExt cx="1061964" cy="726143"/>
            </a:xfrm>
          </p:grpSpPr>
          <p:grpSp>
            <p:nvGrpSpPr>
              <p:cNvPr id="1286" name="Google Shape;1286;g374306a2e05_0_741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7" name="Google Shape;1287;g374306a2e05_0_7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88" name="Google Shape;1288;g374306a2e05_0_74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89" name="Google Shape;1289;g374306a2e05_0_7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0" name="Google Shape;1290;g374306a2e05_0_7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1" name="Google Shape;1291;g374306a2e05_0_7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2" name="Google Shape;1292;g374306a2e05_0_7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3" name="Google Shape;1293;g374306a2e05_0_7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94" name="Google Shape;1294;g374306a2e05_0_7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5" name="Google Shape;1295;g374306a2e05_0_741"/>
            <p:cNvGrpSpPr/>
            <p:nvPr/>
          </p:nvGrpSpPr>
          <p:grpSpPr>
            <a:xfrm>
              <a:off x="-65076" y="4623886"/>
              <a:ext cx="699940" cy="478601"/>
              <a:chOff x="39723" y="4349022"/>
              <a:chExt cx="1061964" cy="726143"/>
            </a:xfrm>
          </p:grpSpPr>
          <p:grpSp>
            <p:nvGrpSpPr>
              <p:cNvPr id="1296" name="Google Shape;1296;g374306a2e05_0_741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97" name="Google Shape;1297;g374306a2e05_0_7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98" name="Google Shape;1298;g374306a2e05_0_74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99" name="Google Shape;1299;g374306a2e05_0_7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0" name="Google Shape;1300;g374306a2e05_0_7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1" name="Google Shape;1301;g374306a2e05_0_7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2" name="Google Shape;1302;g374306a2e05_0_7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3" name="Google Shape;1303;g374306a2e05_0_7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04" name="Google Shape;1304;g374306a2e05_0_7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05" name="Google Shape;1305;g374306a2e05_0_741"/>
          <p:cNvPicPr preferRelativeResize="0"/>
          <p:nvPr/>
        </p:nvPicPr>
        <p:blipFill rotWithShape="1">
          <a:blip r:embed="rId3">
            <a:alphaModFix/>
          </a:blip>
          <a:srcRect b="17658" l="0" r="0" t="17658"/>
          <a:stretch/>
        </p:blipFill>
        <p:spPr>
          <a:xfrm rot="-7778255">
            <a:off x="-3534445" y="-1919229"/>
            <a:ext cx="7140905" cy="545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74306a2e05_0_824"/>
          <p:cNvSpPr/>
          <p:nvPr>
            <p:ph idx="2" type="pic"/>
          </p:nvPr>
        </p:nvSpPr>
        <p:spPr>
          <a:xfrm>
            <a:off x="5841479" y="953468"/>
            <a:ext cx="4868100" cy="49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308" name="Google Shape;1308;g374306a2e05_0_8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9" name="Google Shape;1309;g374306a2e05_0_824"/>
          <p:cNvGrpSpPr/>
          <p:nvPr/>
        </p:nvGrpSpPr>
        <p:grpSpPr>
          <a:xfrm>
            <a:off x="-680824" y="-2290579"/>
            <a:ext cx="5862777" cy="5562070"/>
            <a:chOff x="-494405" y="-1584825"/>
            <a:chExt cx="4397193" cy="4171657"/>
          </a:xfrm>
        </p:grpSpPr>
        <p:grpSp>
          <p:nvGrpSpPr>
            <p:cNvPr id="1310" name="Google Shape;1310;g374306a2e05_0_82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311" name="Google Shape;1311;g374306a2e05_0_82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g374306a2e05_0_82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3" name="Google Shape;1313;g374306a2e05_0_82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314" name="Google Shape;1314;g374306a2e05_0_82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490"/>
                    </a:srgbClr>
                  </a:gs>
                  <a:gs pos="100000">
                    <a:srgbClr val="FFFFFF">
                      <a:alpha val="4549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g374306a2e05_0_82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490"/>
                    </a:srgbClr>
                  </a:gs>
                  <a:gs pos="78000">
                    <a:srgbClr val="F5F8FF">
                      <a:alpha val="45490"/>
                    </a:srgbClr>
                  </a:gs>
                  <a:gs pos="100000">
                    <a:srgbClr val="F5F8FF">
                      <a:alpha val="4549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6" name="Google Shape;1316;g374306a2e05_0_824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4" cy="726143"/>
            </a:xfrm>
          </p:grpSpPr>
          <p:grpSp>
            <p:nvGrpSpPr>
              <p:cNvPr id="1317" name="Google Shape;1317;g374306a2e05_0_82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8" name="Google Shape;1318;g374306a2e05_0_82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19" name="Google Shape;1319;g374306a2e05_0_82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20" name="Google Shape;1320;g374306a2e05_0_82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1" name="Google Shape;1321;g374306a2e05_0_82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2" name="Google Shape;1322;g374306a2e05_0_82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3" name="Google Shape;1323;g374306a2e05_0_82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4" name="Google Shape;1324;g374306a2e05_0_82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25" name="Google Shape;1325;g374306a2e05_0_82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6" name="Google Shape;1326;g374306a2e05_0_82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1327" name="Google Shape;1327;g374306a2e05_0_82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8" name="Google Shape;1328;g374306a2e05_0_82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29" name="Google Shape;1329;g374306a2e05_0_82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30" name="Google Shape;1330;g374306a2e05_0_82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1" name="Google Shape;1331;g374306a2e05_0_82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2" name="Google Shape;1332;g374306a2e05_0_82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3" name="Google Shape;1333;g374306a2e05_0_82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4" name="Google Shape;1334;g374306a2e05_0_82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35" name="Google Shape;1335;g374306a2e05_0_82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6" name="Google Shape;1336;g374306a2e05_0_824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4" cy="726143"/>
            </a:xfrm>
          </p:grpSpPr>
          <p:grpSp>
            <p:nvGrpSpPr>
              <p:cNvPr id="1337" name="Google Shape;1337;g374306a2e05_0_82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8" name="Google Shape;1338;g374306a2e05_0_82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39" name="Google Shape;1339;g374306a2e05_0_82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40" name="Google Shape;1340;g374306a2e05_0_82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1" name="Google Shape;1341;g374306a2e05_0_82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2" name="Google Shape;1342;g374306a2e05_0_82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3" name="Google Shape;1343;g374306a2e05_0_82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4" name="Google Shape;1344;g374306a2e05_0_82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45" name="Google Shape;1345;g374306a2e05_0_82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6" name="Google Shape;1346;g374306a2e05_0_82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47" name="Google Shape;1347;g374306a2e05_0_82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g374306a2e05_0_82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g374306a2e05_0_82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74306a2e05_0_868"/>
          <p:cNvSpPr/>
          <p:nvPr>
            <p:ph idx="2" type="pic"/>
          </p:nvPr>
        </p:nvSpPr>
        <p:spPr>
          <a:xfrm>
            <a:off x="4310745" y="2238827"/>
            <a:ext cx="4920300" cy="3298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352" name="Google Shape;1352;g374306a2e05_0_8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3" name="Google Shape;1353;g374306a2e05_0_868"/>
          <p:cNvGrpSpPr/>
          <p:nvPr/>
        </p:nvGrpSpPr>
        <p:grpSpPr>
          <a:xfrm>
            <a:off x="-1607532" y="-3645957"/>
            <a:ext cx="10823147" cy="7799351"/>
            <a:chOff x="-1180413" y="-2565680"/>
            <a:chExt cx="8117563" cy="5849659"/>
          </a:xfrm>
        </p:grpSpPr>
        <p:sp>
          <p:nvSpPr>
            <p:cNvPr id="1354" name="Google Shape;1354;g374306a2e05_0_868"/>
            <p:cNvSpPr/>
            <p:nvPr/>
          </p:nvSpPr>
          <p:spPr>
            <a:xfrm rot="10221697">
              <a:off x="-981120" y="-548984"/>
              <a:ext cx="3045470" cy="263738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374306a2e05_0_868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374306a2e05_0_868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374306a2e05_0_868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374306a2e05_0_868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g374306a2e05_0_868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0" name="Google Shape;1360;g374306a2e05_0_868"/>
            <p:cNvGrpSpPr/>
            <p:nvPr/>
          </p:nvGrpSpPr>
          <p:grpSpPr>
            <a:xfrm flipH="1">
              <a:off x="4446910" y="391153"/>
              <a:ext cx="134044" cy="134013"/>
              <a:chOff x="1101075" y="2142375"/>
              <a:chExt cx="439200" cy="439100"/>
            </a:xfrm>
          </p:grpSpPr>
          <p:sp>
            <p:nvSpPr>
              <p:cNvPr id="1361" name="Google Shape;1361;g374306a2e05_0_86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g374306a2e05_0_86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3" name="Google Shape;1363;g374306a2e05_0_868"/>
            <p:cNvGrpSpPr/>
            <p:nvPr/>
          </p:nvGrpSpPr>
          <p:grpSpPr>
            <a:xfrm flipH="1">
              <a:off x="1373610" y="694565"/>
              <a:ext cx="134044" cy="134013"/>
              <a:chOff x="1101075" y="2142375"/>
              <a:chExt cx="439200" cy="439100"/>
            </a:xfrm>
          </p:grpSpPr>
          <p:sp>
            <p:nvSpPr>
              <p:cNvPr id="1364" name="Google Shape;1364;g374306a2e05_0_86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g374306a2e05_0_86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g374306a2e05_0_868"/>
            <p:cNvGrpSpPr/>
            <p:nvPr/>
          </p:nvGrpSpPr>
          <p:grpSpPr>
            <a:xfrm flipH="1">
              <a:off x="1086835" y="957465"/>
              <a:ext cx="134044" cy="134013"/>
              <a:chOff x="1101075" y="2142375"/>
              <a:chExt cx="439200" cy="439100"/>
            </a:xfrm>
          </p:grpSpPr>
          <p:sp>
            <p:nvSpPr>
              <p:cNvPr id="1367" name="Google Shape;1367;g374306a2e05_0_86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g374306a2e05_0_86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9" name="Google Shape;1369;g374306a2e05_0_868"/>
            <p:cNvGrpSpPr/>
            <p:nvPr/>
          </p:nvGrpSpPr>
          <p:grpSpPr>
            <a:xfrm flipH="1">
              <a:off x="277710" y="957465"/>
              <a:ext cx="134044" cy="134013"/>
              <a:chOff x="1101075" y="2142375"/>
              <a:chExt cx="439200" cy="439100"/>
            </a:xfrm>
          </p:grpSpPr>
          <p:sp>
            <p:nvSpPr>
              <p:cNvPr id="1370" name="Google Shape;1370;g374306a2e05_0_86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g374306a2e05_0_86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2" name="Google Shape;1372;g374306a2e05_0_868"/>
            <p:cNvGrpSpPr/>
            <p:nvPr/>
          </p:nvGrpSpPr>
          <p:grpSpPr>
            <a:xfrm flipH="1">
              <a:off x="277710" y="640815"/>
              <a:ext cx="134044" cy="134013"/>
              <a:chOff x="1101075" y="2142375"/>
              <a:chExt cx="439200" cy="439100"/>
            </a:xfrm>
          </p:grpSpPr>
          <p:sp>
            <p:nvSpPr>
              <p:cNvPr id="1373" name="Google Shape;1373;g374306a2e05_0_86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g374306a2e05_0_86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75" name="Google Shape;1375;g374306a2e05_0_868"/>
          <p:cNvPicPr preferRelativeResize="0"/>
          <p:nvPr/>
        </p:nvPicPr>
        <p:blipFill rotWithShape="1">
          <a:blip r:embed="rId3">
            <a:alphaModFix/>
          </a:blip>
          <a:srcRect b="17658" l="0" r="0" t="17658"/>
          <a:stretch/>
        </p:blipFill>
        <p:spPr>
          <a:xfrm rot="-7778255">
            <a:off x="-3534445" y="-1919229"/>
            <a:ext cx="7140905" cy="5450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74306a2e05_0_894"/>
          <p:cNvSpPr/>
          <p:nvPr>
            <p:ph idx="2" type="pic"/>
          </p:nvPr>
        </p:nvSpPr>
        <p:spPr>
          <a:xfrm>
            <a:off x="610699" y="0"/>
            <a:ext cx="3680400" cy="39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378" name="Google Shape;1378;g374306a2e05_0_8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9" name="Google Shape;1379;g374306a2e05_0_894"/>
          <p:cNvGrpSpPr/>
          <p:nvPr/>
        </p:nvGrpSpPr>
        <p:grpSpPr>
          <a:xfrm>
            <a:off x="-693518" y="-764200"/>
            <a:ext cx="2003005" cy="3742362"/>
            <a:chOff x="-367748" y="-573164"/>
            <a:chExt cx="1502291" cy="2806842"/>
          </a:xfrm>
        </p:grpSpPr>
        <p:grpSp>
          <p:nvGrpSpPr>
            <p:cNvPr id="1380" name="Google Shape;1380;g374306a2e05_0_89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381" name="Google Shape;1381;g374306a2e05_0_89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4705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g374306a2e05_0_89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g374306a2e05_0_89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4" name="Google Shape;1384;g374306a2e05_0_89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g374306a2e05_0_89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0784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6" name="Google Shape;1386;g374306a2e05_0_89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387" name="Google Shape;1387;g374306a2e05_0_89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68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g374306a2e05_0_89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68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g374306a2e05_0_89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568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74306a2e05_0_908"/>
          <p:cNvSpPr/>
          <p:nvPr>
            <p:ph idx="2" type="pic"/>
          </p:nvPr>
        </p:nvSpPr>
        <p:spPr>
          <a:xfrm>
            <a:off x="727217" y="622898"/>
            <a:ext cx="8333400" cy="28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392" name="Google Shape;1392;g374306a2e05_0_9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g374306a2e05_0_9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5" name="Google Shape;1395;g374306a2e05_0_911"/>
          <p:cNvGrpSpPr/>
          <p:nvPr/>
        </p:nvGrpSpPr>
        <p:grpSpPr>
          <a:xfrm>
            <a:off x="-680824" y="-2290579"/>
            <a:ext cx="5862777" cy="5562070"/>
            <a:chOff x="-494405" y="-1584825"/>
            <a:chExt cx="4397193" cy="4171657"/>
          </a:xfrm>
        </p:grpSpPr>
        <p:grpSp>
          <p:nvGrpSpPr>
            <p:cNvPr id="1396" name="Google Shape;1396;g374306a2e05_0_911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397" name="Google Shape;1397;g374306a2e05_0_911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g374306a2e05_0_911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9" name="Google Shape;1399;g374306a2e05_0_911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400" name="Google Shape;1400;g374306a2e05_0_911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490"/>
                    </a:srgbClr>
                  </a:gs>
                  <a:gs pos="100000">
                    <a:srgbClr val="FFFFFF">
                      <a:alpha val="4549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g374306a2e05_0_911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490"/>
                    </a:srgbClr>
                  </a:gs>
                  <a:gs pos="78000">
                    <a:srgbClr val="F5F8FF">
                      <a:alpha val="45490"/>
                    </a:srgbClr>
                  </a:gs>
                  <a:gs pos="100000">
                    <a:srgbClr val="F5F8FF">
                      <a:alpha val="4549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2" name="Google Shape;1402;g374306a2e05_0_911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4" cy="726143"/>
            </a:xfrm>
          </p:grpSpPr>
          <p:grpSp>
            <p:nvGrpSpPr>
              <p:cNvPr id="1403" name="Google Shape;1403;g374306a2e05_0_911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404" name="Google Shape;1404;g374306a2e05_0_9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05" name="Google Shape;1405;g374306a2e05_0_9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06" name="Google Shape;1406;g374306a2e05_0_9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7" name="Google Shape;1407;g374306a2e05_0_9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8" name="Google Shape;1408;g374306a2e05_0_9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9" name="Google Shape;1409;g374306a2e05_0_9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0" name="Google Shape;1410;g374306a2e05_0_9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11" name="Google Shape;1411;g374306a2e05_0_9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2" name="Google Shape;1412;g374306a2e05_0_911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1413" name="Google Shape;1413;g374306a2e05_0_911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414" name="Google Shape;1414;g374306a2e05_0_9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15" name="Google Shape;1415;g374306a2e05_0_9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16" name="Google Shape;1416;g374306a2e05_0_9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7" name="Google Shape;1417;g374306a2e05_0_9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8" name="Google Shape;1418;g374306a2e05_0_9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9" name="Google Shape;1419;g374306a2e05_0_9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0" name="Google Shape;1420;g374306a2e05_0_9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21" name="Google Shape;1421;g374306a2e05_0_9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2" name="Google Shape;1422;g374306a2e05_0_911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4" cy="726143"/>
            </a:xfrm>
          </p:grpSpPr>
          <p:grpSp>
            <p:nvGrpSpPr>
              <p:cNvPr id="1423" name="Google Shape;1423;g374306a2e05_0_911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424" name="Google Shape;1424;g374306a2e05_0_9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25" name="Google Shape;1425;g374306a2e05_0_9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26" name="Google Shape;1426;g374306a2e05_0_9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7" name="Google Shape;1427;g374306a2e05_0_9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8" name="Google Shape;1428;g374306a2e05_0_9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9" name="Google Shape;1429;g374306a2e05_0_9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0" name="Google Shape;1430;g374306a2e05_0_9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31" name="Google Shape;1431;g374306a2e05_0_9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2" name="Google Shape;1432;g374306a2e05_0_911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433" name="Google Shape;1433;g374306a2e05_0_911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g374306a2e05_0_911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g374306a2e05_0_911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74306a2e05_0_954"/>
          <p:cNvSpPr/>
          <p:nvPr>
            <p:ph idx="2" type="pic"/>
          </p:nvPr>
        </p:nvSpPr>
        <p:spPr>
          <a:xfrm>
            <a:off x="0" y="3061252"/>
            <a:ext cx="2969700" cy="379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38" name="Google Shape;1438;g374306a2e05_0_954"/>
          <p:cNvSpPr/>
          <p:nvPr>
            <p:ph idx="3" type="pic"/>
          </p:nvPr>
        </p:nvSpPr>
        <p:spPr>
          <a:xfrm>
            <a:off x="6870763" y="-3517"/>
            <a:ext cx="3838800" cy="316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439" name="Google Shape;1439;g374306a2e05_0_9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74306a2e05_0_958"/>
          <p:cNvSpPr/>
          <p:nvPr>
            <p:ph idx="2" type="pic"/>
          </p:nvPr>
        </p:nvSpPr>
        <p:spPr>
          <a:xfrm>
            <a:off x="6524779" y="742950"/>
            <a:ext cx="3488700" cy="4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442" name="Google Shape;1442;g374306a2e05_0_9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3" name="Google Shape;1443;g374306a2e05_0_958"/>
          <p:cNvGrpSpPr/>
          <p:nvPr/>
        </p:nvGrpSpPr>
        <p:grpSpPr>
          <a:xfrm>
            <a:off x="-680824" y="-2290579"/>
            <a:ext cx="5862777" cy="5562070"/>
            <a:chOff x="-494405" y="-1584825"/>
            <a:chExt cx="4397193" cy="4171657"/>
          </a:xfrm>
        </p:grpSpPr>
        <p:grpSp>
          <p:nvGrpSpPr>
            <p:cNvPr id="1444" name="Google Shape;1444;g374306a2e05_0_95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445" name="Google Shape;1445;g374306a2e05_0_95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g374306a2e05_0_95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7" name="Google Shape;1447;g374306a2e05_0_95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448" name="Google Shape;1448;g374306a2e05_0_95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490"/>
                    </a:srgbClr>
                  </a:gs>
                  <a:gs pos="100000">
                    <a:srgbClr val="FFFFFF">
                      <a:alpha val="4549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g374306a2e05_0_95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490"/>
                    </a:srgbClr>
                  </a:gs>
                  <a:gs pos="78000">
                    <a:srgbClr val="F5F8FF">
                      <a:alpha val="45490"/>
                    </a:srgbClr>
                  </a:gs>
                  <a:gs pos="100000">
                    <a:srgbClr val="F5F8FF">
                      <a:alpha val="4549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0" name="Google Shape;1450;g374306a2e05_0_958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4" cy="726143"/>
            </a:xfrm>
          </p:grpSpPr>
          <p:grpSp>
            <p:nvGrpSpPr>
              <p:cNvPr id="1451" name="Google Shape;1451;g374306a2e05_0_95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452" name="Google Shape;1452;g374306a2e05_0_95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53" name="Google Shape;1453;g374306a2e05_0_95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54" name="Google Shape;1454;g374306a2e05_0_95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5" name="Google Shape;1455;g374306a2e05_0_95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6" name="Google Shape;1456;g374306a2e05_0_95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7" name="Google Shape;1457;g374306a2e05_0_95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8" name="Google Shape;1458;g374306a2e05_0_95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59" name="Google Shape;1459;g374306a2e05_0_95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0" name="Google Shape;1460;g374306a2e05_0_958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1461" name="Google Shape;1461;g374306a2e05_0_95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462" name="Google Shape;1462;g374306a2e05_0_95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63" name="Google Shape;1463;g374306a2e05_0_95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64" name="Google Shape;1464;g374306a2e05_0_95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5" name="Google Shape;1465;g374306a2e05_0_95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6" name="Google Shape;1466;g374306a2e05_0_95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7" name="Google Shape;1467;g374306a2e05_0_95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8" name="Google Shape;1468;g374306a2e05_0_95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69" name="Google Shape;1469;g374306a2e05_0_95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0" name="Google Shape;1470;g374306a2e05_0_958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4" cy="726143"/>
            </a:xfrm>
          </p:grpSpPr>
          <p:grpSp>
            <p:nvGrpSpPr>
              <p:cNvPr id="1471" name="Google Shape;1471;g374306a2e05_0_95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472" name="Google Shape;1472;g374306a2e05_0_95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73" name="Google Shape;1473;g374306a2e05_0_95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74" name="Google Shape;1474;g374306a2e05_0_95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5" name="Google Shape;1475;g374306a2e05_0_95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6" name="Google Shape;1476;g374306a2e05_0_95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7" name="Google Shape;1477;g374306a2e05_0_95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8" name="Google Shape;1478;g374306a2e05_0_95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79" name="Google Shape;1479;g374306a2e05_0_95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0" name="Google Shape;1480;g374306a2e05_0_95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481" name="Google Shape;1481;g374306a2e05_0_95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g374306a2e05_0_95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g374306a2e05_0_95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74306a2e05_0_1002"/>
          <p:cNvSpPr/>
          <p:nvPr>
            <p:ph idx="2" type="pic"/>
          </p:nvPr>
        </p:nvSpPr>
        <p:spPr>
          <a:xfrm>
            <a:off x="-1" y="622897"/>
            <a:ext cx="9337800" cy="21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486" name="Google Shape;1486;g374306a2e05_0_10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374306a2e05_0_1005"/>
          <p:cNvSpPr/>
          <p:nvPr>
            <p:ph idx="2" type="pic"/>
          </p:nvPr>
        </p:nvSpPr>
        <p:spPr>
          <a:xfrm>
            <a:off x="1481266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89" name="Google Shape;1489;g374306a2e05_0_1005"/>
          <p:cNvSpPr/>
          <p:nvPr>
            <p:ph idx="3" type="pic"/>
          </p:nvPr>
        </p:nvSpPr>
        <p:spPr>
          <a:xfrm>
            <a:off x="4169396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0" name="Google Shape;1490;g374306a2e05_0_1005"/>
          <p:cNvSpPr/>
          <p:nvPr>
            <p:ph idx="4" type="pic"/>
          </p:nvPr>
        </p:nvSpPr>
        <p:spPr>
          <a:xfrm>
            <a:off x="6857527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491" name="Google Shape;1491;g374306a2e05_0_10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374306a2e05_0_1010"/>
          <p:cNvSpPr/>
          <p:nvPr>
            <p:ph idx="2" type="pic"/>
          </p:nvPr>
        </p:nvSpPr>
        <p:spPr>
          <a:xfrm>
            <a:off x="5653560" y="672033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4" name="Google Shape;1494;g374306a2e05_0_1010"/>
          <p:cNvSpPr/>
          <p:nvPr>
            <p:ph idx="3" type="pic"/>
          </p:nvPr>
        </p:nvSpPr>
        <p:spPr>
          <a:xfrm>
            <a:off x="5653560" y="2583602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5" name="Google Shape;1495;g374306a2e05_0_1010"/>
          <p:cNvSpPr/>
          <p:nvPr>
            <p:ph idx="4" type="pic"/>
          </p:nvPr>
        </p:nvSpPr>
        <p:spPr>
          <a:xfrm>
            <a:off x="5653560" y="4495171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496" name="Google Shape;1496;g374306a2e05_0_10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74306a2e05_0_1015"/>
          <p:cNvSpPr/>
          <p:nvPr>
            <p:ph idx="2" type="pic"/>
          </p:nvPr>
        </p:nvSpPr>
        <p:spPr>
          <a:xfrm>
            <a:off x="8231618" y="728382"/>
            <a:ext cx="2099700" cy="20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9" name="Google Shape;1499;g374306a2e05_0_1015"/>
          <p:cNvSpPr/>
          <p:nvPr>
            <p:ph idx="3" type="pic"/>
          </p:nvPr>
        </p:nvSpPr>
        <p:spPr>
          <a:xfrm>
            <a:off x="5935846" y="728382"/>
            <a:ext cx="2099700" cy="20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00" name="Google Shape;1500;g374306a2e05_0_1015"/>
          <p:cNvSpPr/>
          <p:nvPr>
            <p:ph idx="4" type="pic"/>
          </p:nvPr>
        </p:nvSpPr>
        <p:spPr>
          <a:xfrm>
            <a:off x="-1" y="3366773"/>
            <a:ext cx="4525500" cy="2435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01" name="Google Shape;1501;g374306a2e05_0_10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374306a2e05_0_1020"/>
          <p:cNvSpPr/>
          <p:nvPr>
            <p:ph idx="2" type="pic"/>
          </p:nvPr>
        </p:nvSpPr>
        <p:spPr>
          <a:xfrm>
            <a:off x="889964" y="1372128"/>
            <a:ext cx="2137800" cy="411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04" name="Google Shape;1504;g374306a2e05_0_1020"/>
          <p:cNvSpPr/>
          <p:nvPr>
            <p:ph idx="3" type="pic"/>
          </p:nvPr>
        </p:nvSpPr>
        <p:spPr>
          <a:xfrm>
            <a:off x="3210142" y="1372128"/>
            <a:ext cx="2137800" cy="411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05" name="Google Shape;1505;g374306a2e05_0_10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74306a2e05_0_1024"/>
          <p:cNvSpPr/>
          <p:nvPr>
            <p:ph idx="2" type="pic"/>
          </p:nvPr>
        </p:nvSpPr>
        <p:spPr>
          <a:xfrm>
            <a:off x="6896192" y="1655804"/>
            <a:ext cx="2800500" cy="52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08" name="Google Shape;1508;g374306a2e05_0_10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74306a2e05_0_1027"/>
          <p:cNvSpPr/>
          <p:nvPr>
            <p:ph idx="2" type="pic"/>
          </p:nvPr>
        </p:nvSpPr>
        <p:spPr>
          <a:xfrm>
            <a:off x="1179006" y="1014481"/>
            <a:ext cx="2768400" cy="4122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11" name="Google Shape;1511;g374306a2e05_0_10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74306a2e05_0_1030"/>
          <p:cNvSpPr/>
          <p:nvPr>
            <p:ph idx="2" type="pic"/>
          </p:nvPr>
        </p:nvSpPr>
        <p:spPr>
          <a:xfrm>
            <a:off x="4930282" y="1031838"/>
            <a:ext cx="5779200" cy="29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14" name="Google Shape;1514;g374306a2e05_0_10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74306a2e05_0_1033"/>
          <p:cNvSpPr/>
          <p:nvPr>
            <p:ph idx="2" type="pic"/>
          </p:nvPr>
        </p:nvSpPr>
        <p:spPr>
          <a:xfrm>
            <a:off x="3220234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7" name="Google Shape;1517;g374306a2e05_0_1033"/>
          <p:cNvSpPr/>
          <p:nvPr>
            <p:ph idx="3" type="pic"/>
          </p:nvPr>
        </p:nvSpPr>
        <p:spPr>
          <a:xfrm>
            <a:off x="5712651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8" name="Google Shape;1518;g374306a2e05_0_1033"/>
          <p:cNvSpPr/>
          <p:nvPr>
            <p:ph idx="4" type="pic"/>
          </p:nvPr>
        </p:nvSpPr>
        <p:spPr>
          <a:xfrm>
            <a:off x="8205068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19" name="Google Shape;1519;g374306a2e05_0_10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0" name="Google Shape;1520;g374306a2e05_0_1033"/>
          <p:cNvGrpSpPr/>
          <p:nvPr/>
        </p:nvGrpSpPr>
        <p:grpSpPr>
          <a:xfrm>
            <a:off x="-680824" y="-2290579"/>
            <a:ext cx="5862777" cy="5562070"/>
            <a:chOff x="-494405" y="-1584825"/>
            <a:chExt cx="4397193" cy="4171657"/>
          </a:xfrm>
        </p:grpSpPr>
        <p:grpSp>
          <p:nvGrpSpPr>
            <p:cNvPr id="1521" name="Google Shape;1521;g374306a2e05_0_103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522" name="Google Shape;1522;g374306a2e05_0_103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g374306a2e05_0_103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4" name="Google Shape;1524;g374306a2e05_0_103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525" name="Google Shape;1525;g374306a2e05_0_103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5490"/>
                    </a:srgbClr>
                  </a:gs>
                  <a:gs pos="100000">
                    <a:srgbClr val="FFFFFF">
                      <a:alpha val="4549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g374306a2e05_0_103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5490"/>
                    </a:srgbClr>
                  </a:gs>
                  <a:gs pos="78000">
                    <a:srgbClr val="F5F8FF">
                      <a:alpha val="45490"/>
                    </a:srgbClr>
                  </a:gs>
                  <a:gs pos="100000">
                    <a:srgbClr val="F5F8FF">
                      <a:alpha val="4549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g374306a2e05_0_1033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4" cy="726143"/>
            </a:xfrm>
          </p:grpSpPr>
          <p:grpSp>
            <p:nvGrpSpPr>
              <p:cNvPr id="1528" name="Google Shape;1528;g374306a2e05_0_1033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29" name="Google Shape;1529;g374306a2e05_0_10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30" name="Google Shape;1530;g374306a2e05_0_10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531" name="Google Shape;1531;g374306a2e05_0_10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2" name="Google Shape;1532;g374306a2e05_0_10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3" name="Google Shape;1533;g374306a2e05_0_10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4" name="Google Shape;1534;g374306a2e05_0_10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5" name="Google Shape;1535;g374306a2e05_0_10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36" name="Google Shape;1536;g374306a2e05_0_10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7" name="Google Shape;1537;g374306a2e05_0_1033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1538" name="Google Shape;1538;g374306a2e05_0_1033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39" name="Google Shape;1539;g374306a2e05_0_10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40" name="Google Shape;1540;g374306a2e05_0_10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541" name="Google Shape;1541;g374306a2e05_0_10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2" name="Google Shape;1542;g374306a2e05_0_10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3" name="Google Shape;1543;g374306a2e05_0_10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4" name="Google Shape;1544;g374306a2e05_0_10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5" name="Google Shape;1545;g374306a2e05_0_10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46" name="Google Shape;1546;g374306a2e05_0_10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g374306a2e05_0_1033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4" cy="726143"/>
            </a:xfrm>
          </p:grpSpPr>
          <p:grpSp>
            <p:nvGrpSpPr>
              <p:cNvPr id="1548" name="Google Shape;1548;g374306a2e05_0_1033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49" name="Google Shape;1549;g374306a2e05_0_10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50" name="Google Shape;1550;g374306a2e05_0_10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551" name="Google Shape;1551;g374306a2e05_0_10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2" name="Google Shape;1552;g374306a2e05_0_10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3" name="Google Shape;1553;g374306a2e05_0_10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4" name="Google Shape;1554;g374306a2e05_0_10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5" name="Google Shape;1555;g374306a2e05_0_10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5490"/>
                        </a:srgbClr>
                      </a:gs>
                      <a:gs pos="100000">
                        <a:srgbClr val="FFFFFF">
                          <a:alpha val="4549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56" name="Google Shape;1556;g374306a2e05_0_10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7" name="Google Shape;1557;g374306a2e05_0_103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558" name="Google Shape;1558;g374306a2e05_0_103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g374306a2e05_0_103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g374306a2e05_0_103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74306a2e05_0_1079"/>
          <p:cNvSpPr/>
          <p:nvPr>
            <p:ph idx="2" type="pic"/>
          </p:nvPr>
        </p:nvSpPr>
        <p:spPr>
          <a:xfrm>
            <a:off x="1" y="833261"/>
            <a:ext cx="4270500" cy="25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63" name="Google Shape;1563;g374306a2e05_0_1079"/>
          <p:cNvSpPr/>
          <p:nvPr>
            <p:ph idx="3" type="pic"/>
          </p:nvPr>
        </p:nvSpPr>
        <p:spPr>
          <a:xfrm>
            <a:off x="1" y="3520340"/>
            <a:ext cx="4270500" cy="25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64" name="Google Shape;1564;g374306a2e05_0_10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74306a2e05_0_1083"/>
          <p:cNvSpPr/>
          <p:nvPr>
            <p:ph idx="2" type="pic"/>
          </p:nvPr>
        </p:nvSpPr>
        <p:spPr>
          <a:xfrm>
            <a:off x="7405685" y="757036"/>
            <a:ext cx="3303900" cy="223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67" name="Google Shape;1567;g374306a2e05_0_1083"/>
          <p:cNvSpPr/>
          <p:nvPr>
            <p:ph idx="3" type="pic"/>
          </p:nvPr>
        </p:nvSpPr>
        <p:spPr>
          <a:xfrm>
            <a:off x="4975112" y="757036"/>
            <a:ext cx="2235300" cy="223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68" name="Google Shape;1568;g374306a2e05_0_1083"/>
          <p:cNvSpPr/>
          <p:nvPr>
            <p:ph idx="4" type="pic"/>
          </p:nvPr>
        </p:nvSpPr>
        <p:spPr>
          <a:xfrm>
            <a:off x="1372980" y="3265714"/>
            <a:ext cx="2430300" cy="359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69" name="Google Shape;1569;g374306a2e05_0_10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74306a2e05_0_1088"/>
          <p:cNvSpPr/>
          <p:nvPr>
            <p:ph idx="2" type="pic"/>
          </p:nvPr>
        </p:nvSpPr>
        <p:spPr>
          <a:xfrm>
            <a:off x="945565" y="4375786"/>
            <a:ext cx="1642500" cy="164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2" name="Google Shape;1572;g374306a2e05_0_1088"/>
          <p:cNvSpPr/>
          <p:nvPr>
            <p:ph idx="3" type="pic"/>
          </p:nvPr>
        </p:nvSpPr>
        <p:spPr>
          <a:xfrm>
            <a:off x="6786169" y="839634"/>
            <a:ext cx="2952900" cy="51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73" name="Google Shape;1573;g374306a2e05_0_10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74306a2e05_0_1092"/>
          <p:cNvSpPr/>
          <p:nvPr>
            <p:ph idx="2" type="pic"/>
          </p:nvPr>
        </p:nvSpPr>
        <p:spPr>
          <a:xfrm>
            <a:off x="6231818" y="3918532"/>
            <a:ext cx="4477800" cy="20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6" name="Google Shape;1576;g374306a2e05_0_1092"/>
          <p:cNvSpPr/>
          <p:nvPr>
            <p:ph idx="3" type="pic"/>
          </p:nvPr>
        </p:nvSpPr>
        <p:spPr>
          <a:xfrm>
            <a:off x="1" y="512772"/>
            <a:ext cx="5393100" cy="269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77" name="Google Shape;1577;g374306a2e05_0_10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74306a2e05_0_1096"/>
          <p:cNvSpPr/>
          <p:nvPr>
            <p:ph idx="2" type="pic"/>
          </p:nvPr>
        </p:nvSpPr>
        <p:spPr>
          <a:xfrm>
            <a:off x="5370288" y="616476"/>
            <a:ext cx="2965500" cy="5625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0" name="Google Shape;1580;g374306a2e05_0_1096"/>
          <p:cNvSpPr/>
          <p:nvPr>
            <p:ph idx="3" type="pic"/>
          </p:nvPr>
        </p:nvSpPr>
        <p:spPr>
          <a:xfrm>
            <a:off x="8505736" y="616474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1" name="Google Shape;1581;g374306a2e05_0_1096"/>
          <p:cNvSpPr/>
          <p:nvPr>
            <p:ph idx="4" type="pic"/>
          </p:nvPr>
        </p:nvSpPr>
        <p:spPr>
          <a:xfrm>
            <a:off x="8505736" y="2539633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2" name="Google Shape;1582;g374306a2e05_0_1096"/>
          <p:cNvSpPr/>
          <p:nvPr>
            <p:ph idx="5" type="pic"/>
          </p:nvPr>
        </p:nvSpPr>
        <p:spPr>
          <a:xfrm>
            <a:off x="8505736" y="4462792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83" name="Google Shape;1583;g374306a2e05_0_10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374306a2e05_0_1102"/>
          <p:cNvSpPr/>
          <p:nvPr>
            <p:ph idx="2" type="pic"/>
          </p:nvPr>
        </p:nvSpPr>
        <p:spPr>
          <a:xfrm>
            <a:off x="1323522" y="1123950"/>
            <a:ext cx="2120100" cy="45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6" name="Google Shape;1586;g374306a2e05_0_1102"/>
          <p:cNvSpPr/>
          <p:nvPr>
            <p:ph idx="3" type="pic"/>
          </p:nvPr>
        </p:nvSpPr>
        <p:spPr>
          <a:xfrm>
            <a:off x="7849986" y="0"/>
            <a:ext cx="2120100" cy="2970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87" name="Google Shape;1587;g374306a2e05_0_1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374306a2e05_0_1106"/>
          <p:cNvSpPr/>
          <p:nvPr>
            <p:ph idx="2" type="pic"/>
          </p:nvPr>
        </p:nvSpPr>
        <p:spPr>
          <a:xfrm>
            <a:off x="1451036" y="3571877"/>
            <a:ext cx="3685800" cy="23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90" name="Google Shape;1590;g374306a2e05_0_1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74306a2e05_0_1109"/>
          <p:cNvSpPr/>
          <p:nvPr>
            <p:ph idx="2" type="pic"/>
          </p:nvPr>
        </p:nvSpPr>
        <p:spPr>
          <a:xfrm>
            <a:off x="0" y="4094373"/>
            <a:ext cx="3536700" cy="2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93" name="Google Shape;1593;g374306a2e05_0_1109"/>
          <p:cNvSpPr/>
          <p:nvPr>
            <p:ph idx="3" type="pic"/>
          </p:nvPr>
        </p:nvSpPr>
        <p:spPr>
          <a:xfrm>
            <a:off x="7199085" y="1"/>
            <a:ext cx="2577900" cy="33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594" name="Google Shape;1594;g374306a2e05_0_1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74306a2e05_0_1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g374306a2e05_0_1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8" name="Google Shape;1598;g374306a2e05_0_111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g374306a2e05_0_111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74306a2e05_0_11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g374306a2e05_0_11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3" name="Google Shape;1603;g374306a2e05_0_111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g374306a2e05_0_111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74306a2e05_0_1123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607" name="Google Shape;1607;g374306a2e05_0_112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g374306a2e05_0_112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g374306a2e05_0_112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90.xml"/><Relationship Id="rId24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26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96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98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100.xml"/><Relationship Id="rId30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82.xml"/><Relationship Id="rId35" Type="http://schemas.openxmlformats.org/officeDocument/2006/relationships/theme" Target="../theme/theme3.xml"/><Relationship Id="rId12" Type="http://schemas.openxmlformats.org/officeDocument/2006/relationships/slideLayout" Target="../slideLayouts/slideLayout81.xml"/><Relationship Id="rId34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b="0" i="0" lang="en-US" sz="1000" u="none" cap="none" strike="noStrike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all rights reserved</a:t>
            </a:r>
            <a:endParaRPr b="0" i="0" sz="1000" u="none" cap="none" strike="noStrike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742b9fc14e_1_579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b="0" i="0" lang="en-US" sz="1000" u="none" cap="none" strike="noStrike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all rights reserved</a:t>
            </a:r>
            <a:endParaRPr b="0" i="0" sz="1000" u="none" cap="none" strike="noStrike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74306a2e05_0_608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b="0" i="0" lang="en-US" sz="1000" u="none" cap="none" strike="noStrike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all rights reserved</a:t>
            </a:r>
            <a:endParaRPr b="0" i="0" sz="1000" u="none" cap="none" strike="noStrike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g3742a4855cf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g3742a4855cf_2_0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g3742a4855cf_2_0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b="0" i="0" sz="4800" u="none" cap="none" strike="noStrik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7" name="Google Shape;1617;g3742a4855cf_2_0"/>
          <p:cNvSpPr txBox="1"/>
          <p:nvPr/>
        </p:nvSpPr>
        <p:spPr>
          <a:xfrm>
            <a:off x="11298540" y="6506726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g3742a4855cf_2_0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9" name="Google Shape;1619;g3742a4855cf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4" name="Google Shape;1624;g3742a4855cf_2_9"/>
          <p:cNvGrpSpPr/>
          <p:nvPr/>
        </p:nvGrpSpPr>
        <p:grpSpPr>
          <a:xfrm>
            <a:off x="906789" y="2249474"/>
            <a:ext cx="10553400" cy="1232101"/>
            <a:chOff x="1181464" y="1101747"/>
            <a:chExt cx="10553400" cy="1232101"/>
          </a:xfrm>
        </p:grpSpPr>
        <p:sp>
          <p:nvSpPr>
            <p:cNvPr id="1625" name="Google Shape;1625;g3742a4855cf_2_9"/>
            <p:cNvSpPr txBox="1"/>
            <p:nvPr/>
          </p:nvSpPr>
          <p:spPr>
            <a:xfrm>
              <a:off x="1181464" y="1441048"/>
              <a:ext cx="105534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1" i="0" lang="en-US" sz="52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A </a:t>
              </a:r>
              <a:r>
                <a:rPr b="1" i="0" lang="en-US" sz="5200" u="none" cap="none" strike="noStrike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: Prompt Engineering</a:t>
              </a:r>
              <a:endParaRPr b="1" i="0" sz="52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6" name="Google Shape;1626;g3742a4855cf_2_9"/>
            <p:cNvSpPr/>
            <p:nvPr/>
          </p:nvSpPr>
          <p:spPr>
            <a:xfrm>
              <a:off x="1292220" y="1101747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7" name="Google Shape;1627;g3742a4855cf_2_9"/>
          <p:cNvSpPr txBox="1"/>
          <p:nvPr/>
        </p:nvSpPr>
        <p:spPr>
          <a:xfrm>
            <a:off x="11298554" y="6506725"/>
            <a:ext cx="4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2" name="Google Shape;1632;g3742a4855cf_2_16"/>
          <p:cNvGrpSpPr/>
          <p:nvPr/>
        </p:nvGrpSpPr>
        <p:grpSpPr>
          <a:xfrm>
            <a:off x="1200514" y="1962028"/>
            <a:ext cx="10553400" cy="1348447"/>
            <a:chOff x="1181464" y="862101"/>
            <a:chExt cx="10553400" cy="1348447"/>
          </a:xfrm>
        </p:grpSpPr>
        <p:sp>
          <p:nvSpPr>
            <p:cNvPr id="1633" name="Google Shape;1633;g3742a4855cf_2_16"/>
            <p:cNvSpPr txBox="1"/>
            <p:nvPr/>
          </p:nvSpPr>
          <p:spPr>
            <a:xfrm>
              <a:off x="1181464" y="1441048"/>
              <a:ext cx="105534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Advanced</a:t>
              </a:r>
              <a:r>
                <a:rPr b="1" i="0" lang="en-US" sz="44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 Prompt Patterns</a:t>
              </a:r>
              <a:endParaRPr b="1" i="0" sz="4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4" name="Google Shape;1634;g3742a4855cf_2_16"/>
            <p:cNvSpPr/>
            <p:nvPr/>
          </p:nvSpPr>
          <p:spPr>
            <a:xfrm>
              <a:off x="1292220" y="1101747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g3742a4855cf_2_16"/>
            <p:cNvSpPr txBox="1"/>
            <p:nvPr/>
          </p:nvSpPr>
          <p:spPr>
            <a:xfrm>
              <a:off x="2427026" y="862101"/>
              <a:ext cx="7935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6B3F3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6" name="Google Shape;1636;g3742a4855cf_2_16"/>
          <p:cNvSpPr txBox="1"/>
          <p:nvPr/>
        </p:nvSpPr>
        <p:spPr>
          <a:xfrm>
            <a:off x="11298554" y="6506725"/>
            <a:ext cx="4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3"/>
          <p:cNvSpPr txBox="1"/>
          <p:nvPr/>
        </p:nvSpPr>
        <p:spPr>
          <a:xfrm>
            <a:off x="11298554" y="6506725"/>
            <a:ext cx="4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2" name="Google Shape;1642;p3"/>
          <p:cNvGrpSpPr/>
          <p:nvPr/>
        </p:nvGrpSpPr>
        <p:grpSpPr>
          <a:xfrm>
            <a:off x="1669400" y="1951979"/>
            <a:ext cx="7362092" cy="1535761"/>
            <a:chOff x="1553275" y="2650154"/>
            <a:chExt cx="7362092" cy="1535761"/>
          </a:xfrm>
        </p:grpSpPr>
        <p:sp>
          <p:nvSpPr>
            <p:cNvPr id="1643" name="Google Shape;1643;p3"/>
            <p:cNvSpPr/>
            <p:nvPr/>
          </p:nvSpPr>
          <p:spPr>
            <a:xfrm>
              <a:off x="1553275" y="2915834"/>
              <a:ext cx="7362092" cy="4536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cap="flat" cmpd="sng" w="25400">
              <a:solidFill>
                <a:srgbClr val="03B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3"/>
            <p:cNvSpPr/>
            <p:nvPr/>
          </p:nvSpPr>
          <p:spPr>
            <a:xfrm>
              <a:off x="1921379" y="2650154"/>
              <a:ext cx="5153464" cy="531360"/>
            </a:xfrm>
            <a:custGeom>
              <a:rect b="b" l="l" r="r" t="t"/>
              <a:pathLst>
                <a:path extrusionOk="0" h="531360" w="5153464">
                  <a:moveTo>
                    <a:pt x="0" y="88562"/>
                  </a:moveTo>
                  <a:cubicBezTo>
                    <a:pt x="0" y="39651"/>
                    <a:pt x="39651" y="0"/>
                    <a:pt x="88562" y="0"/>
                  </a:cubicBezTo>
                  <a:lnTo>
                    <a:pt x="5064902" y="0"/>
                  </a:lnTo>
                  <a:cubicBezTo>
                    <a:pt x="5113813" y="0"/>
                    <a:pt x="5153464" y="39651"/>
                    <a:pt x="5153464" y="88562"/>
                  </a:cubicBezTo>
                  <a:lnTo>
                    <a:pt x="5153464" y="442798"/>
                  </a:lnTo>
                  <a:cubicBezTo>
                    <a:pt x="5153464" y="491709"/>
                    <a:pt x="5113813" y="531360"/>
                    <a:pt x="5064902" y="531360"/>
                  </a:cubicBezTo>
                  <a:lnTo>
                    <a:pt x="88562" y="531360"/>
                  </a:lnTo>
                  <a:cubicBezTo>
                    <a:pt x="39651" y="531360"/>
                    <a:pt x="0" y="491709"/>
                    <a:pt x="0" y="442798"/>
                  </a:cubicBezTo>
                  <a:lnTo>
                    <a:pt x="0" y="88562"/>
                  </a:lnTo>
                  <a:close/>
                </a:path>
              </a:pathLst>
            </a:custGeom>
            <a:solidFill>
              <a:srgbClr val="03B2F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925" lIns="220725" spcFirstLastPara="1" rIns="220725" wrap="square" tIns="25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Advanced Prompt Patterns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3"/>
            <p:cNvSpPr/>
            <p:nvPr/>
          </p:nvSpPr>
          <p:spPr>
            <a:xfrm>
              <a:off x="1553275" y="3732315"/>
              <a:ext cx="7362092" cy="4536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cap="flat" cmpd="sng" w="25400">
              <a:solidFill>
                <a:srgbClr val="03B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"/>
            <p:cNvSpPr/>
            <p:nvPr/>
          </p:nvSpPr>
          <p:spPr>
            <a:xfrm>
              <a:off x="1921379" y="3466635"/>
              <a:ext cx="5153464" cy="531360"/>
            </a:xfrm>
            <a:custGeom>
              <a:rect b="b" l="l" r="r" t="t"/>
              <a:pathLst>
                <a:path extrusionOk="0" h="531360" w="5153464">
                  <a:moveTo>
                    <a:pt x="0" y="88562"/>
                  </a:moveTo>
                  <a:cubicBezTo>
                    <a:pt x="0" y="39651"/>
                    <a:pt x="39651" y="0"/>
                    <a:pt x="88562" y="0"/>
                  </a:cubicBezTo>
                  <a:lnTo>
                    <a:pt x="5064902" y="0"/>
                  </a:lnTo>
                  <a:cubicBezTo>
                    <a:pt x="5113813" y="0"/>
                    <a:pt x="5153464" y="39651"/>
                    <a:pt x="5153464" y="88562"/>
                  </a:cubicBezTo>
                  <a:lnTo>
                    <a:pt x="5153464" y="442798"/>
                  </a:lnTo>
                  <a:cubicBezTo>
                    <a:pt x="5153464" y="491709"/>
                    <a:pt x="5113813" y="531360"/>
                    <a:pt x="5064902" y="531360"/>
                  </a:cubicBezTo>
                  <a:lnTo>
                    <a:pt x="88562" y="531360"/>
                  </a:lnTo>
                  <a:cubicBezTo>
                    <a:pt x="39651" y="531360"/>
                    <a:pt x="0" y="491709"/>
                    <a:pt x="0" y="442798"/>
                  </a:cubicBezTo>
                  <a:lnTo>
                    <a:pt x="0" y="88562"/>
                  </a:lnTo>
                  <a:close/>
                </a:path>
              </a:pathLst>
            </a:custGeom>
            <a:solidFill>
              <a:srgbClr val="03B2F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925" lIns="220725" spcFirstLastPara="1" rIns="220725" wrap="square" tIns="25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Guidelines &amp; Recommendations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7" name="Google Shape;1647;p3"/>
          <p:cNvSpPr txBox="1"/>
          <p:nvPr/>
        </p:nvSpPr>
        <p:spPr>
          <a:xfrm>
            <a:off x="913271" y="760989"/>
            <a:ext cx="2254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"/>
          <p:cNvSpPr txBox="1"/>
          <p:nvPr/>
        </p:nvSpPr>
        <p:spPr>
          <a:xfrm>
            <a:off x="1669400" y="4118900"/>
            <a:ext cx="702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  <a:endParaRPr b="1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Strategic use of advanced prompt types</a:t>
            </a:r>
            <a:endParaRPr b="0"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Best practices to write clear, robust, and reliable prompts</a:t>
            </a:r>
            <a:endParaRPr b="0"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3742b9fc14e_1_572"/>
          <p:cNvSpPr txBox="1"/>
          <p:nvPr/>
        </p:nvSpPr>
        <p:spPr>
          <a:xfrm>
            <a:off x="1527172" y="964007"/>
            <a:ext cx="555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g3742b9fc14e_1_572"/>
          <p:cNvSpPr txBox="1"/>
          <p:nvPr/>
        </p:nvSpPr>
        <p:spPr>
          <a:xfrm>
            <a:off x="1105974" y="2384579"/>
            <a:ext cx="8935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this section, you'll discover key advanced prompting strategies and their applications.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 how to craft sophisticated prompts that unlock AI's full potential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Explore patterns that enhance reasoning, consistency, and creativity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5" name="Google Shape;1655;g3742b9fc14e_1_572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Advanced Prompt Patterns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6" name="Google Shape;1656;g3742b9fc14e_1_572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5"/>
          <p:cNvSpPr txBox="1"/>
          <p:nvPr/>
        </p:nvSpPr>
        <p:spPr>
          <a:xfrm>
            <a:off x="1278122" y="1610163"/>
            <a:ext cx="777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Parallel reasoning paths for problem-solving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it works: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Improves creativity and depth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5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Tree-of-Thought Prompting</a:t>
            </a:r>
            <a:endParaRPr b="1" i="0" sz="3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3" name="Google Shape;1663;p5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5"/>
          <p:cNvSpPr txBox="1"/>
          <p:nvPr/>
        </p:nvSpPr>
        <p:spPr>
          <a:xfrm>
            <a:off x="1368244" y="2644800"/>
            <a:ext cx="977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&lt;/&gt;</a:t>
            </a: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Example: </a:t>
            </a:r>
            <a:r>
              <a:rPr b="1" i="0" lang="en-US" sz="20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Prompt</a:t>
            </a:r>
            <a:endParaRPr b="1" i="0" sz="2000" u="none" cap="none" strike="noStrike">
              <a:solidFill>
                <a:srgbClr val="06B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5" name="Google Shape;1665;p5"/>
          <p:cNvSpPr/>
          <p:nvPr/>
        </p:nvSpPr>
        <p:spPr>
          <a:xfrm>
            <a:off x="1485900" y="3310575"/>
            <a:ext cx="8746500" cy="7563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"Generate 3 marketing campaign ideas for a new eco-friendly product. Compare their potential ROI and recommend the best."</a:t>
            </a:r>
            <a:endParaRPr b="1" i="0" sz="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1666" name="Google Shape;16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900" y="4337500"/>
            <a:ext cx="9366201" cy="18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8"/>
          <p:cNvSpPr/>
          <p:nvPr/>
        </p:nvSpPr>
        <p:spPr>
          <a:xfrm>
            <a:off x="3364851" y="5266150"/>
            <a:ext cx="3472800" cy="11478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1">
              <a:alpha val="43529"/>
            </a:schemeClr>
          </a:solidFill>
          <a:ln cap="flat" cmpd="sng" w="25400">
            <a:solidFill>
              <a:srgbClr val="0482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8"/>
          <p:cNvSpPr/>
          <p:nvPr/>
        </p:nvSpPr>
        <p:spPr>
          <a:xfrm>
            <a:off x="3476450" y="5346450"/>
            <a:ext cx="33612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Consistent Results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o"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commute time (3/3)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o"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work-life balance (3/3)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o"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savings (2/3)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3" name="Google Shape;1673;p8"/>
          <p:cNvSpPr/>
          <p:nvPr/>
        </p:nvSpPr>
        <p:spPr>
          <a:xfrm>
            <a:off x="984736" y="1241448"/>
            <a:ext cx="939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the same prompt multiple times, compare outputs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majority voting or scoring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hallucinations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74" name="Google Shape;1674;p8"/>
          <p:cNvGrpSpPr/>
          <p:nvPr/>
        </p:nvGrpSpPr>
        <p:grpSpPr>
          <a:xfrm>
            <a:off x="984727" y="3631401"/>
            <a:ext cx="9734522" cy="1581300"/>
            <a:chOff x="546578" y="3200301"/>
            <a:chExt cx="9734522" cy="1581300"/>
          </a:xfrm>
        </p:grpSpPr>
        <p:sp>
          <p:nvSpPr>
            <p:cNvPr id="1675" name="Google Shape;1675;p8"/>
            <p:cNvSpPr/>
            <p:nvPr/>
          </p:nvSpPr>
          <p:spPr>
            <a:xfrm>
              <a:off x="546578" y="3200301"/>
              <a:ext cx="2457900" cy="1581300"/>
            </a:xfrm>
            <a:prstGeom prst="foldedCorner">
              <a:avLst>
                <a:gd fmla="val 16667" name="adj"/>
              </a:avLst>
            </a:prstGeom>
            <a:solidFill>
              <a:srgbClr val="CCFF66">
                <a:alpha val="40000"/>
              </a:srgbClr>
            </a:solidFill>
            <a:ln cap="flat" cmpd="sng" w="25400">
              <a:solidFill>
                <a:srgbClr val="CC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4102400" y="3200301"/>
              <a:ext cx="2457900" cy="1512900"/>
            </a:xfrm>
            <a:prstGeom prst="foldedCorner">
              <a:avLst>
                <a:gd fmla="val 16667" name="adj"/>
              </a:avLst>
            </a:prstGeom>
            <a:solidFill>
              <a:srgbClr val="CCFF66">
                <a:alpha val="40000"/>
              </a:srgbClr>
            </a:solidFill>
            <a:ln cap="flat" cmpd="sng" w="25400">
              <a:solidFill>
                <a:srgbClr val="CC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7495000" y="3200302"/>
              <a:ext cx="2786100" cy="1451400"/>
            </a:xfrm>
            <a:prstGeom prst="foldedCorner">
              <a:avLst>
                <a:gd fmla="val 16667" name="adj"/>
              </a:avLst>
            </a:prstGeom>
            <a:solidFill>
              <a:srgbClr val="CCFF66">
                <a:alpha val="40000"/>
              </a:srgbClr>
            </a:solidFill>
            <a:ln cap="flat" cmpd="sng" w="25400">
              <a:solidFill>
                <a:srgbClr val="CC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8" name="Google Shape;1678;p8"/>
          <p:cNvSpPr txBox="1"/>
          <p:nvPr/>
        </p:nvSpPr>
        <p:spPr>
          <a:xfrm>
            <a:off x="4532724" y="3631407"/>
            <a:ext cx="2887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#2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Location independence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commute time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 work environment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work-life balance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Reduced office politics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8"/>
          <p:cNvSpPr txBox="1"/>
          <p:nvPr/>
        </p:nvSpPr>
        <p:spPr>
          <a:xfrm>
            <a:off x="8123640" y="3654088"/>
            <a:ext cx="259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#3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commute time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Flexible work schedule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work-life balance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productivity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savings on travel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8"/>
          <p:cNvSpPr txBox="1"/>
          <p:nvPr/>
        </p:nvSpPr>
        <p:spPr>
          <a:xfrm>
            <a:off x="1132775" y="3684150"/>
            <a:ext cx="259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 #1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Flexible work hours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commute time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work-life balance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Increased productivity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savings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8"/>
          <p:cNvSpPr txBox="1"/>
          <p:nvPr/>
        </p:nvSpPr>
        <p:spPr>
          <a:xfrm>
            <a:off x="525550" y="543425"/>
            <a:ext cx="625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Self-Consistency Prompting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2" name="Google Shape;1682;p8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8"/>
          <p:cNvSpPr txBox="1"/>
          <p:nvPr/>
        </p:nvSpPr>
        <p:spPr>
          <a:xfrm>
            <a:off x="798419" y="2179813"/>
            <a:ext cx="97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&lt;/&gt;</a:t>
            </a: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Example: </a:t>
            </a:r>
            <a:r>
              <a:rPr b="1" i="0" lang="en-US" sz="20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Prompt</a:t>
            </a:r>
            <a:endParaRPr b="1" i="0" sz="2000" u="none" cap="none" strike="noStrike">
              <a:solidFill>
                <a:srgbClr val="06B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4" name="Google Shape;1684;p8"/>
          <p:cNvSpPr/>
          <p:nvPr/>
        </p:nvSpPr>
        <p:spPr>
          <a:xfrm>
            <a:off x="884825" y="2588400"/>
            <a:ext cx="8746500" cy="7563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"List 5 benefits of remote work." (Run 3 times, then compare)</a:t>
            </a:r>
            <a:endParaRPr b="1" i="0" sz="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9"/>
          <p:cNvSpPr txBox="1"/>
          <p:nvPr/>
        </p:nvSpPr>
        <p:spPr>
          <a:xfrm>
            <a:off x="1181105" y="1512482"/>
            <a:ext cx="701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 the model critique or improve prompts or answers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refine prompt quality and output accuracy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0" name="Google Shape;1690;p9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Prompting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1" name="Google Shape;1691;p9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2" name="Google Shape;16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301" y="3995981"/>
            <a:ext cx="8746499" cy="2179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9"/>
          <p:cNvSpPr/>
          <p:nvPr/>
        </p:nvSpPr>
        <p:spPr>
          <a:xfrm>
            <a:off x="1308300" y="2693850"/>
            <a:ext cx="8746500" cy="11406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"Here's my prompt: 'Summarize the quarterly report.' Suggest 3 ways to make it more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specific and impactful."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94" name="Google Shape;1694;p9"/>
          <p:cNvSpPr txBox="1"/>
          <p:nvPr/>
        </p:nvSpPr>
        <p:spPr>
          <a:xfrm>
            <a:off x="1308300" y="2329500"/>
            <a:ext cx="235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&lt;/&gt; </a:t>
            </a:r>
            <a:r>
              <a:rPr b="1" i="0" lang="en-U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 Prompt: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0"/>
          <p:cNvSpPr/>
          <p:nvPr/>
        </p:nvSpPr>
        <p:spPr>
          <a:xfrm>
            <a:off x="986900" y="1291237"/>
            <a:ext cx="77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modular structure for consistency and reusability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0" name="Google Shape;1700;p10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Skeleton Prompt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Templates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1" name="Google Shape;1701;p10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2" name="Google Shape;17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375" y="1676737"/>
            <a:ext cx="9232874" cy="480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74306a2e05_0_1"/>
          <p:cNvSpPr/>
          <p:nvPr/>
        </p:nvSpPr>
        <p:spPr>
          <a:xfrm>
            <a:off x="986900" y="1291237"/>
            <a:ext cx="77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modular structure for consistency and reusability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8" name="Google Shape;1708;g374306a2e05_0_1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Skeleton Prompt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Templates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9" name="Google Shape;1709;g374306a2e05_0_1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0" name="Google Shape;1710;g374306a2e05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50" y="2543562"/>
            <a:ext cx="11887198" cy="1278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g374306a2e05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1450" y="4124723"/>
            <a:ext cx="640080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2"/>
          <p:cNvSpPr txBox="1"/>
          <p:nvPr/>
        </p:nvSpPr>
        <p:spPr>
          <a:xfrm>
            <a:off x="1331825" y="1893413"/>
            <a:ext cx="79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Ask the model to reflect on its own outputs 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Useful for complex decision-making or bias detection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7" name="Google Shape;1717;p12"/>
          <p:cNvSpPr txBox="1"/>
          <p:nvPr/>
        </p:nvSpPr>
        <p:spPr>
          <a:xfrm>
            <a:off x="525548" y="543433"/>
            <a:ext cx="7468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Reflection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Self-Critique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Prompts</a:t>
            </a:r>
            <a:b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900" u="none" cap="none" strike="noStrike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llm-as-judge</a:t>
            </a:r>
            <a:endParaRPr b="0" i="0" sz="2900" u="none" cap="none" strike="noStrike">
              <a:solidFill>
                <a:srgbClr val="F5040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8" name="Google Shape;1718;p12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12"/>
          <p:cNvSpPr txBox="1"/>
          <p:nvPr/>
        </p:nvSpPr>
        <p:spPr>
          <a:xfrm>
            <a:off x="1361419" y="3135400"/>
            <a:ext cx="977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b="1" i="0" lang="en-US" sz="18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Prompt</a:t>
            </a:r>
            <a:endParaRPr b="1" i="0" sz="1800" u="none" cap="none" strike="noStrike">
              <a:solidFill>
                <a:srgbClr val="06B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0" name="Google Shape;1720;p12"/>
          <p:cNvSpPr/>
          <p:nvPr/>
        </p:nvSpPr>
        <p:spPr>
          <a:xfrm>
            <a:off x="1465400" y="3556550"/>
            <a:ext cx="8746500" cy="7563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"Review your answer above. Identify any biases or gaps in logic."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1721" name="Google Shape;17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5100" y="4508075"/>
            <a:ext cx="1350900" cy="20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3bcea490bd6_1_0"/>
          <p:cNvSpPr txBox="1"/>
          <p:nvPr/>
        </p:nvSpPr>
        <p:spPr>
          <a:xfrm>
            <a:off x="5053975" y="2685750"/>
            <a:ext cx="19257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Lab A</a:t>
            </a:r>
            <a:endParaRPr b="1"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3"/>
          <p:cNvSpPr/>
          <p:nvPr/>
        </p:nvSpPr>
        <p:spPr>
          <a:xfrm>
            <a:off x="490150" y="1430313"/>
            <a:ext cx="57966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text + images/charts/code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Especially powerful in analytics, design, or product demos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32" name="Google Shape;1732;p13"/>
          <p:cNvGrpSpPr/>
          <p:nvPr/>
        </p:nvGrpSpPr>
        <p:grpSpPr>
          <a:xfrm>
            <a:off x="6573633" y="2338416"/>
            <a:ext cx="5394709" cy="3637751"/>
            <a:chOff x="6191250" y="1512390"/>
            <a:chExt cx="5394709" cy="3637751"/>
          </a:xfrm>
        </p:grpSpPr>
        <p:sp>
          <p:nvSpPr>
            <p:cNvPr id="1733" name="Google Shape;1733;p13"/>
            <p:cNvSpPr/>
            <p:nvPr/>
          </p:nvSpPr>
          <p:spPr>
            <a:xfrm>
              <a:off x="8134350" y="1512390"/>
              <a:ext cx="1447800" cy="621210"/>
            </a:xfrm>
            <a:prstGeom prst="roundRect">
              <a:avLst>
                <a:gd fmla="val 16667" name="adj"/>
              </a:avLst>
            </a:prstGeom>
            <a:solidFill>
              <a:srgbClr val="92D050">
                <a:alpha val="43529"/>
              </a:srgbClr>
            </a:solidFill>
            <a:ln cap="flat" cmpd="sng" w="2540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6191250" y="1512390"/>
              <a:ext cx="1447800" cy="621210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3529"/>
              </a:schemeClr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Text Prompt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10138159" y="1512390"/>
              <a:ext cx="1447800" cy="621210"/>
            </a:xfrm>
            <a:prstGeom prst="roundRect">
              <a:avLst>
                <a:gd fmla="val 16667" name="adj"/>
              </a:avLst>
            </a:prstGeom>
            <a:solidFill>
              <a:srgbClr val="CC66FF">
                <a:alpha val="43529"/>
              </a:srgbClr>
            </a:solidFill>
            <a:ln cap="flat" cmpd="sng" w="25400">
              <a:solidFill>
                <a:srgbClr val="CC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7639050" y="1613445"/>
              <a:ext cx="438150" cy="419100"/>
            </a:xfrm>
            <a:prstGeom prst="mathPlus">
              <a:avLst>
                <a:gd fmla="val 23520" name="adj1"/>
              </a:avLst>
            </a:prstGeom>
            <a:solidFill>
              <a:srgbClr val="D8D8D8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9591675" y="1569540"/>
              <a:ext cx="438150" cy="419100"/>
            </a:xfrm>
            <a:prstGeom prst="mathPlus">
              <a:avLst>
                <a:gd fmla="val 23520" name="adj1"/>
              </a:avLst>
            </a:prstGeom>
            <a:solidFill>
              <a:srgbClr val="D8D8D8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8648700" y="2270076"/>
              <a:ext cx="249034" cy="507832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D8D8D8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6629400" y="2930308"/>
              <a:ext cx="4667250" cy="621210"/>
            </a:xfrm>
            <a:prstGeom prst="roundRect">
              <a:avLst>
                <a:gd fmla="val 16667" name="adj"/>
              </a:avLst>
            </a:prstGeom>
            <a:solidFill>
              <a:srgbClr val="FFFF00">
                <a:alpha val="43529"/>
              </a:srgbClr>
            </a:solidFill>
            <a:ln cap="flat" cmpd="sng" w="254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 Processes Multiple Input Types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6677025" y="4528931"/>
              <a:ext cx="4667250" cy="621210"/>
            </a:xfrm>
            <a:prstGeom prst="roundRect">
              <a:avLst>
                <a:gd fmla="val 16667" name="adj"/>
              </a:avLst>
            </a:prstGeom>
            <a:solidFill>
              <a:srgbClr val="FFC000">
                <a:alpha val="43529"/>
              </a:srgbClr>
            </a:solidFill>
            <a:ln cap="flat" cmpd="sng" w="254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Contextually Rich Response Utilizing All Inputs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8705850" y="3775026"/>
              <a:ext cx="249034" cy="507832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D8D8D8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2" name="Google Shape;1742;p13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Multimodal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Prompting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3" name="Google Shape;1743;p13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13"/>
          <p:cNvSpPr txBox="1"/>
          <p:nvPr/>
        </p:nvSpPr>
        <p:spPr>
          <a:xfrm>
            <a:off x="490150" y="3174325"/>
            <a:ext cx="54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b="1" i="0" lang="en-US" sz="18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Prompt</a:t>
            </a:r>
            <a:endParaRPr b="1" i="0" sz="1800" u="none" cap="none" strike="noStrike">
              <a:solidFill>
                <a:srgbClr val="06B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5" name="Google Shape;1745;p13"/>
          <p:cNvSpPr/>
          <p:nvPr/>
        </p:nvSpPr>
        <p:spPr>
          <a:xfrm>
            <a:off x="575651" y="3581910"/>
            <a:ext cx="4893600" cy="11508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"Explain the trend shown in this sales growth chart in plain English." (Attach chart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image)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1746" name="Google Shape;17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25" y="1760750"/>
            <a:ext cx="724050" cy="4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5575" y="1808825"/>
            <a:ext cx="485129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6973" y="1808825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9" name="Google Shape;174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3623" y="38925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7222" y="5476450"/>
            <a:ext cx="322100" cy="3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5"/>
          <p:cNvSpPr txBox="1"/>
          <p:nvPr/>
        </p:nvSpPr>
        <p:spPr>
          <a:xfrm>
            <a:off x="1276350" y="1630918"/>
            <a:ext cx="725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affirmative instructions instead of negations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 perform better with what to do, not what not to 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5"/>
          <p:cNvSpPr/>
          <p:nvPr/>
        </p:nvSpPr>
        <p:spPr>
          <a:xfrm>
            <a:off x="6503175" y="2623319"/>
            <a:ext cx="3943200" cy="1086000"/>
          </a:xfrm>
          <a:prstGeom prst="roundRect">
            <a:avLst>
              <a:gd fmla="val 16667" name="adj"/>
            </a:avLst>
          </a:prstGeom>
          <a:solidFill>
            <a:srgbClr val="92D050">
              <a:alpha val="40000"/>
            </a:srgbClr>
          </a:solidFill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15"/>
          <p:cNvSpPr/>
          <p:nvPr/>
        </p:nvSpPr>
        <p:spPr>
          <a:xfrm>
            <a:off x="1211325" y="2623325"/>
            <a:ext cx="3016800" cy="1015800"/>
          </a:xfrm>
          <a:prstGeom prst="roundRect">
            <a:avLst>
              <a:gd fmla="val 16667" name="adj"/>
            </a:avLst>
          </a:prstGeom>
          <a:solidFill>
            <a:srgbClr val="FF0000">
              <a:alpha val="40000"/>
            </a:srgbClr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5"/>
          <p:cNvSpPr txBox="1"/>
          <p:nvPr/>
        </p:nvSpPr>
        <p:spPr>
          <a:xfrm>
            <a:off x="1455250" y="2658424"/>
            <a:ext cx="2328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"Don't include pricing."</a:t>
            </a:r>
            <a:endParaRPr b="1" i="0" sz="12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15"/>
          <p:cNvSpPr txBox="1"/>
          <p:nvPr/>
        </p:nvSpPr>
        <p:spPr>
          <a:xfrm>
            <a:off x="6627076" y="2688251"/>
            <a:ext cx="3695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Good: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"Exclude pricing unless requested."</a:t>
            </a:r>
            <a:endParaRPr b="1" i="0" sz="18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15"/>
          <p:cNvSpPr/>
          <p:nvPr/>
        </p:nvSpPr>
        <p:spPr>
          <a:xfrm>
            <a:off x="2256425" y="5665425"/>
            <a:ext cx="2483100" cy="695400"/>
          </a:xfrm>
          <a:prstGeom prst="roundRect">
            <a:avLst>
              <a:gd fmla="val 16667" name="adj"/>
            </a:avLst>
          </a:prstGeom>
          <a:solidFill>
            <a:srgbClr val="FF0000">
              <a:alpha val="40000"/>
            </a:srgbClr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"Don't do X"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61" name="Google Shape;1761;p15"/>
          <p:cNvSpPr/>
          <p:nvPr/>
        </p:nvSpPr>
        <p:spPr>
          <a:xfrm>
            <a:off x="6045449" y="5635600"/>
            <a:ext cx="2483100" cy="695400"/>
          </a:xfrm>
          <a:prstGeom prst="roundRect">
            <a:avLst>
              <a:gd fmla="val 16667" name="adj"/>
            </a:avLst>
          </a:prstGeom>
          <a:solidFill>
            <a:srgbClr val="92D050">
              <a:alpha val="40000"/>
            </a:srgbClr>
          </a:solidFill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"Focus on Y instead"</a:t>
            </a:r>
            <a:endParaRPr b="1" i="0" sz="1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62" name="Google Shape;1762;p15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Positive Framing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&amp; Language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3" name="Google Shape;1763;p15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15"/>
          <p:cNvSpPr txBox="1"/>
          <p:nvPr/>
        </p:nvSpPr>
        <p:spPr>
          <a:xfrm>
            <a:off x="1354644" y="3953025"/>
            <a:ext cx="977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b="1" i="0" lang="en-US" sz="18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Prompt</a:t>
            </a:r>
            <a:endParaRPr b="1" i="0" sz="1800" u="none" cap="none" strike="noStrike">
              <a:solidFill>
                <a:srgbClr val="06B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5" name="Google Shape;1765;p15"/>
          <p:cNvSpPr/>
          <p:nvPr/>
        </p:nvSpPr>
        <p:spPr>
          <a:xfrm>
            <a:off x="1458625" y="4374175"/>
            <a:ext cx="8746500" cy="8376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"List 3 strategies to increase user engagement. Do not suggest paid advertising."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766" name="Google Shape;1766;p15"/>
          <p:cNvCxnSpPr/>
          <p:nvPr/>
        </p:nvCxnSpPr>
        <p:spPr>
          <a:xfrm>
            <a:off x="4979575" y="5983675"/>
            <a:ext cx="7104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1" name="Google Shape;1771;p16"/>
          <p:cNvGrpSpPr/>
          <p:nvPr/>
        </p:nvGrpSpPr>
        <p:grpSpPr>
          <a:xfrm>
            <a:off x="1946129" y="2431454"/>
            <a:ext cx="8358767" cy="2697288"/>
            <a:chOff x="2080661" y="2701954"/>
            <a:chExt cx="4910567" cy="2497489"/>
          </a:xfrm>
        </p:grpSpPr>
        <p:sp>
          <p:nvSpPr>
            <p:cNvPr id="1772" name="Google Shape;1772;p16"/>
            <p:cNvSpPr/>
            <p:nvPr/>
          </p:nvSpPr>
          <p:spPr>
            <a:xfrm>
              <a:off x="2080661" y="3421823"/>
              <a:ext cx="1334782" cy="110091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8627"/>
              </a:schemeClr>
            </a:solidFill>
            <a:ln cap="flat" cmpd="sng" w="25400">
              <a:solidFill>
                <a:srgbClr val="03B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6"/>
            <p:cNvSpPr/>
            <p:nvPr/>
          </p:nvSpPr>
          <p:spPr>
            <a:xfrm>
              <a:off x="2805458" y="3593100"/>
              <a:ext cx="1606343" cy="1606343"/>
            </a:xfrm>
            <a:custGeom>
              <a:rect b="b" l="l" r="r" t="t"/>
              <a:pathLst>
                <a:path extrusionOk="0" h="120000" w="120000">
                  <a:moveTo>
                    <a:pt x="17193" y="98316"/>
                  </a:moveTo>
                  <a:lnTo>
                    <a:pt x="20070" y="95740"/>
                  </a:lnTo>
                  <a:lnTo>
                    <a:pt x="20070" y="95740"/>
                  </a:lnTo>
                  <a:cubicBezTo>
                    <a:pt x="39360" y="115066"/>
                    <a:pt x="70934" y="117507"/>
                    <a:pt x="93279" y="101401"/>
                  </a:cubicBezTo>
                  <a:lnTo>
                    <a:pt x="91778" y="100058"/>
                  </a:lnTo>
                  <a:lnTo>
                    <a:pt x="101373" y="97032"/>
                  </a:lnTo>
                  <a:lnTo>
                    <a:pt x="97934" y="105567"/>
                  </a:lnTo>
                  <a:lnTo>
                    <a:pt x="96415" y="104208"/>
                  </a:lnTo>
                  <a:cubicBezTo>
                    <a:pt x="72569" y="123069"/>
                    <a:pt x="37861" y="120488"/>
                    <a:pt x="17193" y="98316"/>
                  </a:cubicBezTo>
                  <a:close/>
                </a:path>
              </a:pathLst>
            </a:custGeom>
            <a:solidFill>
              <a:srgbClr val="A8D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6"/>
            <p:cNvSpPr/>
            <p:nvPr/>
          </p:nvSpPr>
          <p:spPr>
            <a:xfrm>
              <a:off x="3868553" y="3421823"/>
              <a:ext cx="1334782" cy="110091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8627"/>
              </a:schemeClr>
            </a:solidFill>
            <a:ln cap="flat" cmpd="sng" w="25400">
              <a:solidFill>
                <a:srgbClr val="03B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6"/>
            <p:cNvSpPr/>
            <p:nvPr/>
          </p:nvSpPr>
          <p:spPr>
            <a:xfrm>
              <a:off x="4582227" y="2701954"/>
              <a:ext cx="1776898" cy="1776898"/>
            </a:xfrm>
            <a:custGeom>
              <a:rect b="b" l="l" r="r" t="t"/>
              <a:pathLst>
                <a:path extrusionOk="0" h="120000" w="120000">
                  <a:moveTo>
                    <a:pt x="17010" y="21521"/>
                  </a:moveTo>
                  <a:lnTo>
                    <a:pt x="17010" y="21521"/>
                  </a:lnTo>
                  <a:cubicBezTo>
                    <a:pt x="37971" y="-1056"/>
                    <a:pt x="73313" y="-3441"/>
                    <a:pt x="97223" y="16107"/>
                  </a:cubicBezTo>
                  <a:lnTo>
                    <a:pt x="98610" y="14865"/>
                  </a:lnTo>
                  <a:lnTo>
                    <a:pt x="101695" y="22680"/>
                  </a:lnTo>
                  <a:lnTo>
                    <a:pt x="93045" y="19846"/>
                  </a:lnTo>
                  <a:lnTo>
                    <a:pt x="94419" y="18616"/>
                  </a:lnTo>
                  <a:lnTo>
                    <a:pt x="94419" y="18616"/>
                  </a:lnTo>
                  <a:cubicBezTo>
                    <a:pt x="71843" y="1582"/>
                    <a:pt x="39331" y="3854"/>
                    <a:pt x="19608" y="23845"/>
                  </a:cubicBezTo>
                  <a:close/>
                </a:path>
              </a:pathLst>
            </a:custGeom>
            <a:solidFill>
              <a:srgbClr val="A8D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6"/>
            <p:cNvSpPr/>
            <p:nvPr/>
          </p:nvSpPr>
          <p:spPr>
            <a:xfrm>
              <a:off x="5656446" y="3421823"/>
              <a:ext cx="1334782" cy="110091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8627"/>
              </a:schemeClr>
            </a:solidFill>
            <a:ln cap="flat" cmpd="sng" w="25400">
              <a:solidFill>
                <a:srgbClr val="03B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7" name="Google Shape;1777;p16"/>
          <p:cNvSpPr txBox="1"/>
          <p:nvPr/>
        </p:nvSpPr>
        <p:spPr>
          <a:xfrm>
            <a:off x="1029300" y="1711413"/>
            <a:ext cx="7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 with a minimal viable prompt, improve over iterations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Track performance across versions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8" name="Google Shape;1778;p16"/>
          <p:cNvSpPr txBox="1"/>
          <p:nvPr/>
        </p:nvSpPr>
        <p:spPr>
          <a:xfrm>
            <a:off x="8167342" y="3349159"/>
            <a:ext cx="2272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Iteration 3: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"Add a conclusion for executives."</a:t>
            </a:r>
            <a:endParaRPr b="1" i="0" sz="12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16"/>
          <p:cNvSpPr txBox="1"/>
          <p:nvPr/>
        </p:nvSpPr>
        <p:spPr>
          <a:xfrm>
            <a:off x="5124001" y="3349159"/>
            <a:ext cx="227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2: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"Now expand into 3 bullet points."</a:t>
            </a:r>
            <a:endParaRPr b="1" i="0" sz="16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80" name="Google Shape;1780;p16"/>
          <p:cNvSpPr txBox="1"/>
          <p:nvPr/>
        </p:nvSpPr>
        <p:spPr>
          <a:xfrm>
            <a:off x="2080660" y="3330109"/>
            <a:ext cx="227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1: </a:t>
            </a:r>
            <a:r>
              <a:rPr b="1" i="0" lang="en-US" sz="16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"Summarize this article in one sentence."</a:t>
            </a:r>
            <a:endParaRPr b="1" i="0" sz="16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81" name="Google Shape;1781;p16"/>
          <p:cNvSpPr txBox="1"/>
          <p:nvPr/>
        </p:nvSpPr>
        <p:spPr>
          <a:xfrm>
            <a:off x="1261550" y="2767420"/>
            <a:ext cx="24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Iteration: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6"/>
          <p:cNvSpPr txBox="1"/>
          <p:nvPr/>
        </p:nvSpPr>
        <p:spPr>
          <a:xfrm>
            <a:off x="525548" y="543433"/>
            <a:ext cx="746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Iterative Refinement </a:t>
            </a:r>
            <a:r>
              <a:rPr b="1" i="0" lang="en-US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br>
              <a:rPr b="1" i="0" lang="en-US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Feedback Loops</a:t>
            </a:r>
            <a:endParaRPr b="1" i="0" sz="30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3" name="Google Shape;1783;p16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4" name="Google Shape;17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6125" y="5202268"/>
            <a:ext cx="7813351" cy="135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0676" y="1772826"/>
            <a:ext cx="209425" cy="2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0675" y="2329200"/>
            <a:ext cx="209425" cy="2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3bcea490bd6_1_4"/>
          <p:cNvSpPr txBox="1"/>
          <p:nvPr/>
        </p:nvSpPr>
        <p:spPr>
          <a:xfrm>
            <a:off x="5053975" y="2685750"/>
            <a:ext cx="19257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Lab B</a:t>
            </a:r>
            <a:endParaRPr b="1"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7"/>
          <p:cNvSpPr txBox="1"/>
          <p:nvPr/>
        </p:nvSpPr>
        <p:spPr>
          <a:xfrm>
            <a:off x="1020425" y="2840289"/>
            <a:ext cx="10767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i="0" lang="en-US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 2 – </a:t>
            </a: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Guidelines &amp; Recommendations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7"/>
          <p:cNvSpPr txBox="1"/>
          <p:nvPr/>
        </p:nvSpPr>
        <p:spPr>
          <a:xfrm>
            <a:off x="1761700" y="3929325"/>
            <a:ext cx="8327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section provides actionable guidelines and recommendations for writing effective prompts.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Learn best practices to write clear, robust, and reliable prompts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8"/>
          <p:cNvSpPr txBox="1"/>
          <p:nvPr/>
        </p:nvSpPr>
        <p:spPr>
          <a:xfrm>
            <a:off x="1006459" y="1266728"/>
            <a:ext cx="650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structural markers for clarity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readability and model consistency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3" name="Google Shape;1803;p18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Format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Delimiters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4" name="Google Shape;1804;p18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5" name="Google Shape;18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075" y="2051525"/>
            <a:ext cx="6008800" cy="45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9"/>
          <p:cNvSpPr/>
          <p:nvPr/>
        </p:nvSpPr>
        <p:spPr>
          <a:xfrm>
            <a:off x="228600" y="1311500"/>
            <a:ext cx="5591100" cy="4487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5400">
            <a:solidFill>
              <a:srgbClr val="0482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9"/>
          <p:cNvSpPr/>
          <p:nvPr/>
        </p:nvSpPr>
        <p:spPr>
          <a:xfrm>
            <a:off x="6536950" y="1270500"/>
            <a:ext cx="5422500" cy="4528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5400">
            <a:solidFill>
              <a:srgbClr val="0482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9"/>
          <p:cNvSpPr txBox="1"/>
          <p:nvPr/>
        </p:nvSpPr>
        <p:spPr>
          <a:xfrm>
            <a:off x="1053800" y="1757550"/>
            <a:ext cx="37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Delimiters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9"/>
          <p:cNvSpPr/>
          <p:nvPr/>
        </p:nvSpPr>
        <p:spPr>
          <a:xfrm>
            <a:off x="891625" y="2559600"/>
            <a:ext cx="4047000" cy="18324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Generate a customer email reply to this message: I received the wrong item. Please help! Include a greeting and signature.</a:t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14" name="Google Shape;1814;p19"/>
          <p:cNvSpPr txBox="1"/>
          <p:nvPr/>
        </p:nvSpPr>
        <p:spPr>
          <a:xfrm>
            <a:off x="457225" y="4435225"/>
            <a:ext cx="491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Unclear structure , inconsistent results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5" name="Google Shape;1815;p19"/>
          <p:cNvSpPr txBox="1"/>
          <p:nvPr/>
        </p:nvSpPr>
        <p:spPr>
          <a:xfrm>
            <a:off x="7271825" y="1757550"/>
            <a:ext cx="37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Delimiters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9"/>
          <p:cNvSpPr/>
          <p:nvPr/>
        </p:nvSpPr>
        <p:spPr>
          <a:xfrm>
            <a:off x="6672650" y="2233950"/>
            <a:ext cx="5252700" cy="2309700"/>
          </a:xfrm>
          <a:prstGeom prst="rect">
            <a:avLst/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### TASK</a:t>
            </a:r>
            <a:endParaRPr b="1" i="0" sz="17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Generate a customer email reply</a:t>
            </a:r>
            <a:b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</a:br>
            <a:endParaRPr b="1" i="0" sz="17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### CUSTOMER MESSAGE</a:t>
            </a:r>
            <a:endParaRPr b="1" i="0" sz="17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I received the wrong item. Please help!</a:t>
            </a:r>
            <a:b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</a:br>
            <a:endParaRPr b="1" i="0" sz="17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### FORMAT</a:t>
            </a:r>
            <a:endParaRPr b="1" i="0" sz="17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Include greeting and signature</a:t>
            </a:r>
            <a:endParaRPr b="1" i="0" sz="17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17" name="Google Shape;1817;p19"/>
          <p:cNvSpPr txBox="1"/>
          <p:nvPr/>
        </p:nvSpPr>
        <p:spPr>
          <a:xfrm>
            <a:off x="7729550" y="4543525"/>
            <a:ext cx="38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Clear structure, consistent results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8" name="Google Shape;18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9350" y="4578975"/>
            <a:ext cx="360200" cy="36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9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Format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Delimiters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0" name="Google Shape;1820;p19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20"/>
          <p:cNvSpPr/>
          <p:nvPr/>
        </p:nvSpPr>
        <p:spPr>
          <a:xfrm>
            <a:off x="1475600" y="2021900"/>
            <a:ext cx="8148900" cy="22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Treat prompt like a brief to a junior analyst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Consider your prompt as instructions you'd give to an assistant who is capable but needs clear direction.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 on intent and clarity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precise about your goals and ensure your instructions are unambiguous and well-defined.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Ask yourself: What do I want the model to do, exactly?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Reflect on the specific output you're seeking before writing your prompt.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20"/>
          <p:cNvSpPr txBox="1"/>
          <p:nvPr/>
        </p:nvSpPr>
        <p:spPr>
          <a:xfrm>
            <a:off x="525548" y="543433"/>
            <a:ext cx="746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Prompting Philosophy </a:t>
            </a:r>
            <a:b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What Are You Really Asking?</a:t>
            </a:r>
            <a:endParaRPr b="0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7" name="Google Shape;1827;p20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8" name="Google Shape;18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525" y="4634250"/>
            <a:ext cx="9733474" cy="16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21"/>
          <p:cNvSpPr txBox="1"/>
          <p:nvPr/>
        </p:nvSpPr>
        <p:spPr>
          <a:xfrm>
            <a:off x="1903150" y="5176605"/>
            <a:ext cx="797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Clear, structured prompts lead to more reliable outputs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4" name="Google Shape;1834;p21"/>
          <p:cNvSpPr txBox="1"/>
          <p:nvPr/>
        </p:nvSpPr>
        <p:spPr>
          <a:xfrm>
            <a:off x="1396725" y="1620550"/>
            <a:ext cx="9477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600"/>
              <a:buFont typeface="Poppins"/>
              <a:buChar char="✔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Define task, tone, and output format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b="0" i="0" sz="14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600"/>
              <a:buFont typeface="Poppins"/>
              <a:buChar char="✔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Use consistent templates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b="0" i="0" sz="14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600"/>
              <a:buFont typeface="Poppins"/>
              <a:buChar char="✔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Be explicit — never assume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b="0" i="0" sz="14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600"/>
              <a:buFont typeface="Poppins"/>
              <a:buChar char="✔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Test with multiple input scenarios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b="0" i="0" sz="14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600"/>
              <a:buFont typeface="Poppins"/>
              <a:buChar char="✔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Always validate critical outputs</a:t>
            </a:r>
            <a:endParaRPr b="0" i="0" sz="24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35" name="Google Shape;1835;p21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Do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Effective Prompting Practices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6" name="Google Shape;1836;p21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22"/>
          <p:cNvSpPr/>
          <p:nvPr/>
        </p:nvSpPr>
        <p:spPr>
          <a:xfrm>
            <a:off x="2435766" y="2026591"/>
            <a:ext cx="60960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Avoid vague verbs like improve or optimize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Don't bundle unrelated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Don't assume domain knowledge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Don't ignore output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Don't forget about token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22"/>
          <p:cNvSpPr txBox="1"/>
          <p:nvPr/>
        </p:nvSpPr>
        <p:spPr>
          <a:xfrm>
            <a:off x="525548" y="543433"/>
            <a:ext cx="74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Don'ts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Prompting Pitfalls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3" name="Google Shape;1843;p22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8" name="Google Shape;1848;p23"/>
          <p:cNvGrpSpPr/>
          <p:nvPr/>
        </p:nvGrpSpPr>
        <p:grpSpPr>
          <a:xfrm>
            <a:off x="2112042" y="1176199"/>
            <a:ext cx="7736808" cy="4661209"/>
            <a:chOff x="2112081" y="1293270"/>
            <a:chExt cx="7736808" cy="4661209"/>
          </a:xfrm>
        </p:grpSpPr>
        <p:sp>
          <p:nvSpPr>
            <p:cNvPr id="1849" name="Google Shape;1849;p23"/>
            <p:cNvSpPr/>
            <p:nvPr/>
          </p:nvSpPr>
          <p:spPr>
            <a:xfrm>
              <a:off x="2112081" y="1325329"/>
              <a:ext cx="4629150" cy="4629150"/>
            </a:xfrm>
            <a:prstGeom prst="pie">
              <a:avLst>
                <a:gd fmla="val 5400000" name="adj1"/>
                <a:gd fmla="val 16200000" name="adj2"/>
              </a:avLst>
            </a:prstGeom>
            <a:solidFill>
              <a:srgbClr val="FADAE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4448175" y="1293270"/>
              <a:ext cx="5400675" cy="971566"/>
            </a:xfrm>
            <a:custGeom>
              <a:rect b="b" l="l" r="r" t="t"/>
              <a:pathLst>
                <a:path extrusionOk="0" h="971566" w="5400675">
                  <a:moveTo>
                    <a:pt x="0" y="0"/>
                  </a:moveTo>
                  <a:lnTo>
                    <a:pt x="5400675" y="0"/>
                  </a:lnTo>
                  <a:lnTo>
                    <a:pt x="5400675" y="971566"/>
                  </a:lnTo>
                  <a:lnTo>
                    <a:pt x="0" y="97156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ADA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2775" lIns="26650" spcFirstLastPara="1" rIns="26650" wrap="square" tIns="2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Build and reuse modular prompt components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2619660" y="2245648"/>
              <a:ext cx="3657028" cy="3657028"/>
            </a:xfrm>
            <a:prstGeom prst="pie">
              <a:avLst>
                <a:gd fmla="val 5400000" name="adj1"/>
                <a:gd fmla="val 16200000" name="adj2"/>
              </a:avLst>
            </a:prstGeom>
            <a:solidFill>
              <a:srgbClr val="F193B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4448175" y="2285820"/>
              <a:ext cx="5400675" cy="985459"/>
            </a:xfrm>
            <a:custGeom>
              <a:rect b="b" l="l" r="r" t="t"/>
              <a:pathLst>
                <a:path extrusionOk="0" h="985459" w="5400675">
                  <a:moveTo>
                    <a:pt x="0" y="0"/>
                  </a:moveTo>
                  <a:lnTo>
                    <a:pt x="5400675" y="0"/>
                  </a:lnTo>
                  <a:lnTo>
                    <a:pt x="5400675" y="985459"/>
                  </a:lnTo>
                  <a:lnTo>
                    <a:pt x="0" y="98545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6B6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2525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105721" y="3215173"/>
              <a:ext cx="2684907" cy="2684907"/>
            </a:xfrm>
            <a:prstGeom prst="pie">
              <a:avLst>
                <a:gd fmla="val 5400000" name="adj1"/>
                <a:gd fmla="val 16200000" name="adj2"/>
              </a:avLst>
            </a:prstGeom>
            <a:solidFill>
              <a:srgbClr val="F193B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4448175" y="3284899"/>
              <a:ext cx="5400675" cy="944201"/>
            </a:xfrm>
            <a:custGeom>
              <a:rect b="b" l="l" r="r" t="t"/>
              <a:pathLst>
                <a:path extrusionOk="0" h="944201" w="5400675">
                  <a:moveTo>
                    <a:pt x="0" y="0"/>
                  </a:moveTo>
                  <a:lnTo>
                    <a:pt x="5400675" y="0"/>
                  </a:lnTo>
                  <a:lnTo>
                    <a:pt x="5400675" y="944201"/>
                  </a:lnTo>
                  <a:lnTo>
                    <a:pt x="0" y="944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193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0400" lIns="26650" spcFirstLastPara="1" rIns="26650" wrap="square" tIns="26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         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Track performance and iterate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Evaluate outputs critically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91782" y="4203054"/>
              <a:ext cx="1712785" cy="1712785"/>
            </a:xfrm>
            <a:prstGeom prst="pie">
              <a:avLst>
                <a:gd fmla="val 5400000" name="adj1"/>
                <a:gd fmla="val 16200000" name="adj2"/>
              </a:avLst>
            </a:prstGeom>
            <a:solidFill>
              <a:srgbClr val="CE195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4448175" y="4248139"/>
              <a:ext cx="5400675" cy="898955"/>
            </a:xfrm>
            <a:custGeom>
              <a:rect b="b" l="l" r="r" t="t"/>
              <a:pathLst>
                <a:path extrusionOk="0" h="898955" w="5400675">
                  <a:moveTo>
                    <a:pt x="0" y="0"/>
                  </a:moveTo>
                  <a:lnTo>
                    <a:pt x="5400675" y="0"/>
                  </a:lnTo>
                  <a:lnTo>
                    <a:pt x="5400675" y="898955"/>
                  </a:lnTo>
                  <a:lnTo>
                    <a:pt x="0" y="89895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CE19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6875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A/B testing for high-stakes prompts</a:t>
              </a:r>
              <a:endPara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4077843" y="5172450"/>
              <a:ext cx="740663" cy="740663"/>
            </a:xfrm>
            <a:prstGeom prst="pie">
              <a:avLst>
                <a:gd fmla="val 5400000" name="adj1"/>
                <a:gd fmla="val 16200000" name="adj2"/>
              </a:avLst>
            </a:prstGeom>
            <a:solidFill>
              <a:srgbClr val="8910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4448214" y="5172457"/>
              <a:ext cx="5400675" cy="740663"/>
            </a:xfrm>
            <a:custGeom>
              <a:rect b="b" l="l" r="r" t="t"/>
              <a:pathLst>
                <a:path extrusionOk="0" h="740663" w="5400675">
                  <a:moveTo>
                    <a:pt x="0" y="0"/>
                  </a:moveTo>
                  <a:lnTo>
                    <a:pt x="5400675" y="0"/>
                  </a:lnTo>
                  <a:lnTo>
                    <a:pt x="5400675" y="740663"/>
                  </a:lnTo>
                  <a:lnTo>
                    <a:pt x="0" y="74066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8910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Never expose sensitive data to open models</a:t>
              </a:r>
              <a:endPara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9" name="Google Shape;1859;p23"/>
          <p:cNvSpPr txBox="1"/>
          <p:nvPr/>
        </p:nvSpPr>
        <p:spPr>
          <a:xfrm>
            <a:off x="3506750" y="1317500"/>
            <a:ext cx="881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23"/>
          <p:cNvSpPr txBox="1"/>
          <p:nvPr/>
        </p:nvSpPr>
        <p:spPr>
          <a:xfrm>
            <a:off x="3506751" y="2416599"/>
            <a:ext cx="98296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📊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23"/>
          <p:cNvSpPr txBox="1"/>
          <p:nvPr/>
        </p:nvSpPr>
        <p:spPr>
          <a:xfrm>
            <a:off x="3715893" y="3356949"/>
            <a:ext cx="7489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23"/>
          <p:cNvSpPr txBox="1"/>
          <p:nvPr/>
        </p:nvSpPr>
        <p:spPr>
          <a:xfrm>
            <a:off x="3512954" y="4233012"/>
            <a:ext cx="69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23"/>
          <p:cNvSpPr txBox="1"/>
          <p:nvPr/>
        </p:nvSpPr>
        <p:spPr>
          <a:xfrm>
            <a:off x="3675430" y="5142588"/>
            <a:ext cx="54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23"/>
          <p:cNvSpPr txBox="1"/>
          <p:nvPr/>
        </p:nvSpPr>
        <p:spPr>
          <a:xfrm>
            <a:off x="3005500" y="5867400"/>
            <a:ext cx="7192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Remember: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Good prompting practices lead to better, more reliable AI outputs and can significantly reduce hallucinations and errors.</a:t>
            </a:r>
            <a:endParaRPr b="0" i="0" sz="14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23"/>
          <p:cNvSpPr txBox="1"/>
          <p:nvPr/>
        </p:nvSpPr>
        <p:spPr>
          <a:xfrm>
            <a:off x="525549" y="543425"/>
            <a:ext cx="344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Prompting Hygiene – </a:t>
            </a:r>
            <a:br>
              <a:rPr b="1" i="0" lang="en-US" sz="19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Recommendations</a:t>
            </a:r>
            <a:endParaRPr b="1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6" name="Google Shape;1866;p23"/>
          <p:cNvSpPr/>
          <p:nvPr/>
        </p:nvSpPr>
        <p:spPr>
          <a:xfrm>
            <a:off x="525560" y="39500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7" name="Google Shape;18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5425" y="2371250"/>
            <a:ext cx="543599" cy="54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74306a2e05_0_598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g374306a2e05_0_598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 / 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74306a2e05_0_603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g374306a2e05_0_603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HOME</dc:creator>
</cp:coreProperties>
</file>