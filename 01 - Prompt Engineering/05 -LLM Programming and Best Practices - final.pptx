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8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6858000" cx="12192000"/>
  <p:notesSz cx="6858000" cy="9144000"/>
  <p:embeddedFontLst>
    <p:embeddedFont>
      <p:font typeface="Poppins"/>
      <p:regular r:id="rId25"/>
      <p:bold r:id="rId26"/>
      <p:italic r:id="rId27"/>
      <p:boldItalic r:id="rId28"/>
    </p:embeddedFont>
    <p:embeddedFont>
      <p:font typeface="IBM Plex Mono Light"/>
      <p:regular r:id="rId29"/>
      <p:bold r:id="rId30"/>
      <p:italic r:id="rId31"/>
      <p:boldItalic r:id="rId32"/>
    </p:embeddedFont>
    <p:embeddedFont>
      <p:font typeface="Open Sans Light"/>
      <p:regular r:id="rId33"/>
      <p:bold r:id="rId34"/>
      <p:italic r:id="rId35"/>
      <p:boldItalic r:id="rId36"/>
    </p:embeddedFont>
    <p:embeddedFont>
      <p:font typeface="Open Sans"/>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134">
          <p15:clr>
            <a:srgbClr val="A4A3A4"/>
          </p15:clr>
        </p15:guide>
        <p15:guide id="2" pos="744">
          <p15:clr>
            <a:srgbClr val="A4A3A4"/>
          </p15:clr>
        </p15:guide>
      </p15:sldGuideLst>
    </p:ext>
    <p:ext uri="GoogleSlidesCustomDataVersion2">
      <go:slidesCustomData xmlns:go="http://customooxmlschemas.google.com/" r:id="rId41" roundtripDataSignature="AMtx7mhENd2bgiE9W57tmkZ0xfFNW5IU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134" orient="horz"/>
        <p:guide pos="744"/>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boldItalic.fntdata"/><Relationship Id="rId20" Type="http://schemas.openxmlformats.org/officeDocument/2006/relationships/slide" Target="slides/slide14.xml"/><Relationship Id="rId41" Type="http://customschemas.google.com/relationships/presentationmetadata" Target="meta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Poppins-bold.fntdata"/><Relationship Id="rId25" Type="http://schemas.openxmlformats.org/officeDocument/2006/relationships/font" Target="fonts/Poppins-regular.fntdata"/><Relationship Id="rId28" Type="http://schemas.openxmlformats.org/officeDocument/2006/relationships/font" Target="fonts/Poppins-boldItalic.fntdata"/><Relationship Id="rId27" Type="http://schemas.openxmlformats.org/officeDocument/2006/relationships/font" Target="fonts/Poppins-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IBMPlexMonoLight-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BMPlexMonoLight-italic.fntdata"/><Relationship Id="rId30" Type="http://schemas.openxmlformats.org/officeDocument/2006/relationships/font" Target="fonts/IBMPlexMonoLight-bold.fntdata"/><Relationship Id="rId11" Type="http://schemas.openxmlformats.org/officeDocument/2006/relationships/slide" Target="slides/slide5.xml"/><Relationship Id="rId33" Type="http://schemas.openxmlformats.org/officeDocument/2006/relationships/font" Target="fonts/OpenSansLight-regular.fntdata"/><Relationship Id="rId10" Type="http://schemas.openxmlformats.org/officeDocument/2006/relationships/slide" Target="slides/slide4.xml"/><Relationship Id="rId32" Type="http://schemas.openxmlformats.org/officeDocument/2006/relationships/font" Target="fonts/IBMPlexMonoLight-boldItalic.fntdata"/><Relationship Id="rId13" Type="http://schemas.openxmlformats.org/officeDocument/2006/relationships/slide" Target="slides/slide7.xml"/><Relationship Id="rId35" Type="http://schemas.openxmlformats.org/officeDocument/2006/relationships/font" Target="fonts/OpenSansLight-italic.fntdata"/><Relationship Id="rId12" Type="http://schemas.openxmlformats.org/officeDocument/2006/relationships/slide" Target="slides/slide6.xml"/><Relationship Id="rId34" Type="http://schemas.openxmlformats.org/officeDocument/2006/relationships/font" Target="fonts/OpenSansLight-bold.fntdata"/><Relationship Id="rId15" Type="http://schemas.openxmlformats.org/officeDocument/2006/relationships/slide" Target="slides/slide9.xml"/><Relationship Id="rId37" Type="http://schemas.openxmlformats.org/officeDocument/2006/relationships/font" Target="fonts/OpenSans-regular.fntdata"/><Relationship Id="rId14" Type="http://schemas.openxmlformats.org/officeDocument/2006/relationships/slide" Target="slides/slide8.xml"/><Relationship Id="rId36" Type="http://schemas.openxmlformats.org/officeDocument/2006/relationships/font" Target="fonts/OpenSansLight-boldItalic.fntdata"/><Relationship Id="rId17" Type="http://schemas.openxmlformats.org/officeDocument/2006/relationships/slide" Target="slides/slide11.xml"/><Relationship Id="rId39" Type="http://schemas.openxmlformats.org/officeDocument/2006/relationships/font" Target="fonts/OpenSans-italic.fntdata"/><Relationship Id="rId16" Type="http://schemas.openxmlformats.org/officeDocument/2006/relationships/slide" Target="slides/slide10.xml"/><Relationship Id="rId38" Type="http://schemas.openxmlformats.org/officeDocument/2006/relationships/font" Target="fonts/OpenSans-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g372a3a90f18_0_5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92" name="Google Shape;1092;g372a3a90f18_0_5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0" name="Shape 1100"/>
        <p:cNvGrpSpPr/>
        <p:nvPr/>
      </p:nvGrpSpPr>
      <p:grpSpPr>
        <a:xfrm>
          <a:off x="0" y="0"/>
          <a:ext cx="0" cy="0"/>
          <a:chOff x="0" y="0"/>
          <a:chExt cx="0" cy="0"/>
        </a:xfrm>
      </p:grpSpPr>
      <p:sp>
        <p:nvSpPr>
          <p:cNvPr id="1101" name="Google Shape;1101;g372a3a90f18_0_5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2" name="Google Shape;1102;g372a3a90f18_0_5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IN" sz="1000">
                <a:solidFill>
                  <a:schemeClr val="dk1"/>
                </a:solidFill>
              </a:rPr>
              <a:t>Hello everyone, welcome to this session on Prompt Engineering 101. My name is [Your Name] and over the next two hours, we’re going to dive deep into how we can craft effective prompts for Large Language Models like ChatGPT, Claude, and Gemini. We’ll not only learn the concepts but also do live demonstrations so you can see the impact of good prompt design in real-time. By the end of this session, you’ll have a toolkit of patterns and techniques you can start using immediately.</a:t>
            </a:r>
            <a:endParaRPr sz="1000">
              <a:solidFill>
                <a:schemeClr val="dk1"/>
              </a:solidFill>
            </a:endParaRPr>
          </a:p>
          <a:p>
            <a:pPr indent="0" lvl="0" marL="0" rtl="0" algn="l">
              <a:lnSpc>
                <a:spcPct val="100000"/>
              </a:lnSpc>
              <a:spcBef>
                <a:spcPts val="0"/>
              </a:spcBef>
              <a:spcAft>
                <a:spcPts val="0"/>
              </a:spcAft>
              <a:buSzPts val="1100"/>
              <a:buNone/>
            </a:pPr>
            <a:r>
              <a:t/>
            </a:r>
            <a:endParaRPr/>
          </a:p>
        </p:txBody>
      </p:sp>
      <p:sp>
        <p:nvSpPr>
          <p:cNvPr id="1110" name="Google Shape;1110;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g372a3a90f18_0_23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IN" sz="1000">
                <a:solidFill>
                  <a:schemeClr val="dk1"/>
                </a:solidFill>
              </a:rPr>
              <a:t>Prompt engineering is essentially the art and science of crafting the right inputs so that an AI model can give you the most accurate, useful, and contextually relevant output. Think of it as giving instructions to a very literal but very capable assistant. If your instructions are clear and well-structured, the results will be better. A simple analogy is that a prompt is like an instruction sheet for a human worker — the clearer the sheet, the better the work.</a:t>
            </a:r>
            <a:endParaRPr sz="1000">
              <a:solidFill>
                <a:schemeClr val="dk1"/>
              </a:solidFill>
            </a:endParaRPr>
          </a:p>
          <a:p>
            <a:pPr indent="0" lvl="0" marL="0" rtl="0" algn="l">
              <a:lnSpc>
                <a:spcPct val="100000"/>
              </a:lnSpc>
              <a:spcBef>
                <a:spcPts val="0"/>
              </a:spcBef>
              <a:spcAft>
                <a:spcPts val="0"/>
              </a:spcAft>
              <a:buSzPts val="1100"/>
              <a:buNone/>
            </a:pPr>
            <a:r>
              <a:t/>
            </a:r>
            <a:endParaRPr/>
          </a:p>
        </p:txBody>
      </p:sp>
      <p:sp>
        <p:nvSpPr>
          <p:cNvPr id="1119" name="Google Shape;1119;g372a3a90f18_0_23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g34550a05580_1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IN" sz="1000">
                <a:solidFill>
                  <a:schemeClr val="dk1"/>
                </a:solidFill>
              </a:rPr>
              <a:t>Prompt engineering is essentially the art and science of crafting the right inputs so that an AI model can give you the most accurate, useful, and contextually relevant output. Think of it as giving instructions to a very literal but very capable assistant. If your instructions are clear and well-structured, the results will be better. A simple analogy is that a prompt is like an instruction sheet for a human worker — the clearer the sheet, the better the work.</a:t>
            </a:r>
            <a:endParaRPr sz="1000">
              <a:solidFill>
                <a:schemeClr val="dk1"/>
              </a:solidFill>
            </a:endParaRPr>
          </a:p>
          <a:p>
            <a:pPr indent="0" lvl="0" marL="0" rtl="0" algn="l">
              <a:lnSpc>
                <a:spcPct val="100000"/>
              </a:lnSpc>
              <a:spcBef>
                <a:spcPts val="0"/>
              </a:spcBef>
              <a:spcAft>
                <a:spcPts val="0"/>
              </a:spcAft>
              <a:buSzPts val="1100"/>
              <a:buNone/>
            </a:pPr>
            <a:r>
              <a:t/>
            </a:r>
            <a:endParaRPr/>
          </a:p>
        </p:txBody>
      </p:sp>
      <p:sp>
        <p:nvSpPr>
          <p:cNvPr id="1130" name="Google Shape;1130;g34550a05580_1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g34550a05580_1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IN" sz="1000">
                <a:solidFill>
                  <a:schemeClr val="dk1"/>
                </a:solidFill>
              </a:rPr>
              <a:t>Prompt engineering is essentially the art and science of crafting the right inputs so that an AI model can give you the most accurate, useful, and contextually relevant output. Think of it as giving instructions to a very literal but very capable assistant. If your instructions are clear and well-structured, the results will be better. A simple analogy is that a prompt is like an instruction sheet for a human worker — the clearer the sheet, the better the work.</a:t>
            </a:r>
            <a:endParaRPr sz="1000">
              <a:solidFill>
                <a:schemeClr val="dk1"/>
              </a:solidFill>
            </a:endParaRPr>
          </a:p>
          <a:p>
            <a:pPr indent="0" lvl="0" marL="0" rtl="0" algn="l">
              <a:lnSpc>
                <a:spcPct val="100000"/>
              </a:lnSpc>
              <a:spcBef>
                <a:spcPts val="0"/>
              </a:spcBef>
              <a:spcAft>
                <a:spcPts val="0"/>
              </a:spcAft>
              <a:buSzPts val="1100"/>
              <a:buNone/>
            </a:pPr>
            <a:r>
              <a:t/>
            </a:r>
            <a:endParaRPr/>
          </a:p>
        </p:txBody>
      </p:sp>
      <p:sp>
        <p:nvSpPr>
          <p:cNvPr id="1151" name="Google Shape;1151;g34550a05580_1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6" name="Shape 1166"/>
        <p:cNvGrpSpPr/>
        <p:nvPr/>
      </p:nvGrpSpPr>
      <p:grpSpPr>
        <a:xfrm>
          <a:off x="0" y="0"/>
          <a:ext cx="0" cy="0"/>
          <a:chOff x="0" y="0"/>
          <a:chExt cx="0" cy="0"/>
        </a:xfrm>
      </p:grpSpPr>
      <p:sp>
        <p:nvSpPr>
          <p:cNvPr id="1167" name="Google Shape;1167;g34550a05580_1_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IN" sz="1000">
                <a:solidFill>
                  <a:schemeClr val="dk1"/>
                </a:solidFill>
              </a:rPr>
              <a:t>Prompt engineering is essentially the art and science of crafting the right inputs so that an AI model can give you the most accurate, useful, and contextually relevant output. Think of it as giving instructions to a very literal but very capable assistant. If your instructions are clear and well-structured, the results will be better. A simple analogy is that a prompt is like an instruction sheet for a human worker — the clearer the sheet, the better the work.</a:t>
            </a:r>
            <a:endParaRPr sz="1000">
              <a:solidFill>
                <a:schemeClr val="dk1"/>
              </a:solidFill>
            </a:endParaRPr>
          </a:p>
          <a:p>
            <a:pPr indent="0" lvl="0" marL="0" rtl="0" algn="l">
              <a:lnSpc>
                <a:spcPct val="100000"/>
              </a:lnSpc>
              <a:spcBef>
                <a:spcPts val="0"/>
              </a:spcBef>
              <a:spcAft>
                <a:spcPts val="0"/>
              </a:spcAft>
              <a:buSzPts val="1100"/>
              <a:buNone/>
            </a:pPr>
            <a:r>
              <a:t/>
            </a:r>
            <a:endParaRPr/>
          </a:p>
        </p:txBody>
      </p:sp>
      <p:sp>
        <p:nvSpPr>
          <p:cNvPr id="1168" name="Google Shape;1168;g34550a05580_1_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g34550a05580_1_7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7" name="Google Shape;1187;g34550a05580_1_7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3" name="Shape 1203"/>
        <p:cNvGrpSpPr/>
        <p:nvPr/>
      </p:nvGrpSpPr>
      <p:grpSpPr>
        <a:xfrm>
          <a:off x="0" y="0"/>
          <a:ext cx="0" cy="0"/>
          <a:chOff x="0" y="0"/>
          <a:chExt cx="0" cy="0"/>
        </a:xfrm>
      </p:grpSpPr>
      <p:sp>
        <p:nvSpPr>
          <p:cNvPr id="1204" name="Google Shape;1204;g3756668dbee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5" name="Google Shape;1205;g3756668dbee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1" name="Shape 1221"/>
        <p:cNvGrpSpPr/>
        <p:nvPr/>
      </p:nvGrpSpPr>
      <p:grpSpPr>
        <a:xfrm>
          <a:off x="0" y="0"/>
          <a:ext cx="0" cy="0"/>
          <a:chOff x="0" y="0"/>
          <a:chExt cx="0" cy="0"/>
        </a:xfrm>
      </p:grpSpPr>
      <p:sp>
        <p:nvSpPr>
          <p:cNvPr id="1222" name="Google Shape;1222;g34550a05580_1_13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IN" sz="1000">
                <a:solidFill>
                  <a:schemeClr val="dk1"/>
                </a:solidFill>
              </a:rPr>
              <a:t>Prompt engineering is essentially the art and science of crafting the right inputs so that an AI model can give you the most accurate, useful, and contextually relevant output. Think of it as giving instructions to a very literal but very capable assistant. If your instructions are clear and well-structured, the results will be better. A simple analogy is that a prompt is like an instruction sheet for a human worker — the clearer the sheet, the better the work.</a:t>
            </a:r>
            <a:endParaRPr sz="1000">
              <a:solidFill>
                <a:schemeClr val="dk1"/>
              </a:solidFill>
            </a:endParaRPr>
          </a:p>
          <a:p>
            <a:pPr indent="0" lvl="0" marL="0" rtl="0" algn="l">
              <a:lnSpc>
                <a:spcPct val="100000"/>
              </a:lnSpc>
              <a:spcBef>
                <a:spcPts val="0"/>
              </a:spcBef>
              <a:spcAft>
                <a:spcPts val="0"/>
              </a:spcAft>
              <a:buSzPts val="1100"/>
              <a:buNone/>
            </a:pPr>
            <a:r>
              <a:t/>
            </a:r>
            <a:endParaRPr/>
          </a:p>
        </p:txBody>
      </p:sp>
      <p:sp>
        <p:nvSpPr>
          <p:cNvPr id="1223" name="Google Shape;1223;g34550a05580_1_13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2" name="Shape 1242"/>
        <p:cNvGrpSpPr/>
        <p:nvPr/>
      </p:nvGrpSpPr>
      <p:grpSpPr>
        <a:xfrm>
          <a:off x="0" y="0"/>
          <a:ext cx="0" cy="0"/>
          <a:chOff x="0" y="0"/>
          <a:chExt cx="0" cy="0"/>
        </a:xfrm>
      </p:grpSpPr>
      <p:sp>
        <p:nvSpPr>
          <p:cNvPr id="1243" name="Google Shape;1243;g34550a05580_1_13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IN" sz="1000">
                <a:solidFill>
                  <a:schemeClr val="dk1"/>
                </a:solidFill>
              </a:rPr>
              <a:t>Prompt engineering is essentially the art and science of crafting the right inputs so that an AI model can give you the most accurate, useful, and contextually relevant output. Think of it as giving instructions to a very literal but very capable assistant. If your instructions are clear and well-structured, the results will be better. A simple analogy is that a prompt is like an instruction sheet for a human worker — the clearer the sheet, the better the work.</a:t>
            </a:r>
            <a:endParaRPr sz="1000">
              <a:solidFill>
                <a:schemeClr val="dk1"/>
              </a:solidFill>
            </a:endParaRPr>
          </a:p>
          <a:p>
            <a:pPr indent="0" lvl="0" marL="0" rtl="0" algn="l">
              <a:lnSpc>
                <a:spcPct val="100000"/>
              </a:lnSpc>
              <a:spcBef>
                <a:spcPts val="0"/>
              </a:spcBef>
              <a:spcAft>
                <a:spcPts val="0"/>
              </a:spcAft>
              <a:buSzPts val="1100"/>
              <a:buNone/>
            </a:pPr>
            <a:r>
              <a:t/>
            </a:r>
            <a:endParaRPr/>
          </a:p>
        </p:txBody>
      </p:sp>
      <p:sp>
        <p:nvSpPr>
          <p:cNvPr id="1244" name="Google Shape;1244;g34550a05580_1_13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1" name="Shape 1261"/>
        <p:cNvGrpSpPr/>
        <p:nvPr/>
      </p:nvGrpSpPr>
      <p:grpSpPr>
        <a:xfrm>
          <a:off x="0" y="0"/>
          <a:ext cx="0" cy="0"/>
          <a:chOff x="0" y="0"/>
          <a:chExt cx="0" cy="0"/>
        </a:xfrm>
      </p:grpSpPr>
      <p:sp>
        <p:nvSpPr>
          <p:cNvPr id="1262" name="Google Shape;1262;g34550a05580_1_13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IN" sz="1000">
                <a:solidFill>
                  <a:schemeClr val="dk1"/>
                </a:solidFill>
              </a:rPr>
              <a:t>Prompt engineering is essentially the art and science of crafting the right inputs so that an AI model can give you the most accurate, useful, and contextually relevant output. Think of it as giving instructions to a very literal but very capable assistant. If your instructions are clear and well-structured, the results will be better. A simple analogy is that a prompt is like an instruction sheet for a human worker — the clearer the sheet, the better the work.</a:t>
            </a:r>
            <a:endParaRPr sz="1000">
              <a:solidFill>
                <a:schemeClr val="dk1"/>
              </a:solidFill>
            </a:endParaRPr>
          </a:p>
          <a:p>
            <a:pPr indent="0" lvl="0" marL="0" rtl="0" algn="l">
              <a:lnSpc>
                <a:spcPct val="100000"/>
              </a:lnSpc>
              <a:spcBef>
                <a:spcPts val="0"/>
              </a:spcBef>
              <a:spcAft>
                <a:spcPts val="0"/>
              </a:spcAft>
              <a:buSzPts val="1100"/>
              <a:buNone/>
            </a:pPr>
            <a:r>
              <a:t/>
            </a:r>
            <a:endParaRPr/>
          </a:p>
        </p:txBody>
      </p:sp>
      <p:sp>
        <p:nvSpPr>
          <p:cNvPr id="1263" name="Google Shape;1263;g34550a05580_1_13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g34550a05580_1_14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IN" sz="1000">
                <a:solidFill>
                  <a:schemeClr val="dk1"/>
                </a:solidFill>
              </a:rPr>
              <a:t>Prompt engineering is essentially the art and science of crafting the right inputs so that an AI model can give you the most accurate, useful, and contextually relevant output. Think of it as giving instructions to a very literal but very capable assistant. If your instructions are clear and well-structured, the results will be better. A simple analogy is that a prompt is like an instruction sheet for a human worker — the clearer the sheet, the better the work.</a:t>
            </a:r>
            <a:endParaRPr sz="1000">
              <a:solidFill>
                <a:schemeClr val="dk1"/>
              </a:solidFill>
            </a:endParaRPr>
          </a:p>
          <a:p>
            <a:pPr indent="0" lvl="0" marL="0" rtl="0" algn="l">
              <a:lnSpc>
                <a:spcPct val="100000"/>
              </a:lnSpc>
              <a:spcBef>
                <a:spcPts val="0"/>
              </a:spcBef>
              <a:spcAft>
                <a:spcPts val="0"/>
              </a:spcAft>
              <a:buSzPts val="1100"/>
              <a:buNone/>
            </a:pPr>
            <a:r>
              <a:t/>
            </a:r>
            <a:endParaRPr/>
          </a:p>
        </p:txBody>
      </p:sp>
      <p:sp>
        <p:nvSpPr>
          <p:cNvPr id="1280" name="Google Shape;1280;g34550a05580_1_14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7" name="Shape 1297"/>
        <p:cNvGrpSpPr/>
        <p:nvPr/>
      </p:nvGrpSpPr>
      <p:grpSpPr>
        <a:xfrm>
          <a:off x="0" y="0"/>
          <a:ext cx="0" cy="0"/>
          <a:chOff x="0" y="0"/>
          <a:chExt cx="0" cy="0"/>
        </a:xfrm>
      </p:grpSpPr>
      <p:sp>
        <p:nvSpPr>
          <p:cNvPr id="1298" name="Google Shape;1298;g34550a05580_1_14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9" name="Google Shape;1299;g34550a05580_1_14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5" name="Shape 1315"/>
        <p:cNvGrpSpPr/>
        <p:nvPr/>
      </p:nvGrpSpPr>
      <p:grpSpPr>
        <a:xfrm>
          <a:off x="0" y="0"/>
          <a:ext cx="0" cy="0"/>
          <a:chOff x="0" y="0"/>
          <a:chExt cx="0" cy="0"/>
        </a:xfrm>
      </p:grpSpPr>
      <p:sp>
        <p:nvSpPr>
          <p:cNvPr id="1316" name="Google Shape;1316;g3756668dbee_1_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7" name="Google Shape;1317;g3756668dbee_1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3" name="Shape 1333"/>
        <p:cNvGrpSpPr/>
        <p:nvPr/>
      </p:nvGrpSpPr>
      <p:grpSpPr>
        <a:xfrm>
          <a:off x="0" y="0"/>
          <a:ext cx="0" cy="0"/>
          <a:chOff x="0" y="0"/>
          <a:chExt cx="0" cy="0"/>
        </a:xfrm>
      </p:grpSpPr>
      <p:sp>
        <p:nvSpPr>
          <p:cNvPr id="1334" name="Google Shape;1334;g34550a05580_1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IN" sz="1000">
                <a:solidFill>
                  <a:schemeClr val="dk1"/>
                </a:solidFill>
              </a:rPr>
              <a:t>Prompt engineering is essentially the art and science of crafting the right inputs so that an AI model can give you the most accurate, useful, and contextually relevant output. Think of it as giving instructions to a very literal but very capable assistant. If your instructions are clear and well-structured, the results will be better. A simple analogy is that a prompt is like an instruction sheet for a human worker — the clearer the sheet, the better the work.</a:t>
            </a:r>
            <a:endParaRPr sz="1000">
              <a:solidFill>
                <a:schemeClr val="dk1"/>
              </a:solidFill>
            </a:endParaRPr>
          </a:p>
          <a:p>
            <a:pPr indent="0" lvl="0" marL="0" rtl="0" algn="l">
              <a:lnSpc>
                <a:spcPct val="100000"/>
              </a:lnSpc>
              <a:spcBef>
                <a:spcPts val="0"/>
              </a:spcBef>
              <a:spcAft>
                <a:spcPts val="0"/>
              </a:spcAft>
              <a:buSzPts val="1100"/>
              <a:buNone/>
            </a:pPr>
            <a:r>
              <a:t/>
            </a:r>
            <a:endParaRPr/>
          </a:p>
        </p:txBody>
      </p:sp>
      <p:sp>
        <p:nvSpPr>
          <p:cNvPr id="1335" name="Google Shape;1335;g34550a05580_1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8" name="Shape 1348"/>
        <p:cNvGrpSpPr/>
        <p:nvPr/>
      </p:nvGrpSpPr>
      <p:grpSpPr>
        <a:xfrm>
          <a:off x="0" y="0"/>
          <a:ext cx="0" cy="0"/>
          <a:chOff x="0" y="0"/>
          <a:chExt cx="0" cy="0"/>
        </a:xfrm>
      </p:grpSpPr>
      <p:sp>
        <p:nvSpPr>
          <p:cNvPr id="1349" name="Google Shape;1349;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0" name="Google Shape;1350;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4" name="Shape 1354"/>
        <p:cNvGrpSpPr/>
        <p:nvPr/>
      </p:nvGrpSpPr>
      <p:grpSpPr>
        <a:xfrm>
          <a:off x="0" y="0"/>
          <a:ext cx="0" cy="0"/>
          <a:chOff x="0" y="0"/>
          <a:chExt cx="0" cy="0"/>
        </a:xfrm>
      </p:grpSpPr>
      <p:sp>
        <p:nvSpPr>
          <p:cNvPr id="1355" name="Google Shape;1355;g372a3a90f18_0_24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6" name="Google Shape;1356;g372a3a90f18_0_24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7" name="Shape 7"/>
        <p:cNvGrpSpPr/>
        <p:nvPr/>
      </p:nvGrpSpPr>
      <p:grpSpPr>
        <a:xfrm>
          <a:off x="0" y="0"/>
          <a:ext cx="0" cy="0"/>
          <a:chOff x="0" y="0"/>
          <a:chExt cx="0" cy="0"/>
        </a:xfrm>
      </p:grpSpPr>
      <p:sp>
        <p:nvSpPr>
          <p:cNvPr id="8" name="Google Shape;8;g372a3a90f18_0_1745"/>
          <p:cNvSpPr/>
          <p:nvPr>
            <p:ph idx="2" type="pic"/>
          </p:nvPr>
        </p:nvSpPr>
        <p:spPr>
          <a:xfrm>
            <a:off x="1068777" y="837967"/>
            <a:ext cx="2873700" cy="5182200"/>
          </a:xfrm>
          <a:prstGeom prst="rect">
            <a:avLst/>
          </a:prstGeom>
          <a:solidFill>
            <a:schemeClr val="lt1"/>
          </a:solidFill>
          <a:ln>
            <a:noFill/>
          </a:ln>
        </p:spPr>
      </p:sp>
      <p:grpSp>
        <p:nvGrpSpPr>
          <p:cNvPr id="9" name="Google Shape;9;g372a3a90f18_0_1745"/>
          <p:cNvGrpSpPr/>
          <p:nvPr/>
        </p:nvGrpSpPr>
        <p:grpSpPr>
          <a:xfrm>
            <a:off x="-693518" y="-764200"/>
            <a:ext cx="2003005" cy="3742362"/>
            <a:chOff x="-367748" y="-573164"/>
            <a:chExt cx="1502291" cy="2806842"/>
          </a:xfrm>
        </p:grpSpPr>
        <p:grpSp>
          <p:nvGrpSpPr>
            <p:cNvPr id="10" name="Google Shape;10;g372a3a90f18_0_1745"/>
            <p:cNvGrpSpPr/>
            <p:nvPr/>
          </p:nvGrpSpPr>
          <p:grpSpPr>
            <a:xfrm rot="10800000">
              <a:off x="-191449" y="1507557"/>
              <a:ext cx="904666" cy="726121"/>
              <a:chOff x="7945225" y="4302000"/>
              <a:chExt cx="904666" cy="726121"/>
            </a:xfrm>
          </p:grpSpPr>
          <p:sp>
            <p:nvSpPr>
              <p:cNvPr id="11" name="Google Shape;11;g372a3a90f18_0_1745"/>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alpha val="44705"/>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12" name="Google Shape;12;g372a3a90f18_0_1745"/>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13" name="Google Shape;13;g372a3a90f18_0_1745"/>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sp>
          <p:nvSpPr>
            <p:cNvPr id="14" name="Google Shape;14;g372a3a90f18_0_1745"/>
            <p:cNvSpPr/>
            <p:nvPr/>
          </p:nvSpPr>
          <p:spPr>
            <a:xfrm>
              <a:off x="152767" y="-57254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F50403"/>
                </a:gs>
                <a:gs pos="40000">
                  <a:srgbClr val="F50403">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15" name="Google Shape;15;g372a3a90f18_0_1745"/>
            <p:cNvSpPr/>
            <p:nvPr/>
          </p:nvSpPr>
          <p:spPr>
            <a:xfrm>
              <a:off x="-6579" y="-573164"/>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F50403">
                    <a:alpha val="60784"/>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nvGrpSpPr>
            <p:cNvPr id="16" name="Google Shape;16;g372a3a90f18_0_1745"/>
            <p:cNvGrpSpPr/>
            <p:nvPr/>
          </p:nvGrpSpPr>
          <p:grpSpPr>
            <a:xfrm rot="10800000">
              <a:off x="-367748" y="-467133"/>
              <a:ext cx="699928" cy="1651024"/>
              <a:chOff x="8337812" y="3492483"/>
              <a:chExt cx="699928" cy="1651024"/>
            </a:xfrm>
          </p:grpSpPr>
          <p:sp>
            <p:nvSpPr>
              <p:cNvPr id="17" name="Google Shape;17;g372a3a90f18_0_1745"/>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5686"/>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18" name="Google Shape;18;g372a3a90f18_0_1745"/>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5686"/>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19" name="Google Shape;19;g372a3a90f18_0_1745"/>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5686"/>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grpSp>
      <p:grpSp>
        <p:nvGrpSpPr>
          <p:cNvPr id="20" name="Google Shape;20;g372a3a90f18_0_1745"/>
          <p:cNvGrpSpPr/>
          <p:nvPr/>
        </p:nvGrpSpPr>
        <p:grpSpPr>
          <a:xfrm>
            <a:off x="10058981" y="-228028"/>
            <a:ext cx="4669343" cy="7413455"/>
            <a:chOff x="7392021" y="-171025"/>
            <a:chExt cx="3502095" cy="5560230"/>
          </a:xfrm>
        </p:grpSpPr>
        <p:grpSp>
          <p:nvGrpSpPr>
            <p:cNvPr id="21" name="Google Shape;21;g372a3a90f18_0_1745"/>
            <p:cNvGrpSpPr/>
            <p:nvPr/>
          </p:nvGrpSpPr>
          <p:grpSpPr>
            <a:xfrm>
              <a:off x="7392021" y="539499"/>
              <a:ext cx="1518472" cy="3030657"/>
              <a:chOff x="7785196" y="342199"/>
              <a:chExt cx="1518472" cy="3030657"/>
            </a:xfrm>
          </p:grpSpPr>
          <p:sp>
            <p:nvSpPr>
              <p:cNvPr id="22" name="Google Shape;22;g372a3a90f18_0_1745"/>
              <p:cNvSpPr/>
              <p:nvPr/>
            </p:nvSpPr>
            <p:spPr>
              <a:xfrm rot="10800000">
                <a:off x="7882621" y="5394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23" name="Google Shape;23;g372a3a90f18_0_1745"/>
              <p:cNvSpPr/>
              <p:nvPr/>
            </p:nvSpPr>
            <p:spPr>
              <a:xfrm rot="10800000">
                <a:off x="7785196" y="3421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sp>
          <p:nvSpPr>
            <p:cNvPr id="24" name="Google Shape;24;g372a3a90f18_0_1745"/>
            <p:cNvSpPr/>
            <p:nvPr/>
          </p:nvSpPr>
          <p:spPr>
            <a:xfrm rot="5400000">
              <a:off x="8098189" y="-87718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nvGrpSpPr>
            <p:cNvPr id="25" name="Google Shape;25;g372a3a90f18_0_1745"/>
            <p:cNvGrpSpPr/>
            <p:nvPr/>
          </p:nvGrpSpPr>
          <p:grpSpPr>
            <a:xfrm>
              <a:off x="7740801" y="270000"/>
              <a:ext cx="3153315" cy="5119205"/>
              <a:chOff x="7740801" y="270000"/>
              <a:chExt cx="3153315" cy="5119205"/>
            </a:xfrm>
          </p:grpSpPr>
          <p:sp>
            <p:nvSpPr>
              <p:cNvPr id="26" name="Google Shape;26;g372a3a90f18_0_1745"/>
              <p:cNvSpPr/>
              <p:nvPr/>
            </p:nvSpPr>
            <p:spPr>
              <a:xfrm>
                <a:off x="7740801" y="27000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nvGrpSpPr>
              <p:cNvPr id="27" name="Google Shape;27;g372a3a90f18_0_1745"/>
              <p:cNvGrpSpPr/>
              <p:nvPr/>
            </p:nvGrpSpPr>
            <p:grpSpPr>
              <a:xfrm>
                <a:off x="8192875" y="4736396"/>
                <a:ext cx="134004" cy="134004"/>
                <a:chOff x="8356813" y="1074288"/>
                <a:chExt cx="351900" cy="351900"/>
              </a:xfrm>
            </p:grpSpPr>
            <p:sp>
              <p:nvSpPr>
                <p:cNvPr id="28" name="Google Shape;28;g372a3a90f18_0_1745"/>
                <p:cNvSpPr/>
                <p:nvPr/>
              </p:nvSpPr>
              <p:spPr>
                <a:xfrm>
                  <a:off x="8356813" y="1074288"/>
                  <a:ext cx="351900" cy="351900"/>
                </a:xfrm>
                <a:prstGeom prst="ellipse">
                  <a:avLst/>
                </a:prstGeom>
                <a:noFill/>
                <a:ln cap="flat" cmpd="sng" w="9525">
                  <a:solidFill>
                    <a:srgbClr val="F5040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29" name="Google Shape;29;g372a3a90f18_0_1745"/>
                <p:cNvSpPr/>
                <p:nvPr/>
              </p:nvSpPr>
              <p:spPr>
                <a:xfrm>
                  <a:off x="8406497" y="1123972"/>
                  <a:ext cx="252600" cy="252600"/>
                </a:xfrm>
                <a:prstGeom prst="ellipse">
                  <a:avLst/>
                </a:prstGeom>
                <a:gradFill>
                  <a:gsLst>
                    <a:gs pos="0">
                      <a:srgbClr val="F50403">
                        <a:alpha val="54509"/>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grpSp>
            <p:nvGrpSpPr>
              <p:cNvPr id="30" name="Google Shape;30;g372a3a90f18_0_1745"/>
              <p:cNvGrpSpPr/>
              <p:nvPr/>
            </p:nvGrpSpPr>
            <p:grpSpPr>
              <a:xfrm>
                <a:off x="8788200" y="3794721"/>
                <a:ext cx="134004" cy="134004"/>
                <a:chOff x="8356813" y="1074288"/>
                <a:chExt cx="351900" cy="351900"/>
              </a:xfrm>
            </p:grpSpPr>
            <p:sp>
              <p:nvSpPr>
                <p:cNvPr id="31" name="Google Shape;31;g372a3a90f18_0_1745"/>
                <p:cNvSpPr/>
                <p:nvPr/>
              </p:nvSpPr>
              <p:spPr>
                <a:xfrm>
                  <a:off x="8356813" y="1074288"/>
                  <a:ext cx="351900" cy="351900"/>
                </a:xfrm>
                <a:prstGeom prst="ellipse">
                  <a:avLst/>
                </a:prstGeom>
                <a:noFill/>
                <a:ln cap="flat" cmpd="sng" w="9525">
                  <a:solidFill>
                    <a:srgbClr val="F5040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32" name="Google Shape;32;g372a3a90f18_0_1745"/>
                <p:cNvSpPr/>
                <p:nvPr/>
              </p:nvSpPr>
              <p:spPr>
                <a:xfrm>
                  <a:off x="8406497" y="1123972"/>
                  <a:ext cx="252600" cy="252600"/>
                </a:xfrm>
                <a:prstGeom prst="ellipse">
                  <a:avLst/>
                </a:prstGeom>
                <a:gradFill>
                  <a:gsLst>
                    <a:gs pos="0">
                      <a:srgbClr val="9900FF">
                        <a:alpha val="4509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grpSp>
            <p:nvGrpSpPr>
              <p:cNvPr id="33" name="Google Shape;33;g372a3a90f18_0_1745"/>
              <p:cNvGrpSpPr/>
              <p:nvPr/>
            </p:nvGrpSpPr>
            <p:grpSpPr>
              <a:xfrm>
                <a:off x="8654175" y="2424671"/>
                <a:ext cx="134004" cy="134004"/>
                <a:chOff x="8356813" y="1074288"/>
                <a:chExt cx="351900" cy="351900"/>
              </a:xfrm>
            </p:grpSpPr>
            <p:sp>
              <p:nvSpPr>
                <p:cNvPr id="34" name="Google Shape;34;g372a3a90f18_0_1745"/>
                <p:cNvSpPr/>
                <p:nvPr/>
              </p:nvSpPr>
              <p:spPr>
                <a:xfrm>
                  <a:off x="8356813" y="1074288"/>
                  <a:ext cx="351900" cy="351900"/>
                </a:xfrm>
                <a:prstGeom prst="ellipse">
                  <a:avLst/>
                </a:prstGeom>
                <a:noFill/>
                <a:ln cap="flat" cmpd="sng" w="9525">
                  <a:solidFill>
                    <a:srgbClr val="F5040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35" name="Google Shape;35;g372a3a90f18_0_1745"/>
                <p:cNvSpPr/>
                <p:nvPr/>
              </p:nvSpPr>
              <p:spPr>
                <a:xfrm>
                  <a:off x="8406497" y="1123972"/>
                  <a:ext cx="252600" cy="252600"/>
                </a:xfrm>
                <a:prstGeom prst="ellipse">
                  <a:avLst/>
                </a:prstGeom>
                <a:gradFill>
                  <a:gsLst>
                    <a:gs pos="0">
                      <a:srgbClr val="F50403">
                        <a:alpha val="20000"/>
                      </a:srgbClr>
                    </a:gs>
                    <a:gs pos="100000">
                      <a:srgbClr val="FFFFFF">
                        <a:alpha val="0"/>
                      </a:srgbClr>
                    </a:gs>
                  </a:gsLst>
                  <a:path path="circle">
                    <a:fillToRect b="50%" l="50%" r="50%" t="50%"/>
                  </a:path>
                  <a:tileRect/>
                </a:gradFill>
                <a:ln cap="flat" cmpd="sng" w="9525">
                  <a:solidFill>
                    <a:srgbClr val="F5040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grpSp>
      </p:grpSp>
      <p:pic>
        <p:nvPicPr>
          <p:cNvPr id="36" name="Google Shape;36;g372a3a90f18_0_1745"/>
          <p:cNvPicPr preferRelativeResize="0"/>
          <p:nvPr/>
        </p:nvPicPr>
        <p:blipFill rotWithShape="1">
          <a:blip r:embed="rId2">
            <a:alphaModFix/>
          </a:blip>
          <a:srcRect b="26177" l="16960" r="7121" t="24718"/>
          <a:stretch/>
        </p:blipFill>
        <p:spPr>
          <a:xfrm>
            <a:off x="9819959" y="-1595786"/>
            <a:ext cx="4977375" cy="3798838"/>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ustom Layout">
  <p:cSld name="4_Custom Layout">
    <p:spTree>
      <p:nvGrpSpPr>
        <p:cNvPr id="37" name="Shape 37"/>
        <p:cNvGrpSpPr/>
        <p:nvPr/>
      </p:nvGrpSpPr>
      <p:grpSpPr>
        <a:xfrm>
          <a:off x="0" y="0"/>
          <a:ext cx="0" cy="0"/>
          <a:chOff x="0" y="0"/>
          <a:chExt cx="0" cy="0"/>
        </a:xfrm>
      </p:grpSpPr>
      <p:grpSp>
        <p:nvGrpSpPr>
          <p:cNvPr id="38" name="Google Shape;38;g372a3a90f18_0_1820"/>
          <p:cNvGrpSpPr/>
          <p:nvPr/>
        </p:nvGrpSpPr>
        <p:grpSpPr>
          <a:xfrm>
            <a:off x="-528423" y="-2138179"/>
            <a:ext cx="5862779" cy="5562070"/>
            <a:chOff x="-494405" y="-1584825"/>
            <a:chExt cx="4397193" cy="4171657"/>
          </a:xfrm>
        </p:grpSpPr>
        <p:grpSp>
          <p:nvGrpSpPr>
            <p:cNvPr id="39" name="Google Shape;39;g372a3a90f18_0_1820"/>
            <p:cNvGrpSpPr/>
            <p:nvPr/>
          </p:nvGrpSpPr>
          <p:grpSpPr>
            <a:xfrm>
              <a:off x="-494405" y="-252396"/>
              <a:ext cx="1741563" cy="1288563"/>
              <a:chOff x="-494405" y="-252396"/>
              <a:chExt cx="1741563" cy="1288563"/>
            </a:xfrm>
          </p:grpSpPr>
          <p:sp>
            <p:nvSpPr>
              <p:cNvPr id="40" name="Google Shape;40;g372a3a90f18_0_1820"/>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1" name="Google Shape;41;g372a3a90f18_0_1820"/>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42" name="Google Shape;42;g372a3a90f18_0_1820"/>
            <p:cNvGrpSpPr/>
            <p:nvPr/>
          </p:nvGrpSpPr>
          <p:grpSpPr>
            <a:xfrm>
              <a:off x="245875" y="-51824"/>
              <a:ext cx="208200" cy="1824700"/>
              <a:chOff x="1040050" y="3812126"/>
              <a:chExt cx="208200" cy="1824700"/>
            </a:xfrm>
          </p:grpSpPr>
          <p:sp>
            <p:nvSpPr>
              <p:cNvPr id="43" name="Google Shape;43;g372a3a90f18_0_1820"/>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5490"/>
                    </a:srgbClr>
                  </a:gs>
                  <a:gs pos="100000">
                    <a:srgbClr val="FFFFFF">
                      <a:alpha val="4549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4" name="Google Shape;44;g372a3a90f18_0_1820"/>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5490"/>
                    </a:srgbClr>
                  </a:gs>
                  <a:gs pos="78000">
                    <a:srgbClr val="F5F8FF">
                      <a:alpha val="45490"/>
                    </a:srgbClr>
                  </a:gs>
                  <a:gs pos="100000">
                    <a:srgbClr val="F5F8FF">
                      <a:alpha val="4549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45" name="Google Shape;45;g372a3a90f18_0_1820"/>
            <p:cNvGrpSpPr/>
            <p:nvPr/>
          </p:nvGrpSpPr>
          <p:grpSpPr>
            <a:xfrm>
              <a:off x="441575" y="-36652"/>
              <a:ext cx="699940" cy="478601"/>
              <a:chOff x="39723" y="4349022"/>
              <a:chExt cx="1061964" cy="726143"/>
            </a:xfrm>
          </p:grpSpPr>
          <p:grpSp>
            <p:nvGrpSpPr>
              <p:cNvPr id="46" name="Google Shape;46;g372a3a90f18_0_1820"/>
              <p:cNvGrpSpPr/>
              <p:nvPr/>
            </p:nvGrpSpPr>
            <p:grpSpPr>
              <a:xfrm rot="2700000">
                <a:off x="140502" y="4460925"/>
                <a:ext cx="524584" cy="502337"/>
                <a:chOff x="1189791" y="-1767331"/>
                <a:chExt cx="904284" cy="865933"/>
              </a:xfrm>
            </p:grpSpPr>
            <p:sp>
              <p:nvSpPr>
                <p:cNvPr id="47" name="Google Shape;47;g372a3a90f18_0_1820"/>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48" name="Google Shape;48;g372a3a90f18_0_1820"/>
                <p:cNvGrpSpPr/>
                <p:nvPr/>
              </p:nvGrpSpPr>
              <p:grpSpPr>
                <a:xfrm>
                  <a:off x="1232795" y="-1740829"/>
                  <a:ext cx="717622" cy="717393"/>
                  <a:chOff x="1483457" y="3953671"/>
                  <a:chExt cx="717622" cy="717393"/>
                </a:xfrm>
              </p:grpSpPr>
              <p:sp>
                <p:nvSpPr>
                  <p:cNvPr id="49" name="Google Shape;49;g372a3a90f18_0_1820"/>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0" name="Google Shape;50;g372a3a90f18_0_1820"/>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1" name="Google Shape;51;g372a3a90f18_0_1820"/>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2" name="Google Shape;52;g372a3a90f18_0_1820"/>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3" name="Google Shape;53;g372a3a90f18_0_1820"/>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54" name="Google Shape;54;g372a3a90f18_0_1820"/>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55" name="Google Shape;55;g372a3a90f18_0_1820"/>
            <p:cNvGrpSpPr/>
            <p:nvPr/>
          </p:nvGrpSpPr>
          <p:grpSpPr>
            <a:xfrm>
              <a:off x="955673" y="14"/>
              <a:ext cx="592576" cy="405260"/>
              <a:chOff x="39723" y="4349022"/>
              <a:chExt cx="1061964" cy="726143"/>
            </a:xfrm>
          </p:grpSpPr>
          <p:grpSp>
            <p:nvGrpSpPr>
              <p:cNvPr id="56" name="Google Shape;56;g372a3a90f18_0_1820"/>
              <p:cNvGrpSpPr/>
              <p:nvPr/>
            </p:nvGrpSpPr>
            <p:grpSpPr>
              <a:xfrm rot="2700000">
                <a:off x="140502" y="4460925"/>
                <a:ext cx="524584" cy="502337"/>
                <a:chOff x="1189791" y="-1767331"/>
                <a:chExt cx="904284" cy="865933"/>
              </a:xfrm>
            </p:grpSpPr>
            <p:sp>
              <p:nvSpPr>
                <p:cNvPr id="57" name="Google Shape;57;g372a3a90f18_0_1820"/>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58" name="Google Shape;58;g372a3a90f18_0_1820"/>
                <p:cNvGrpSpPr/>
                <p:nvPr/>
              </p:nvGrpSpPr>
              <p:grpSpPr>
                <a:xfrm>
                  <a:off x="1232795" y="-1740829"/>
                  <a:ext cx="717622" cy="717393"/>
                  <a:chOff x="1483457" y="3953671"/>
                  <a:chExt cx="717622" cy="717393"/>
                </a:xfrm>
              </p:grpSpPr>
              <p:sp>
                <p:nvSpPr>
                  <p:cNvPr id="59" name="Google Shape;59;g372a3a90f18_0_1820"/>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0" name="Google Shape;60;g372a3a90f18_0_1820"/>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1" name="Google Shape;61;g372a3a90f18_0_1820"/>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2" name="Google Shape;62;g372a3a90f18_0_1820"/>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3" name="Google Shape;63;g372a3a90f18_0_1820"/>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64" name="Google Shape;64;g372a3a90f18_0_1820"/>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65" name="Google Shape;65;g372a3a90f18_0_1820"/>
            <p:cNvGrpSpPr/>
            <p:nvPr/>
          </p:nvGrpSpPr>
          <p:grpSpPr>
            <a:xfrm>
              <a:off x="0" y="621223"/>
              <a:ext cx="699940" cy="478601"/>
              <a:chOff x="39723" y="4349022"/>
              <a:chExt cx="1061964" cy="726143"/>
            </a:xfrm>
          </p:grpSpPr>
          <p:grpSp>
            <p:nvGrpSpPr>
              <p:cNvPr id="66" name="Google Shape;66;g372a3a90f18_0_1820"/>
              <p:cNvGrpSpPr/>
              <p:nvPr/>
            </p:nvGrpSpPr>
            <p:grpSpPr>
              <a:xfrm rot="2700000">
                <a:off x="140502" y="4460925"/>
                <a:ext cx="524584" cy="502337"/>
                <a:chOff x="1189791" y="-1767331"/>
                <a:chExt cx="904284" cy="865933"/>
              </a:xfrm>
            </p:grpSpPr>
            <p:sp>
              <p:nvSpPr>
                <p:cNvPr id="67" name="Google Shape;67;g372a3a90f18_0_1820"/>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68" name="Google Shape;68;g372a3a90f18_0_1820"/>
                <p:cNvGrpSpPr/>
                <p:nvPr/>
              </p:nvGrpSpPr>
              <p:grpSpPr>
                <a:xfrm>
                  <a:off x="1232795" y="-1740829"/>
                  <a:ext cx="717622" cy="717393"/>
                  <a:chOff x="1483457" y="3953671"/>
                  <a:chExt cx="717622" cy="717393"/>
                </a:xfrm>
              </p:grpSpPr>
              <p:sp>
                <p:nvSpPr>
                  <p:cNvPr id="69" name="Google Shape;69;g372a3a90f18_0_1820"/>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0" name="Google Shape;70;g372a3a90f18_0_1820"/>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1" name="Google Shape;71;g372a3a90f18_0_1820"/>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2" name="Google Shape;72;g372a3a90f18_0_1820"/>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3" name="Google Shape;73;g372a3a90f18_0_1820"/>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74" name="Google Shape;74;g372a3a90f18_0_1820"/>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75" name="Google Shape;75;g372a3a90f18_0_1820"/>
            <p:cNvGrpSpPr/>
            <p:nvPr/>
          </p:nvGrpSpPr>
          <p:grpSpPr>
            <a:xfrm rot="-8100000">
              <a:off x="540898" y="-1172741"/>
              <a:ext cx="2552124" cy="3347490"/>
              <a:chOff x="2976325" y="908175"/>
              <a:chExt cx="4028179" cy="5283555"/>
            </a:xfrm>
          </p:grpSpPr>
          <p:sp>
            <p:nvSpPr>
              <p:cNvPr id="76" name="Google Shape;76;g372a3a90f18_0_1820"/>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7" name="Google Shape;77;g372a3a90f18_0_1820"/>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8" name="Google Shape;78;g372a3a90f18_0_1820"/>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pic>
        <p:nvPicPr>
          <p:cNvPr id="79" name="Google Shape;79;g372a3a90f18_0_1820"/>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80" name="Google Shape;80;g372a3a90f18_0_1820"/>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1" name="Shape 81"/>
        <p:cNvGrpSpPr/>
        <p:nvPr/>
      </p:nvGrpSpPr>
      <p:grpSpPr>
        <a:xfrm>
          <a:off x="0" y="0"/>
          <a:ext cx="0" cy="0"/>
          <a:chOff x="0" y="0"/>
          <a:chExt cx="0" cy="0"/>
        </a:xfrm>
      </p:grpSpPr>
      <p:sp>
        <p:nvSpPr>
          <p:cNvPr id="82" name="Google Shape;82;g372a3a90f18_0_2244"/>
          <p:cNvSpPr txBox="1"/>
          <p:nvPr>
            <p:ph type="title"/>
          </p:nvPr>
        </p:nvSpPr>
        <p:spPr>
          <a:xfrm>
            <a:off x="960000" y="2772433"/>
            <a:ext cx="7464000" cy="1122300"/>
          </a:xfrm>
          <a:prstGeom prst="rect">
            <a:avLst/>
          </a:prstGeom>
          <a:noFill/>
          <a:ln>
            <a:noFill/>
          </a:ln>
        </p:spPr>
        <p:txBody>
          <a:bodyPr anchorCtr="0" anchor="ctr" bIns="121900" lIns="121900" spcFirstLastPara="1" rIns="121900" wrap="square" tIns="121900">
            <a:noAutofit/>
          </a:bodyPr>
          <a:lstStyle>
            <a:lvl1pPr lvl="0" marR="0" rtl="0" algn="l">
              <a:lnSpc>
                <a:spcPct val="100000"/>
              </a:lnSpc>
              <a:spcBef>
                <a:spcPts val="0"/>
              </a:spcBef>
              <a:spcAft>
                <a:spcPts val="0"/>
              </a:spcAft>
              <a:buClr>
                <a:srgbClr val="000000"/>
              </a:buClr>
              <a:buSzPts val="4800"/>
              <a:buFont typeface="Arial"/>
              <a:buChar char="●"/>
              <a:defRPr b="0" i="0" sz="67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9pPr>
          </a:lstStyle>
          <a:p/>
        </p:txBody>
      </p:sp>
      <p:pic>
        <p:nvPicPr>
          <p:cNvPr id="83" name="Google Shape;83;g372a3a90f18_0_2244"/>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84" name="Google Shape;84;g372a3a90f18_0_2244"/>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ustom Layout">
  <p:cSld name="6_Custom Layout">
    <p:spTree>
      <p:nvGrpSpPr>
        <p:cNvPr id="85" name="Shape 85"/>
        <p:cNvGrpSpPr/>
        <p:nvPr/>
      </p:nvGrpSpPr>
      <p:grpSpPr>
        <a:xfrm>
          <a:off x="0" y="0"/>
          <a:ext cx="0" cy="0"/>
          <a:chOff x="0" y="0"/>
          <a:chExt cx="0" cy="0"/>
        </a:xfrm>
      </p:grpSpPr>
      <p:pic>
        <p:nvPicPr>
          <p:cNvPr id="86" name="Google Shape;86;g372a3a90f18_0_1868"/>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pic>
        <p:nvPicPr>
          <p:cNvPr id="87" name="Google Shape;87;g372a3a90f18_0_1868"/>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88" name="Google Shape;88;g372a3a90f18_0_1868"/>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89" name="Shape 89"/>
        <p:cNvGrpSpPr/>
        <p:nvPr/>
      </p:nvGrpSpPr>
      <p:grpSpPr>
        <a:xfrm>
          <a:off x="0" y="0"/>
          <a:ext cx="0" cy="0"/>
          <a:chOff x="0" y="0"/>
          <a:chExt cx="0" cy="0"/>
        </a:xfrm>
      </p:grpSpPr>
      <p:pic>
        <p:nvPicPr>
          <p:cNvPr id="90" name="Google Shape;90;g372a3a90f18_0_1864"/>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pic>
        <p:nvPicPr>
          <p:cNvPr id="91" name="Google Shape;91;g372a3a90f18_0_1864"/>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92" name="Google Shape;92;g372a3a90f18_0_1864"/>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ustom Layout">
  <p:cSld name="5_Custom Layout">
    <p:spTree>
      <p:nvGrpSpPr>
        <p:cNvPr id="93" name="Shape 93"/>
        <p:cNvGrpSpPr/>
        <p:nvPr/>
      </p:nvGrpSpPr>
      <p:grpSpPr>
        <a:xfrm>
          <a:off x="0" y="0"/>
          <a:ext cx="0" cy="0"/>
          <a:chOff x="0" y="0"/>
          <a:chExt cx="0" cy="0"/>
        </a:xfrm>
      </p:grpSpPr>
      <p:pic>
        <p:nvPicPr>
          <p:cNvPr id="94" name="Google Shape;94;g372a3a90f18_0_1775"/>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grpSp>
        <p:nvGrpSpPr>
          <p:cNvPr id="95" name="Google Shape;95;g372a3a90f18_0_1775"/>
          <p:cNvGrpSpPr/>
          <p:nvPr/>
        </p:nvGrpSpPr>
        <p:grpSpPr>
          <a:xfrm>
            <a:off x="-680823" y="-2290579"/>
            <a:ext cx="5862779" cy="5562070"/>
            <a:chOff x="-494405" y="-1584825"/>
            <a:chExt cx="4397193" cy="4171657"/>
          </a:xfrm>
        </p:grpSpPr>
        <p:grpSp>
          <p:nvGrpSpPr>
            <p:cNvPr id="96" name="Google Shape;96;g372a3a90f18_0_1775"/>
            <p:cNvGrpSpPr/>
            <p:nvPr/>
          </p:nvGrpSpPr>
          <p:grpSpPr>
            <a:xfrm>
              <a:off x="-494405" y="-252396"/>
              <a:ext cx="1741563" cy="1288563"/>
              <a:chOff x="-494405" y="-252396"/>
              <a:chExt cx="1741563" cy="1288563"/>
            </a:xfrm>
          </p:grpSpPr>
          <p:sp>
            <p:nvSpPr>
              <p:cNvPr id="97" name="Google Shape;97;g372a3a90f18_0_1775"/>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8" name="Google Shape;98;g372a3a90f18_0_1775"/>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99" name="Google Shape;99;g372a3a90f18_0_1775"/>
            <p:cNvGrpSpPr/>
            <p:nvPr/>
          </p:nvGrpSpPr>
          <p:grpSpPr>
            <a:xfrm>
              <a:off x="245875" y="-51824"/>
              <a:ext cx="208200" cy="1824700"/>
              <a:chOff x="1040050" y="3812126"/>
              <a:chExt cx="208200" cy="1824700"/>
            </a:xfrm>
          </p:grpSpPr>
          <p:sp>
            <p:nvSpPr>
              <p:cNvPr id="100" name="Google Shape;100;g372a3a90f18_0_1775"/>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5490"/>
                    </a:srgbClr>
                  </a:gs>
                  <a:gs pos="100000">
                    <a:srgbClr val="FFFFFF">
                      <a:alpha val="4549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1" name="Google Shape;101;g372a3a90f18_0_1775"/>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5490"/>
                    </a:srgbClr>
                  </a:gs>
                  <a:gs pos="78000">
                    <a:srgbClr val="F5F8FF">
                      <a:alpha val="45490"/>
                    </a:srgbClr>
                  </a:gs>
                  <a:gs pos="100000">
                    <a:srgbClr val="F5F8FF">
                      <a:alpha val="4549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02" name="Google Shape;102;g372a3a90f18_0_1775"/>
            <p:cNvGrpSpPr/>
            <p:nvPr/>
          </p:nvGrpSpPr>
          <p:grpSpPr>
            <a:xfrm>
              <a:off x="441575" y="-36652"/>
              <a:ext cx="699940" cy="478601"/>
              <a:chOff x="39723" y="4349022"/>
              <a:chExt cx="1061964" cy="726143"/>
            </a:xfrm>
          </p:grpSpPr>
          <p:grpSp>
            <p:nvGrpSpPr>
              <p:cNvPr id="103" name="Google Shape;103;g372a3a90f18_0_1775"/>
              <p:cNvGrpSpPr/>
              <p:nvPr/>
            </p:nvGrpSpPr>
            <p:grpSpPr>
              <a:xfrm rot="2700000">
                <a:off x="140502" y="4460925"/>
                <a:ext cx="524584" cy="502337"/>
                <a:chOff x="1189791" y="-1767331"/>
                <a:chExt cx="904284" cy="865933"/>
              </a:xfrm>
            </p:grpSpPr>
            <p:sp>
              <p:nvSpPr>
                <p:cNvPr id="104" name="Google Shape;104;g372a3a90f18_0_177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05" name="Google Shape;105;g372a3a90f18_0_1775"/>
                <p:cNvGrpSpPr/>
                <p:nvPr/>
              </p:nvGrpSpPr>
              <p:grpSpPr>
                <a:xfrm>
                  <a:off x="1232795" y="-1740829"/>
                  <a:ext cx="717622" cy="717393"/>
                  <a:chOff x="1483457" y="3953671"/>
                  <a:chExt cx="717622" cy="717393"/>
                </a:xfrm>
              </p:grpSpPr>
              <p:sp>
                <p:nvSpPr>
                  <p:cNvPr id="106" name="Google Shape;106;g372a3a90f18_0_177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7" name="Google Shape;107;g372a3a90f18_0_177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8" name="Google Shape;108;g372a3a90f18_0_177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9" name="Google Shape;109;g372a3a90f18_0_177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10" name="Google Shape;110;g372a3a90f18_0_177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11" name="Google Shape;111;g372a3a90f18_0_177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12" name="Google Shape;112;g372a3a90f18_0_1775"/>
            <p:cNvGrpSpPr/>
            <p:nvPr/>
          </p:nvGrpSpPr>
          <p:grpSpPr>
            <a:xfrm>
              <a:off x="955673" y="14"/>
              <a:ext cx="592576" cy="405260"/>
              <a:chOff x="39723" y="4349022"/>
              <a:chExt cx="1061964" cy="726143"/>
            </a:xfrm>
          </p:grpSpPr>
          <p:grpSp>
            <p:nvGrpSpPr>
              <p:cNvPr id="113" name="Google Shape;113;g372a3a90f18_0_1775"/>
              <p:cNvGrpSpPr/>
              <p:nvPr/>
            </p:nvGrpSpPr>
            <p:grpSpPr>
              <a:xfrm rot="2700000">
                <a:off x="140502" y="4460925"/>
                <a:ext cx="524584" cy="502337"/>
                <a:chOff x="1189791" y="-1767331"/>
                <a:chExt cx="904284" cy="865933"/>
              </a:xfrm>
            </p:grpSpPr>
            <p:sp>
              <p:nvSpPr>
                <p:cNvPr id="114" name="Google Shape;114;g372a3a90f18_0_177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15" name="Google Shape;115;g372a3a90f18_0_1775"/>
                <p:cNvGrpSpPr/>
                <p:nvPr/>
              </p:nvGrpSpPr>
              <p:grpSpPr>
                <a:xfrm>
                  <a:off x="1232795" y="-1740829"/>
                  <a:ext cx="717622" cy="717393"/>
                  <a:chOff x="1483457" y="3953671"/>
                  <a:chExt cx="717622" cy="717393"/>
                </a:xfrm>
              </p:grpSpPr>
              <p:sp>
                <p:nvSpPr>
                  <p:cNvPr id="116" name="Google Shape;116;g372a3a90f18_0_177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17" name="Google Shape;117;g372a3a90f18_0_177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18" name="Google Shape;118;g372a3a90f18_0_177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19" name="Google Shape;119;g372a3a90f18_0_177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0" name="Google Shape;120;g372a3a90f18_0_177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21" name="Google Shape;121;g372a3a90f18_0_177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22" name="Google Shape;122;g372a3a90f18_0_1775"/>
            <p:cNvGrpSpPr/>
            <p:nvPr/>
          </p:nvGrpSpPr>
          <p:grpSpPr>
            <a:xfrm>
              <a:off x="0" y="621223"/>
              <a:ext cx="699940" cy="478601"/>
              <a:chOff x="39723" y="4349022"/>
              <a:chExt cx="1061964" cy="726143"/>
            </a:xfrm>
          </p:grpSpPr>
          <p:grpSp>
            <p:nvGrpSpPr>
              <p:cNvPr id="123" name="Google Shape;123;g372a3a90f18_0_1775"/>
              <p:cNvGrpSpPr/>
              <p:nvPr/>
            </p:nvGrpSpPr>
            <p:grpSpPr>
              <a:xfrm rot="2700000">
                <a:off x="140502" y="4460925"/>
                <a:ext cx="524584" cy="502337"/>
                <a:chOff x="1189791" y="-1767331"/>
                <a:chExt cx="904284" cy="865933"/>
              </a:xfrm>
            </p:grpSpPr>
            <p:sp>
              <p:nvSpPr>
                <p:cNvPr id="124" name="Google Shape;124;g372a3a90f18_0_177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25" name="Google Shape;125;g372a3a90f18_0_1775"/>
                <p:cNvGrpSpPr/>
                <p:nvPr/>
              </p:nvGrpSpPr>
              <p:grpSpPr>
                <a:xfrm>
                  <a:off x="1232795" y="-1740829"/>
                  <a:ext cx="717622" cy="717393"/>
                  <a:chOff x="1483457" y="3953671"/>
                  <a:chExt cx="717622" cy="717393"/>
                </a:xfrm>
              </p:grpSpPr>
              <p:sp>
                <p:nvSpPr>
                  <p:cNvPr id="126" name="Google Shape;126;g372a3a90f18_0_177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7" name="Google Shape;127;g372a3a90f18_0_177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8" name="Google Shape;128;g372a3a90f18_0_177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9" name="Google Shape;129;g372a3a90f18_0_177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30" name="Google Shape;130;g372a3a90f18_0_177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31" name="Google Shape;131;g372a3a90f18_0_177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32" name="Google Shape;132;g372a3a90f18_0_1775"/>
            <p:cNvGrpSpPr/>
            <p:nvPr/>
          </p:nvGrpSpPr>
          <p:grpSpPr>
            <a:xfrm rot="-8100000">
              <a:off x="540898" y="-1172741"/>
              <a:ext cx="2552124" cy="3347490"/>
              <a:chOff x="2976325" y="908175"/>
              <a:chExt cx="4028179" cy="5283555"/>
            </a:xfrm>
          </p:grpSpPr>
          <p:sp>
            <p:nvSpPr>
              <p:cNvPr id="133" name="Google Shape;133;g372a3a90f18_0_1775"/>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34" name="Google Shape;134;g372a3a90f18_0_1775"/>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35" name="Google Shape;135;g372a3a90f18_0_1775"/>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36" name="Google Shape;136;g372a3a90f18_0_1775"/>
          <p:cNvSpPr txBox="1"/>
          <p:nvPr/>
        </p:nvSpPr>
        <p:spPr>
          <a:xfrm>
            <a:off x="7489150" y="2225275"/>
            <a:ext cx="1952100" cy="28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g372a3a90f18_0_1775"/>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8" name="Shape 138"/>
        <p:cNvGrpSpPr/>
        <p:nvPr/>
      </p:nvGrpSpPr>
      <p:grpSpPr>
        <a:xfrm>
          <a:off x="0" y="0"/>
          <a:ext cx="0" cy="0"/>
          <a:chOff x="0" y="0"/>
          <a:chExt cx="0" cy="0"/>
        </a:xfrm>
      </p:grpSpPr>
      <p:pic>
        <p:nvPicPr>
          <p:cNvPr id="139" name="Google Shape;139;g372a3a90f18_0_1872"/>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140" name="Google Shape;140;g372a3a90f18_0_1872"/>
          <p:cNvGrpSpPr/>
          <p:nvPr/>
        </p:nvGrpSpPr>
        <p:grpSpPr>
          <a:xfrm>
            <a:off x="-1607530" y="-3645957"/>
            <a:ext cx="10823147" cy="7799351"/>
            <a:chOff x="-1180413" y="-2565680"/>
            <a:chExt cx="8117563" cy="5849659"/>
          </a:xfrm>
        </p:grpSpPr>
        <p:sp>
          <p:nvSpPr>
            <p:cNvPr id="141" name="Google Shape;141;g372a3a90f18_0_1872"/>
            <p:cNvSpPr/>
            <p:nvPr/>
          </p:nvSpPr>
          <p:spPr>
            <a:xfrm rot="10221697">
              <a:off x="-981120" y="-548984"/>
              <a:ext cx="3045470" cy="2637388"/>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2" name="Google Shape;142;g372a3a90f18_0_1872"/>
            <p:cNvSpPr/>
            <p:nvPr/>
          </p:nvSpPr>
          <p:spPr>
            <a:xfrm>
              <a:off x="-289323" y="-166742"/>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3" name="Google Shape;143;g372a3a90f18_0_1872"/>
            <p:cNvSpPr/>
            <p:nvPr/>
          </p:nvSpPr>
          <p:spPr>
            <a:xfrm rot="2700000">
              <a:off x="917817" y="-2200499"/>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4" name="Google Shape;144;g372a3a90f18_0_1872"/>
            <p:cNvSpPr/>
            <p:nvPr/>
          </p:nvSpPr>
          <p:spPr>
            <a:xfrm>
              <a:off x="-201475" y="-361175"/>
              <a:ext cx="7138625" cy="819350"/>
            </a:xfrm>
            <a:custGeom>
              <a:rect b="b" l="l" r="r" t="t"/>
              <a:pathLst>
                <a:path extrusionOk="0" h="32774" w="285545">
                  <a:moveTo>
                    <a:pt x="0" y="32774"/>
                  </a:moveTo>
                  <a:lnTo>
                    <a:pt x="188861" y="32774"/>
                  </a:lnTo>
                  <a:lnTo>
                    <a:pt x="221636" y="0"/>
                  </a:lnTo>
                  <a:lnTo>
                    <a:pt x="285545" y="0"/>
                  </a:lnTo>
                </a:path>
              </a:pathLst>
            </a:custGeom>
            <a:noFill/>
            <a:ln cap="flat" cmpd="sng" w="9525">
              <a:solidFill>
                <a:srgbClr val="F5040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5" name="Google Shape;145;g372a3a90f18_0_1872"/>
            <p:cNvSpPr/>
            <p:nvPr/>
          </p:nvSpPr>
          <p:spPr>
            <a:xfrm rot="5400000">
              <a:off x="1110859" y="-1245788"/>
              <a:ext cx="577450" cy="3045475"/>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F50403"/>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6" name="Google Shape;146;g372a3a90f18_0_1872"/>
            <p:cNvSpPr/>
            <p:nvPr/>
          </p:nvSpPr>
          <p:spPr>
            <a:xfrm rot="5400000">
              <a:off x="654013" y="-781254"/>
              <a:ext cx="687411" cy="2731351"/>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47" name="Google Shape;147;g372a3a90f18_0_1872"/>
            <p:cNvGrpSpPr/>
            <p:nvPr/>
          </p:nvGrpSpPr>
          <p:grpSpPr>
            <a:xfrm flipH="1">
              <a:off x="4446910" y="391153"/>
              <a:ext cx="134044" cy="134013"/>
              <a:chOff x="1101075" y="2142375"/>
              <a:chExt cx="439200" cy="439100"/>
            </a:xfrm>
          </p:grpSpPr>
          <p:sp>
            <p:nvSpPr>
              <p:cNvPr id="148" name="Google Shape;148;g372a3a90f18_0_187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9" name="Google Shape;149;g372a3a90f18_0_187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50" name="Google Shape;150;g372a3a90f18_0_1872"/>
            <p:cNvGrpSpPr/>
            <p:nvPr/>
          </p:nvGrpSpPr>
          <p:grpSpPr>
            <a:xfrm flipH="1">
              <a:off x="1373610" y="694565"/>
              <a:ext cx="134044" cy="134013"/>
              <a:chOff x="1101075" y="2142375"/>
              <a:chExt cx="439200" cy="439100"/>
            </a:xfrm>
          </p:grpSpPr>
          <p:sp>
            <p:nvSpPr>
              <p:cNvPr id="151" name="Google Shape;151;g372a3a90f18_0_187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52" name="Google Shape;152;g372a3a90f18_0_187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53" name="Google Shape;153;g372a3a90f18_0_1872"/>
            <p:cNvGrpSpPr/>
            <p:nvPr/>
          </p:nvGrpSpPr>
          <p:grpSpPr>
            <a:xfrm flipH="1">
              <a:off x="1086835" y="957465"/>
              <a:ext cx="134044" cy="134013"/>
              <a:chOff x="1101075" y="2142375"/>
              <a:chExt cx="439200" cy="439100"/>
            </a:xfrm>
          </p:grpSpPr>
          <p:sp>
            <p:nvSpPr>
              <p:cNvPr id="154" name="Google Shape;154;g372a3a90f18_0_187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55" name="Google Shape;155;g372a3a90f18_0_187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56" name="Google Shape;156;g372a3a90f18_0_1872"/>
            <p:cNvGrpSpPr/>
            <p:nvPr/>
          </p:nvGrpSpPr>
          <p:grpSpPr>
            <a:xfrm flipH="1">
              <a:off x="277710" y="957465"/>
              <a:ext cx="134044" cy="134013"/>
              <a:chOff x="1101075" y="2142375"/>
              <a:chExt cx="439200" cy="439100"/>
            </a:xfrm>
          </p:grpSpPr>
          <p:sp>
            <p:nvSpPr>
              <p:cNvPr id="157" name="Google Shape;157;g372a3a90f18_0_187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58" name="Google Shape;158;g372a3a90f18_0_187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59" name="Google Shape;159;g372a3a90f18_0_1872"/>
            <p:cNvGrpSpPr/>
            <p:nvPr/>
          </p:nvGrpSpPr>
          <p:grpSpPr>
            <a:xfrm flipH="1">
              <a:off x="277710" y="640815"/>
              <a:ext cx="134044" cy="134013"/>
              <a:chOff x="1101075" y="2142375"/>
              <a:chExt cx="439200" cy="439100"/>
            </a:xfrm>
          </p:grpSpPr>
          <p:sp>
            <p:nvSpPr>
              <p:cNvPr id="160" name="Google Shape;160;g372a3a90f18_0_187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61" name="Google Shape;161;g372a3a90f18_0_187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62" name="Google Shape;162;g372a3a90f18_0_1872"/>
          <p:cNvSpPr/>
          <p:nvPr/>
        </p:nvSpPr>
        <p:spPr>
          <a:xfrm rot="10800000">
            <a:off x="10148845" y="4183763"/>
            <a:ext cx="1309055" cy="307710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EB9109"/>
              </a:gs>
              <a:gs pos="40000">
                <a:srgbClr val="FF9900">
                  <a:alpha val="40000"/>
                </a:srgbClr>
              </a:gs>
              <a:gs pos="100000">
                <a:srgbClr val="FFFFFF">
                  <a:alpha val="0"/>
                </a:srgbClr>
              </a:gs>
            </a:gsLst>
            <a:lin ang="2700006"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63" name="Google Shape;163;g372a3a90f18_0_1872"/>
          <p:cNvSpPr/>
          <p:nvPr/>
        </p:nvSpPr>
        <p:spPr>
          <a:xfrm rot="10800000">
            <a:off x="10361307" y="4184583"/>
            <a:ext cx="1309055" cy="307710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EB9109"/>
              </a:gs>
              <a:gs pos="40000">
                <a:srgbClr val="FF9900">
                  <a:alpha val="40000"/>
                </a:srgbClr>
              </a:gs>
              <a:gs pos="100000">
                <a:srgbClr val="FFFFFF">
                  <a:alpha val="0"/>
                </a:srgbClr>
              </a:gs>
            </a:gsLst>
            <a:lin ang="2700006"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64" name="Google Shape;164;g372a3a90f18_0_1872"/>
          <p:cNvGrpSpPr/>
          <p:nvPr/>
        </p:nvGrpSpPr>
        <p:grpSpPr>
          <a:xfrm>
            <a:off x="9808767" y="5221631"/>
            <a:ext cx="776047" cy="776547"/>
            <a:chOff x="959750" y="3039275"/>
            <a:chExt cx="582050" cy="582425"/>
          </a:xfrm>
        </p:grpSpPr>
        <p:sp>
          <p:nvSpPr>
            <p:cNvPr id="165" name="Google Shape;165;g372a3a90f18_0_1872"/>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F50403"/>
                </a:gs>
                <a:gs pos="100000">
                  <a:srgbClr val="FFFFFF">
                    <a:alpha val="36078"/>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166" name="Google Shape;166;g372a3a90f18_0_1872"/>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F50403"/>
                </a:gs>
                <a:gs pos="100000">
                  <a:srgbClr val="FFFFFF">
                    <a:alpha val="36078"/>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167" name="Google Shape;167;g372a3a90f18_0_1872"/>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F50403"/>
                </a:gs>
                <a:gs pos="100000">
                  <a:srgbClr val="FFFFFF">
                    <a:alpha val="36078"/>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168" name="Google Shape;168;g372a3a90f18_0_1872"/>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F50403"/>
                </a:gs>
                <a:gs pos="100000">
                  <a:srgbClr val="FFFFFF">
                    <a:alpha val="36078"/>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169" name="Google Shape;169;g372a3a90f18_0_1872"/>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F50403"/>
                </a:gs>
                <a:gs pos="100000">
                  <a:srgbClr val="FFFFFF">
                    <a:alpha val="36078"/>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170" name="Google Shape;170;g372a3a90f18_0_1872"/>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F50403"/>
                </a:gs>
                <a:gs pos="100000">
                  <a:srgbClr val="FFFFFF">
                    <a:alpha val="36078"/>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171" name="Google Shape;171;g372a3a90f18_0_1872"/>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F50403"/>
                </a:gs>
                <a:gs pos="100000">
                  <a:srgbClr val="FFFFFF">
                    <a:alpha val="36078"/>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grpSp>
      <p:sp>
        <p:nvSpPr>
          <p:cNvPr id="172" name="Google Shape;172;g372a3a90f18_0_1872"/>
          <p:cNvSpPr/>
          <p:nvPr/>
        </p:nvSpPr>
        <p:spPr>
          <a:xfrm>
            <a:off x="11342634" y="4052934"/>
            <a:ext cx="641221" cy="634467"/>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EB9109">
                  <a:alpha val="45490"/>
                </a:srgbClr>
              </a:gs>
              <a:gs pos="78000">
                <a:srgbClr val="F5F8FF">
                  <a:alpha val="45490"/>
                </a:srgbClr>
              </a:gs>
              <a:gs pos="100000">
                <a:srgbClr val="F5F8FF">
                  <a:alpha val="45490"/>
                </a:srgbClr>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73" name="Google Shape;173;g372a3a90f18_0_1872"/>
          <p:cNvGrpSpPr/>
          <p:nvPr/>
        </p:nvGrpSpPr>
        <p:grpSpPr>
          <a:xfrm>
            <a:off x="11218409" y="4918828"/>
            <a:ext cx="933214" cy="2201310"/>
            <a:chOff x="8337812" y="3492483"/>
            <a:chExt cx="699928" cy="1651024"/>
          </a:xfrm>
        </p:grpSpPr>
        <p:sp>
          <p:nvSpPr>
            <p:cNvPr id="174" name="Google Shape;174;g372a3a90f18_0_1872"/>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F50403"/>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175" name="Google Shape;175;g372a3a90f18_0_1872"/>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F50403"/>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176" name="Google Shape;176;g372a3a90f18_0_1872"/>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F50403"/>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grpSp>
      <p:grpSp>
        <p:nvGrpSpPr>
          <p:cNvPr id="177" name="Google Shape;177;g372a3a90f18_0_1872"/>
          <p:cNvGrpSpPr/>
          <p:nvPr/>
        </p:nvGrpSpPr>
        <p:grpSpPr>
          <a:xfrm>
            <a:off x="10694972" y="5998160"/>
            <a:ext cx="1206191" cy="968137"/>
            <a:chOff x="7945225" y="4302000"/>
            <a:chExt cx="904666" cy="726121"/>
          </a:xfrm>
        </p:grpSpPr>
        <p:sp>
          <p:nvSpPr>
            <p:cNvPr id="178" name="Google Shape;178;g372a3a90f18_0_1872"/>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79" name="Google Shape;179;g372a3a90f18_0_1872"/>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80" name="Google Shape;180;g372a3a90f18_0_1872"/>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81" name="Google Shape;181;g372a3a90f18_0_1872"/>
          <p:cNvGrpSpPr/>
          <p:nvPr/>
        </p:nvGrpSpPr>
        <p:grpSpPr>
          <a:xfrm>
            <a:off x="-413170" y="4823089"/>
            <a:ext cx="1931718" cy="2984997"/>
            <a:chOff x="-309885" y="3617408"/>
            <a:chExt cx="1448824" cy="2238803"/>
          </a:xfrm>
        </p:grpSpPr>
        <p:grpSp>
          <p:nvGrpSpPr>
            <p:cNvPr id="182" name="Google Shape;182;g372a3a90f18_0_1872"/>
            <p:cNvGrpSpPr/>
            <p:nvPr/>
          </p:nvGrpSpPr>
          <p:grpSpPr>
            <a:xfrm>
              <a:off x="-277007" y="3870159"/>
              <a:ext cx="981772" cy="1986052"/>
              <a:chOff x="-293545" y="3454371"/>
              <a:chExt cx="981772" cy="1986052"/>
            </a:xfrm>
          </p:grpSpPr>
          <p:sp>
            <p:nvSpPr>
              <p:cNvPr id="183" name="Google Shape;183;g372a3a90f18_0_1872"/>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F50403"/>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84" name="Google Shape;184;g372a3a90f18_0_1872"/>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F50403"/>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85" name="Google Shape;185;g372a3a90f18_0_1872"/>
            <p:cNvGrpSpPr/>
            <p:nvPr/>
          </p:nvGrpSpPr>
          <p:grpSpPr>
            <a:xfrm>
              <a:off x="363250" y="4906873"/>
              <a:ext cx="699940" cy="478601"/>
              <a:chOff x="39723" y="4349022"/>
              <a:chExt cx="1061964" cy="726143"/>
            </a:xfrm>
          </p:grpSpPr>
          <p:grpSp>
            <p:nvGrpSpPr>
              <p:cNvPr id="186" name="Google Shape;186;g372a3a90f18_0_1872"/>
              <p:cNvGrpSpPr/>
              <p:nvPr/>
            </p:nvGrpSpPr>
            <p:grpSpPr>
              <a:xfrm rot="2700000">
                <a:off x="140502" y="4460925"/>
                <a:ext cx="524584" cy="502337"/>
                <a:chOff x="1189791" y="-1767331"/>
                <a:chExt cx="904284" cy="865933"/>
              </a:xfrm>
            </p:grpSpPr>
            <p:sp>
              <p:nvSpPr>
                <p:cNvPr id="187" name="Google Shape;187;g372a3a90f18_0_187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88" name="Google Shape;188;g372a3a90f18_0_1872"/>
                <p:cNvGrpSpPr/>
                <p:nvPr/>
              </p:nvGrpSpPr>
              <p:grpSpPr>
                <a:xfrm>
                  <a:off x="1232795" y="-1740829"/>
                  <a:ext cx="717622" cy="717393"/>
                  <a:chOff x="1483457" y="3953671"/>
                  <a:chExt cx="717622" cy="717393"/>
                </a:xfrm>
              </p:grpSpPr>
              <p:sp>
                <p:nvSpPr>
                  <p:cNvPr id="189" name="Google Shape;189;g372a3a90f18_0_187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90" name="Google Shape;190;g372a3a90f18_0_187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91" name="Google Shape;191;g372a3a90f18_0_187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92" name="Google Shape;192;g372a3a90f18_0_187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93" name="Google Shape;193;g372a3a90f18_0_187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94" name="Google Shape;194;g372a3a90f18_0_187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95" name="Google Shape;195;g372a3a90f18_0_1872"/>
            <p:cNvGrpSpPr/>
            <p:nvPr/>
          </p:nvGrpSpPr>
          <p:grpSpPr>
            <a:xfrm rot="-5400000">
              <a:off x="-461872" y="3769396"/>
              <a:ext cx="1351491" cy="1047516"/>
              <a:chOff x="-2460210" y="2758494"/>
              <a:chExt cx="1351491" cy="1047516"/>
            </a:xfrm>
          </p:grpSpPr>
          <p:sp>
            <p:nvSpPr>
              <p:cNvPr id="196" name="Google Shape;196;g372a3a90f18_0_1872"/>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F50403"/>
                  </a:gs>
                  <a:gs pos="100000">
                    <a:srgbClr val="FFFFFF">
                      <a:alpha val="4549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97" name="Google Shape;197;g372a3a90f18_0_1872"/>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F50403"/>
                  </a:gs>
                  <a:gs pos="100000">
                    <a:srgbClr val="FFFFFF">
                      <a:alpha val="4549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98" name="Google Shape;198;g372a3a90f18_0_1872"/>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F50403"/>
                  </a:gs>
                  <a:gs pos="100000">
                    <a:srgbClr val="FFFFFF">
                      <a:alpha val="4549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99" name="Google Shape;199;g372a3a90f18_0_1872"/>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F50403"/>
                  </a:gs>
                  <a:gs pos="100000">
                    <a:srgbClr val="FFFFFF">
                      <a:alpha val="4549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200" name="Google Shape;200;g372a3a90f18_0_1872"/>
            <p:cNvGrpSpPr/>
            <p:nvPr/>
          </p:nvGrpSpPr>
          <p:grpSpPr>
            <a:xfrm>
              <a:off x="439000" y="4567398"/>
              <a:ext cx="699940" cy="478601"/>
              <a:chOff x="39723" y="4349022"/>
              <a:chExt cx="1061964" cy="726143"/>
            </a:xfrm>
          </p:grpSpPr>
          <p:grpSp>
            <p:nvGrpSpPr>
              <p:cNvPr id="201" name="Google Shape;201;g372a3a90f18_0_1872"/>
              <p:cNvGrpSpPr/>
              <p:nvPr/>
            </p:nvGrpSpPr>
            <p:grpSpPr>
              <a:xfrm rot="2700000">
                <a:off x="140502" y="4460925"/>
                <a:ext cx="524584" cy="502337"/>
                <a:chOff x="1189791" y="-1767331"/>
                <a:chExt cx="904284" cy="865933"/>
              </a:xfrm>
            </p:grpSpPr>
            <p:sp>
              <p:nvSpPr>
                <p:cNvPr id="202" name="Google Shape;202;g372a3a90f18_0_187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203" name="Google Shape;203;g372a3a90f18_0_1872"/>
                <p:cNvGrpSpPr/>
                <p:nvPr/>
              </p:nvGrpSpPr>
              <p:grpSpPr>
                <a:xfrm>
                  <a:off x="1232795" y="-1740829"/>
                  <a:ext cx="717622" cy="717393"/>
                  <a:chOff x="1483457" y="3953671"/>
                  <a:chExt cx="717622" cy="717393"/>
                </a:xfrm>
              </p:grpSpPr>
              <p:sp>
                <p:nvSpPr>
                  <p:cNvPr id="204" name="Google Shape;204;g372a3a90f18_0_187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05" name="Google Shape;205;g372a3a90f18_0_187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06" name="Google Shape;206;g372a3a90f18_0_187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07" name="Google Shape;207;g372a3a90f18_0_187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08" name="Google Shape;208;g372a3a90f18_0_187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209" name="Google Shape;209;g372a3a90f18_0_187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210" name="Google Shape;210;g372a3a90f18_0_1872"/>
            <p:cNvGrpSpPr/>
            <p:nvPr/>
          </p:nvGrpSpPr>
          <p:grpSpPr>
            <a:xfrm>
              <a:off x="-65075" y="4623886"/>
              <a:ext cx="699940" cy="478601"/>
              <a:chOff x="39723" y="4349022"/>
              <a:chExt cx="1061964" cy="726143"/>
            </a:xfrm>
          </p:grpSpPr>
          <p:grpSp>
            <p:nvGrpSpPr>
              <p:cNvPr id="211" name="Google Shape;211;g372a3a90f18_0_1872"/>
              <p:cNvGrpSpPr/>
              <p:nvPr/>
            </p:nvGrpSpPr>
            <p:grpSpPr>
              <a:xfrm rot="2700000">
                <a:off x="140502" y="4460925"/>
                <a:ext cx="524584" cy="502337"/>
                <a:chOff x="1189791" y="-1767331"/>
                <a:chExt cx="904284" cy="865933"/>
              </a:xfrm>
            </p:grpSpPr>
            <p:sp>
              <p:nvSpPr>
                <p:cNvPr id="212" name="Google Shape;212;g372a3a90f18_0_187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213" name="Google Shape;213;g372a3a90f18_0_1872"/>
                <p:cNvGrpSpPr/>
                <p:nvPr/>
              </p:nvGrpSpPr>
              <p:grpSpPr>
                <a:xfrm>
                  <a:off x="1232795" y="-1740829"/>
                  <a:ext cx="717622" cy="717393"/>
                  <a:chOff x="1483457" y="3953671"/>
                  <a:chExt cx="717622" cy="717393"/>
                </a:xfrm>
              </p:grpSpPr>
              <p:sp>
                <p:nvSpPr>
                  <p:cNvPr id="214" name="Google Shape;214;g372a3a90f18_0_187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15" name="Google Shape;215;g372a3a90f18_0_187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16" name="Google Shape;216;g372a3a90f18_0_187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17" name="Google Shape;217;g372a3a90f18_0_187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18" name="Google Shape;218;g372a3a90f18_0_187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219" name="Google Shape;219;g372a3a90f18_0_187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pic>
        <p:nvPicPr>
          <p:cNvPr id="220" name="Google Shape;220;g372a3a90f18_0_1872"/>
          <p:cNvPicPr preferRelativeResize="0"/>
          <p:nvPr/>
        </p:nvPicPr>
        <p:blipFill rotWithShape="1">
          <a:blip r:embed="rId3">
            <a:alphaModFix/>
          </a:blip>
          <a:srcRect b="17660" l="0" r="0" t="17656"/>
          <a:stretch/>
        </p:blipFill>
        <p:spPr>
          <a:xfrm rot="-7778255">
            <a:off x="-3534445" y="-1919229"/>
            <a:ext cx="7140905" cy="545011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221" name="Shape 221"/>
        <p:cNvGrpSpPr/>
        <p:nvPr/>
      </p:nvGrpSpPr>
      <p:grpSpPr>
        <a:xfrm>
          <a:off x="0" y="0"/>
          <a:ext cx="0" cy="0"/>
          <a:chOff x="0" y="0"/>
          <a:chExt cx="0" cy="0"/>
        </a:xfrm>
      </p:grpSpPr>
      <p:sp>
        <p:nvSpPr>
          <p:cNvPr id="222" name="Google Shape;222;g372a3a90f18_0_1955"/>
          <p:cNvSpPr/>
          <p:nvPr>
            <p:ph idx="2" type="pic"/>
          </p:nvPr>
        </p:nvSpPr>
        <p:spPr>
          <a:xfrm>
            <a:off x="5841479" y="953468"/>
            <a:ext cx="4868100" cy="4951200"/>
          </a:xfrm>
          <a:prstGeom prst="rect">
            <a:avLst/>
          </a:prstGeom>
          <a:solidFill>
            <a:schemeClr val="lt1"/>
          </a:solidFill>
          <a:ln>
            <a:noFill/>
          </a:ln>
        </p:spPr>
      </p:sp>
      <p:pic>
        <p:nvPicPr>
          <p:cNvPr id="223" name="Google Shape;223;g372a3a90f18_0_1955"/>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224" name="Google Shape;224;g372a3a90f18_0_1955"/>
          <p:cNvGrpSpPr/>
          <p:nvPr/>
        </p:nvGrpSpPr>
        <p:grpSpPr>
          <a:xfrm>
            <a:off x="-680823" y="-2290579"/>
            <a:ext cx="5862779" cy="5562070"/>
            <a:chOff x="-494405" y="-1584825"/>
            <a:chExt cx="4397193" cy="4171657"/>
          </a:xfrm>
        </p:grpSpPr>
        <p:grpSp>
          <p:nvGrpSpPr>
            <p:cNvPr id="225" name="Google Shape;225;g372a3a90f18_0_1955"/>
            <p:cNvGrpSpPr/>
            <p:nvPr/>
          </p:nvGrpSpPr>
          <p:grpSpPr>
            <a:xfrm>
              <a:off x="-494405" y="-252396"/>
              <a:ext cx="1741563" cy="1288563"/>
              <a:chOff x="-494405" y="-252396"/>
              <a:chExt cx="1741563" cy="1288563"/>
            </a:xfrm>
          </p:grpSpPr>
          <p:sp>
            <p:nvSpPr>
              <p:cNvPr id="226" name="Google Shape;226;g372a3a90f18_0_1955"/>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27" name="Google Shape;227;g372a3a90f18_0_1955"/>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228" name="Google Shape;228;g372a3a90f18_0_1955"/>
            <p:cNvGrpSpPr/>
            <p:nvPr/>
          </p:nvGrpSpPr>
          <p:grpSpPr>
            <a:xfrm>
              <a:off x="245875" y="-51824"/>
              <a:ext cx="208200" cy="1824700"/>
              <a:chOff x="1040050" y="3812126"/>
              <a:chExt cx="208200" cy="1824700"/>
            </a:xfrm>
          </p:grpSpPr>
          <p:sp>
            <p:nvSpPr>
              <p:cNvPr id="229" name="Google Shape;229;g372a3a90f18_0_1955"/>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5490"/>
                    </a:srgbClr>
                  </a:gs>
                  <a:gs pos="100000">
                    <a:srgbClr val="FFFFFF">
                      <a:alpha val="4549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30" name="Google Shape;230;g372a3a90f18_0_1955"/>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5490"/>
                    </a:srgbClr>
                  </a:gs>
                  <a:gs pos="78000">
                    <a:srgbClr val="F5F8FF">
                      <a:alpha val="45490"/>
                    </a:srgbClr>
                  </a:gs>
                  <a:gs pos="100000">
                    <a:srgbClr val="F5F8FF">
                      <a:alpha val="4549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231" name="Google Shape;231;g372a3a90f18_0_1955"/>
            <p:cNvGrpSpPr/>
            <p:nvPr/>
          </p:nvGrpSpPr>
          <p:grpSpPr>
            <a:xfrm>
              <a:off x="441575" y="-36652"/>
              <a:ext cx="699940" cy="478601"/>
              <a:chOff x="39723" y="4349022"/>
              <a:chExt cx="1061964" cy="726143"/>
            </a:xfrm>
          </p:grpSpPr>
          <p:grpSp>
            <p:nvGrpSpPr>
              <p:cNvPr id="232" name="Google Shape;232;g372a3a90f18_0_1955"/>
              <p:cNvGrpSpPr/>
              <p:nvPr/>
            </p:nvGrpSpPr>
            <p:grpSpPr>
              <a:xfrm rot="2700000">
                <a:off x="140502" y="4460925"/>
                <a:ext cx="524584" cy="502337"/>
                <a:chOff x="1189791" y="-1767331"/>
                <a:chExt cx="904284" cy="865933"/>
              </a:xfrm>
            </p:grpSpPr>
            <p:sp>
              <p:nvSpPr>
                <p:cNvPr id="233" name="Google Shape;233;g372a3a90f18_0_195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234" name="Google Shape;234;g372a3a90f18_0_1955"/>
                <p:cNvGrpSpPr/>
                <p:nvPr/>
              </p:nvGrpSpPr>
              <p:grpSpPr>
                <a:xfrm>
                  <a:off x="1232795" y="-1740829"/>
                  <a:ext cx="717622" cy="717393"/>
                  <a:chOff x="1483457" y="3953671"/>
                  <a:chExt cx="717622" cy="717393"/>
                </a:xfrm>
              </p:grpSpPr>
              <p:sp>
                <p:nvSpPr>
                  <p:cNvPr id="235" name="Google Shape;235;g372a3a90f18_0_195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36" name="Google Shape;236;g372a3a90f18_0_195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37" name="Google Shape;237;g372a3a90f18_0_195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38" name="Google Shape;238;g372a3a90f18_0_195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39" name="Google Shape;239;g372a3a90f18_0_195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240" name="Google Shape;240;g372a3a90f18_0_195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241" name="Google Shape;241;g372a3a90f18_0_1955"/>
            <p:cNvGrpSpPr/>
            <p:nvPr/>
          </p:nvGrpSpPr>
          <p:grpSpPr>
            <a:xfrm>
              <a:off x="955673" y="14"/>
              <a:ext cx="592576" cy="405260"/>
              <a:chOff x="39723" y="4349022"/>
              <a:chExt cx="1061964" cy="726143"/>
            </a:xfrm>
          </p:grpSpPr>
          <p:grpSp>
            <p:nvGrpSpPr>
              <p:cNvPr id="242" name="Google Shape;242;g372a3a90f18_0_1955"/>
              <p:cNvGrpSpPr/>
              <p:nvPr/>
            </p:nvGrpSpPr>
            <p:grpSpPr>
              <a:xfrm rot="2700000">
                <a:off x="140502" y="4460925"/>
                <a:ext cx="524584" cy="502337"/>
                <a:chOff x="1189791" y="-1767331"/>
                <a:chExt cx="904284" cy="865933"/>
              </a:xfrm>
            </p:grpSpPr>
            <p:sp>
              <p:nvSpPr>
                <p:cNvPr id="243" name="Google Shape;243;g372a3a90f18_0_195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244" name="Google Shape;244;g372a3a90f18_0_1955"/>
                <p:cNvGrpSpPr/>
                <p:nvPr/>
              </p:nvGrpSpPr>
              <p:grpSpPr>
                <a:xfrm>
                  <a:off x="1232795" y="-1740829"/>
                  <a:ext cx="717622" cy="717393"/>
                  <a:chOff x="1483457" y="3953671"/>
                  <a:chExt cx="717622" cy="717393"/>
                </a:xfrm>
              </p:grpSpPr>
              <p:sp>
                <p:nvSpPr>
                  <p:cNvPr id="245" name="Google Shape;245;g372a3a90f18_0_195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46" name="Google Shape;246;g372a3a90f18_0_195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47" name="Google Shape;247;g372a3a90f18_0_195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48" name="Google Shape;248;g372a3a90f18_0_195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49" name="Google Shape;249;g372a3a90f18_0_195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250" name="Google Shape;250;g372a3a90f18_0_195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251" name="Google Shape;251;g372a3a90f18_0_1955"/>
            <p:cNvGrpSpPr/>
            <p:nvPr/>
          </p:nvGrpSpPr>
          <p:grpSpPr>
            <a:xfrm>
              <a:off x="0" y="621223"/>
              <a:ext cx="699940" cy="478601"/>
              <a:chOff x="39723" y="4349022"/>
              <a:chExt cx="1061964" cy="726143"/>
            </a:xfrm>
          </p:grpSpPr>
          <p:grpSp>
            <p:nvGrpSpPr>
              <p:cNvPr id="252" name="Google Shape;252;g372a3a90f18_0_1955"/>
              <p:cNvGrpSpPr/>
              <p:nvPr/>
            </p:nvGrpSpPr>
            <p:grpSpPr>
              <a:xfrm rot="2700000">
                <a:off x="140502" y="4460925"/>
                <a:ext cx="524584" cy="502337"/>
                <a:chOff x="1189791" y="-1767331"/>
                <a:chExt cx="904284" cy="865933"/>
              </a:xfrm>
            </p:grpSpPr>
            <p:sp>
              <p:nvSpPr>
                <p:cNvPr id="253" name="Google Shape;253;g372a3a90f18_0_195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254" name="Google Shape;254;g372a3a90f18_0_1955"/>
                <p:cNvGrpSpPr/>
                <p:nvPr/>
              </p:nvGrpSpPr>
              <p:grpSpPr>
                <a:xfrm>
                  <a:off x="1232795" y="-1740829"/>
                  <a:ext cx="717622" cy="717393"/>
                  <a:chOff x="1483457" y="3953671"/>
                  <a:chExt cx="717622" cy="717393"/>
                </a:xfrm>
              </p:grpSpPr>
              <p:sp>
                <p:nvSpPr>
                  <p:cNvPr id="255" name="Google Shape;255;g372a3a90f18_0_195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56" name="Google Shape;256;g372a3a90f18_0_195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57" name="Google Shape;257;g372a3a90f18_0_195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58" name="Google Shape;258;g372a3a90f18_0_195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59" name="Google Shape;259;g372a3a90f18_0_195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260" name="Google Shape;260;g372a3a90f18_0_195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261" name="Google Shape;261;g372a3a90f18_0_1955"/>
            <p:cNvGrpSpPr/>
            <p:nvPr/>
          </p:nvGrpSpPr>
          <p:grpSpPr>
            <a:xfrm rot="-8100000">
              <a:off x="540898" y="-1172741"/>
              <a:ext cx="2552124" cy="3347490"/>
              <a:chOff x="2976325" y="908175"/>
              <a:chExt cx="4028179" cy="5283555"/>
            </a:xfrm>
          </p:grpSpPr>
          <p:sp>
            <p:nvSpPr>
              <p:cNvPr id="262" name="Google Shape;262;g372a3a90f18_0_1955"/>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63" name="Google Shape;263;g372a3a90f18_0_1955"/>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64" name="Google Shape;264;g372a3a90f18_0_1955"/>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ustom Layout">
  <p:cSld name="3_Custom Layout">
    <p:spTree>
      <p:nvGrpSpPr>
        <p:cNvPr id="265" name="Shape 265"/>
        <p:cNvGrpSpPr/>
        <p:nvPr/>
      </p:nvGrpSpPr>
      <p:grpSpPr>
        <a:xfrm>
          <a:off x="0" y="0"/>
          <a:ext cx="0" cy="0"/>
          <a:chOff x="0" y="0"/>
          <a:chExt cx="0" cy="0"/>
        </a:xfrm>
      </p:grpSpPr>
      <p:sp>
        <p:nvSpPr>
          <p:cNvPr id="266" name="Google Shape;266;g372a3a90f18_0_1999"/>
          <p:cNvSpPr/>
          <p:nvPr>
            <p:ph idx="2" type="pic"/>
          </p:nvPr>
        </p:nvSpPr>
        <p:spPr>
          <a:xfrm>
            <a:off x="4310745" y="2238827"/>
            <a:ext cx="4920300" cy="3298200"/>
          </a:xfrm>
          <a:prstGeom prst="rect">
            <a:avLst/>
          </a:prstGeom>
          <a:solidFill>
            <a:schemeClr val="lt1"/>
          </a:solidFill>
          <a:ln>
            <a:noFill/>
          </a:ln>
        </p:spPr>
      </p:sp>
      <p:pic>
        <p:nvPicPr>
          <p:cNvPr id="267" name="Google Shape;267;g372a3a90f18_0_1999"/>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268" name="Google Shape;268;g372a3a90f18_0_1999"/>
          <p:cNvGrpSpPr/>
          <p:nvPr/>
        </p:nvGrpSpPr>
        <p:grpSpPr>
          <a:xfrm>
            <a:off x="-1607530" y="-3645957"/>
            <a:ext cx="10823147" cy="7799351"/>
            <a:chOff x="-1180413" y="-2565680"/>
            <a:chExt cx="8117563" cy="5849659"/>
          </a:xfrm>
        </p:grpSpPr>
        <p:sp>
          <p:nvSpPr>
            <p:cNvPr id="269" name="Google Shape;269;g372a3a90f18_0_1999"/>
            <p:cNvSpPr/>
            <p:nvPr/>
          </p:nvSpPr>
          <p:spPr>
            <a:xfrm rot="10221697">
              <a:off x="-981120" y="-548984"/>
              <a:ext cx="3045470" cy="2637388"/>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70" name="Google Shape;270;g372a3a90f18_0_1999"/>
            <p:cNvSpPr/>
            <p:nvPr/>
          </p:nvSpPr>
          <p:spPr>
            <a:xfrm>
              <a:off x="-289323" y="-166742"/>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71" name="Google Shape;271;g372a3a90f18_0_1999"/>
            <p:cNvSpPr/>
            <p:nvPr/>
          </p:nvSpPr>
          <p:spPr>
            <a:xfrm rot="2700000">
              <a:off x="917817" y="-2200499"/>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72" name="Google Shape;272;g372a3a90f18_0_1999"/>
            <p:cNvSpPr/>
            <p:nvPr/>
          </p:nvSpPr>
          <p:spPr>
            <a:xfrm>
              <a:off x="-201475" y="-361175"/>
              <a:ext cx="7138625" cy="819350"/>
            </a:xfrm>
            <a:custGeom>
              <a:rect b="b" l="l" r="r" t="t"/>
              <a:pathLst>
                <a:path extrusionOk="0" h="32774" w="285545">
                  <a:moveTo>
                    <a:pt x="0" y="32774"/>
                  </a:moveTo>
                  <a:lnTo>
                    <a:pt x="188861" y="32774"/>
                  </a:lnTo>
                  <a:lnTo>
                    <a:pt x="221636" y="0"/>
                  </a:lnTo>
                  <a:lnTo>
                    <a:pt x="285545" y="0"/>
                  </a:lnTo>
                </a:path>
              </a:pathLst>
            </a:custGeom>
            <a:noFill/>
            <a:ln cap="flat" cmpd="sng" w="9525">
              <a:solidFill>
                <a:srgbClr val="F5040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73" name="Google Shape;273;g372a3a90f18_0_1999"/>
            <p:cNvSpPr/>
            <p:nvPr/>
          </p:nvSpPr>
          <p:spPr>
            <a:xfrm rot="5400000">
              <a:off x="1110859" y="-1245788"/>
              <a:ext cx="577450" cy="3045475"/>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F50403"/>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74" name="Google Shape;274;g372a3a90f18_0_1999"/>
            <p:cNvSpPr/>
            <p:nvPr/>
          </p:nvSpPr>
          <p:spPr>
            <a:xfrm rot="5400000">
              <a:off x="654013" y="-781254"/>
              <a:ext cx="687411" cy="2731351"/>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275" name="Google Shape;275;g372a3a90f18_0_1999"/>
            <p:cNvGrpSpPr/>
            <p:nvPr/>
          </p:nvGrpSpPr>
          <p:grpSpPr>
            <a:xfrm flipH="1">
              <a:off x="4446910" y="391153"/>
              <a:ext cx="134044" cy="134013"/>
              <a:chOff x="1101075" y="2142375"/>
              <a:chExt cx="439200" cy="439100"/>
            </a:xfrm>
          </p:grpSpPr>
          <p:sp>
            <p:nvSpPr>
              <p:cNvPr id="276" name="Google Shape;276;g372a3a90f18_0_199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77" name="Google Shape;277;g372a3a90f18_0_199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278" name="Google Shape;278;g372a3a90f18_0_1999"/>
            <p:cNvGrpSpPr/>
            <p:nvPr/>
          </p:nvGrpSpPr>
          <p:grpSpPr>
            <a:xfrm flipH="1">
              <a:off x="1373610" y="694565"/>
              <a:ext cx="134044" cy="134013"/>
              <a:chOff x="1101075" y="2142375"/>
              <a:chExt cx="439200" cy="439100"/>
            </a:xfrm>
          </p:grpSpPr>
          <p:sp>
            <p:nvSpPr>
              <p:cNvPr id="279" name="Google Shape;279;g372a3a90f18_0_199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80" name="Google Shape;280;g372a3a90f18_0_199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281" name="Google Shape;281;g372a3a90f18_0_1999"/>
            <p:cNvGrpSpPr/>
            <p:nvPr/>
          </p:nvGrpSpPr>
          <p:grpSpPr>
            <a:xfrm flipH="1">
              <a:off x="1086835" y="957465"/>
              <a:ext cx="134044" cy="134013"/>
              <a:chOff x="1101075" y="2142375"/>
              <a:chExt cx="439200" cy="439100"/>
            </a:xfrm>
          </p:grpSpPr>
          <p:sp>
            <p:nvSpPr>
              <p:cNvPr id="282" name="Google Shape;282;g372a3a90f18_0_199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83" name="Google Shape;283;g372a3a90f18_0_199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284" name="Google Shape;284;g372a3a90f18_0_1999"/>
            <p:cNvGrpSpPr/>
            <p:nvPr/>
          </p:nvGrpSpPr>
          <p:grpSpPr>
            <a:xfrm flipH="1">
              <a:off x="277710" y="957465"/>
              <a:ext cx="134044" cy="134013"/>
              <a:chOff x="1101075" y="2142375"/>
              <a:chExt cx="439200" cy="439100"/>
            </a:xfrm>
          </p:grpSpPr>
          <p:sp>
            <p:nvSpPr>
              <p:cNvPr id="285" name="Google Shape;285;g372a3a90f18_0_199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86" name="Google Shape;286;g372a3a90f18_0_199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287" name="Google Shape;287;g372a3a90f18_0_1999"/>
            <p:cNvGrpSpPr/>
            <p:nvPr/>
          </p:nvGrpSpPr>
          <p:grpSpPr>
            <a:xfrm flipH="1">
              <a:off x="277710" y="640815"/>
              <a:ext cx="134044" cy="134013"/>
              <a:chOff x="1101075" y="2142375"/>
              <a:chExt cx="439200" cy="439100"/>
            </a:xfrm>
          </p:grpSpPr>
          <p:sp>
            <p:nvSpPr>
              <p:cNvPr id="288" name="Google Shape;288;g372a3a90f18_0_199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89" name="Google Shape;289;g372a3a90f18_0_199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pic>
        <p:nvPicPr>
          <p:cNvPr id="290" name="Google Shape;290;g372a3a90f18_0_1999"/>
          <p:cNvPicPr preferRelativeResize="0"/>
          <p:nvPr/>
        </p:nvPicPr>
        <p:blipFill rotWithShape="1">
          <a:blip r:embed="rId3">
            <a:alphaModFix/>
          </a:blip>
          <a:srcRect b="17660" l="0" r="0" t="17656"/>
          <a:stretch/>
        </p:blipFill>
        <p:spPr>
          <a:xfrm rot="-7778255">
            <a:off x="-3534445" y="-1919229"/>
            <a:ext cx="7140905" cy="545011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Custom Layout">
  <p:cSld name="7_Custom Layout">
    <p:spTree>
      <p:nvGrpSpPr>
        <p:cNvPr id="291" name="Shape 291"/>
        <p:cNvGrpSpPr/>
        <p:nvPr/>
      </p:nvGrpSpPr>
      <p:grpSpPr>
        <a:xfrm>
          <a:off x="0" y="0"/>
          <a:ext cx="0" cy="0"/>
          <a:chOff x="0" y="0"/>
          <a:chExt cx="0" cy="0"/>
        </a:xfrm>
      </p:grpSpPr>
      <p:sp>
        <p:nvSpPr>
          <p:cNvPr id="292" name="Google Shape;292;g372a3a90f18_0_2025"/>
          <p:cNvSpPr/>
          <p:nvPr>
            <p:ph idx="2" type="pic"/>
          </p:nvPr>
        </p:nvSpPr>
        <p:spPr>
          <a:xfrm>
            <a:off x="610699" y="0"/>
            <a:ext cx="3680400" cy="3982500"/>
          </a:xfrm>
          <a:prstGeom prst="rect">
            <a:avLst/>
          </a:prstGeom>
          <a:solidFill>
            <a:schemeClr val="lt1"/>
          </a:solidFill>
          <a:ln>
            <a:noFill/>
          </a:ln>
        </p:spPr>
      </p:sp>
      <p:pic>
        <p:nvPicPr>
          <p:cNvPr id="293" name="Google Shape;293;g372a3a90f18_0_2025"/>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294" name="Google Shape;294;g372a3a90f18_0_2025"/>
          <p:cNvGrpSpPr/>
          <p:nvPr/>
        </p:nvGrpSpPr>
        <p:grpSpPr>
          <a:xfrm>
            <a:off x="-693518" y="-764200"/>
            <a:ext cx="2003005" cy="3742362"/>
            <a:chOff x="-367748" y="-573164"/>
            <a:chExt cx="1502291" cy="2806842"/>
          </a:xfrm>
        </p:grpSpPr>
        <p:grpSp>
          <p:nvGrpSpPr>
            <p:cNvPr id="295" name="Google Shape;295;g372a3a90f18_0_2025"/>
            <p:cNvGrpSpPr/>
            <p:nvPr/>
          </p:nvGrpSpPr>
          <p:grpSpPr>
            <a:xfrm rot="10800000">
              <a:off x="-191449" y="1507557"/>
              <a:ext cx="904666" cy="726121"/>
              <a:chOff x="7945225" y="4302000"/>
              <a:chExt cx="904666" cy="726121"/>
            </a:xfrm>
          </p:grpSpPr>
          <p:sp>
            <p:nvSpPr>
              <p:cNvPr id="296" name="Google Shape;296;g372a3a90f18_0_2025"/>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alpha val="44705"/>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297" name="Google Shape;297;g372a3a90f18_0_2025"/>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298" name="Google Shape;298;g372a3a90f18_0_2025"/>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sp>
          <p:nvSpPr>
            <p:cNvPr id="299" name="Google Shape;299;g372a3a90f18_0_2025"/>
            <p:cNvSpPr/>
            <p:nvPr/>
          </p:nvSpPr>
          <p:spPr>
            <a:xfrm>
              <a:off x="152767" y="-57254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F50403"/>
                </a:gs>
                <a:gs pos="40000">
                  <a:srgbClr val="F50403">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300" name="Google Shape;300;g372a3a90f18_0_2025"/>
            <p:cNvSpPr/>
            <p:nvPr/>
          </p:nvSpPr>
          <p:spPr>
            <a:xfrm>
              <a:off x="-6579" y="-573164"/>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F50403">
                    <a:alpha val="60784"/>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nvGrpSpPr>
            <p:cNvPr id="301" name="Google Shape;301;g372a3a90f18_0_2025"/>
            <p:cNvGrpSpPr/>
            <p:nvPr/>
          </p:nvGrpSpPr>
          <p:grpSpPr>
            <a:xfrm rot="10800000">
              <a:off x="-367748" y="-467133"/>
              <a:ext cx="699928" cy="1651024"/>
              <a:chOff x="8337812" y="3492483"/>
              <a:chExt cx="699928" cy="1651024"/>
            </a:xfrm>
          </p:grpSpPr>
          <p:sp>
            <p:nvSpPr>
              <p:cNvPr id="302" name="Google Shape;302;g372a3a90f18_0_2025"/>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5686"/>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303" name="Google Shape;303;g372a3a90f18_0_2025"/>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5686"/>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304" name="Google Shape;304;g372a3a90f18_0_2025"/>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5686"/>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Custom Layout">
  <p:cSld name="8_Custom Layout">
    <p:spTree>
      <p:nvGrpSpPr>
        <p:cNvPr id="305" name="Shape 305"/>
        <p:cNvGrpSpPr/>
        <p:nvPr/>
      </p:nvGrpSpPr>
      <p:grpSpPr>
        <a:xfrm>
          <a:off x="0" y="0"/>
          <a:ext cx="0" cy="0"/>
          <a:chOff x="0" y="0"/>
          <a:chExt cx="0" cy="0"/>
        </a:xfrm>
      </p:grpSpPr>
      <p:sp>
        <p:nvSpPr>
          <p:cNvPr id="306" name="Google Shape;306;g372a3a90f18_0_2039"/>
          <p:cNvSpPr/>
          <p:nvPr>
            <p:ph idx="2" type="pic"/>
          </p:nvPr>
        </p:nvSpPr>
        <p:spPr>
          <a:xfrm>
            <a:off x="727217" y="622898"/>
            <a:ext cx="8333400" cy="2870100"/>
          </a:xfrm>
          <a:prstGeom prst="rect">
            <a:avLst/>
          </a:prstGeom>
          <a:solidFill>
            <a:schemeClr val="lt1"/>
          </a:solidFill>
          <a:ln>
            <a:noFill/>
          </a:ln>
        </p:spPr>
      </p:sp>
      <p:pic>
        <p:nvPicPr>
          <p:cNvPr id="307" name="Google Shape;307;g372a3a90f18_0_2039"/>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Custom Layout">
  <p:cSld name="9_Custom Layout">
    <p:spTree>
      <p:nvGrpSpPr>
        <p:cNvPr id="308" name="Shape 308"/>
        <p:cNvGrpSpPr/>
        <p:nvPr/>
      </p:nvGrpSpPr>
      <p:grpSpPr>
        <a:xfrm>
          <a:off x="0" y="0"/>
          <a:ext cx="0" cy="0"/>
          <a:chOff x="0" y="0"/>
          <a:chExt cx="0" cy="0"/>
        </a:xfrm>
      </p:grpSpPr>
      <p:pic>
        <p:nvPicPr>
          <p:cNvPr id="309" name="Google Shape;309;g372a3a90f18_0_2042"/>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310" name="Google Shape;310;g372a3a90f18_0_2042"/>
          <p:cNvGrpSpPr/>
          <p:nvPr/>
        </p:nvGrpSpPr>
        <p:grpSpPr>
          <a:xfrm>
            <a:off x="-680823" y="-2290579"/>
            <a:ext cx="5862779" cy="5562070"/>
            <a:chOff x="-494405" y="-1584825"/>
            <a:chExt cx="4397193" cy="4171657"/>
          </a:xfrm>
        </p:grpSpPr>
        <p:grpSp>
          <p:nvGrpSpPr>
            <p:cNvPr id="311" name="Google Shape;311;g372a3a90f18_0_2042"/>
            <p:cNvGrpSpPr/>
            <p:nvPr/>
          </p:nvGrpSpPr>
          <p:grpSpPr>
            <a:xfrm>
              <a:off x="-494405" y="-252396"/>
              <a:ext cx="1741563" cy="1288563"/>
              <a:chOff x="-494405" y="-252396"/>
              <a:chExt cx="1741563" cy="1288563"/>
            </a:xfrm>
          </p:grpSpPr>
          <p:sp>
            <p:nvSpPr>
              <p:cNvPr id="312" name="Google Shape;312;g372a3a90f18_0_2042"/>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13" name="Google Shape;313;g372a3a90f18_0_2042"/>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314" name="Google Shape;314;g372a3a90f18_0_2042"/>
            <p:cNvGrpSpPr/>
            <p:nvPr/>
          </p:nvGrpSpPr>
          <p:grpSpPr>
            <a:xfrm>
              <a:off x="245875" y="-51824"/>
              <a:ext cx="208200" cy="1824700"/>
              <a:chOff x="1040050" y="3812126"/>
              <a:chExt cx="208200" cy="1824700"/>
            </a:xfrm>
          </p:grpSpPr>
          <p:sp>
            <p:nvSpPr>
              <p:cNvPr id="315" name="Google Shape;315;g372a3a90f18_0_2042"/>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5490"/>
                    </a:srgbClr>
                  </a:gs>
                  <a:gs pos="100000">
                    <a:srgbClr val="FFFFFF">
                      <a:alpha val="4549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16" name="Google Shape;316;g372a3a90f18_0_2042"/>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5490"/>
                    </a:srgbClr>
                  </a:gs>
                  <a:gs pos="78000">
                    <a:srgbClr val="F5F8FF">
                      <a:alpha val="45490"/>
                    </a:srgbClr>
                  </a:gs>
                  <a:gs pos="100000">
                    <a:srgbClr val="F5F8FF">
                      <a:alpha val="4549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317" name="Google Shape;317;g372a3a90f18_0_2042"/>
            <p:cNvGrpSpPr/>
            <p:nvPr/>
          </p:nvGrpSpPr>
          <p:grpSpPr>
            <a:xfrm>
              <a:off x="441575" y="-36652"/>
              <a:ext cx="699940" cy="478601"/>
              <a:chOff x="39723" y="4349022"/>
              <a:chExt cx="1061964" cy="726143"/>
            </a:xfrm>
          </p:grpSpPr>
          <p:grpSp>
            <p:nvGrpSpPr>
              <p:cNvPr id="318" name="Google Shape;318;g372a3a90f18_0_2042"/>
              <p:cNvGrpSpPr/>
              <p:nvPr/>
            </p:nvGrpSpPr>
            <p:grpSpPr>
              <a:xfrm rot="2700000">
                <a:off x="140502" y="4460925"/>
                <a:ext cx="524584" cy="502337"/>
                <a:chOff x="1189791" y="-1767331"/>
                <a:chExt cx="904284" cy="865933"/>
              </a:xfrm>
            </p:grpSpPr>
            <p:sp>
              <p:nvSpPr>
                <p:cNvPr id="319" name="Google Shape;319;g372a3a90f18_0_204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320" name="Google Shape;320;g372a3a90f18_0_2042"/>
                <p:cNvGrpSpPr/>
                <p:nvPr/>
              </p:nvGrpSpPr>
              <p:grpSpPr>
                <a:xfrm>
                  <a:off x="1232795" y="-1740829"/>
                  <a:ext cx="717622" cy="717393"/>
                  <a:chOff x="1483457" y="3953671"/>
                  <a:chExt cx="717622" cy="717393"/>
                </a:xfrm>
              </p:grpSpPr>
              <p:sp>
                <p:nvSpPr>
                  <p:cNvPr id="321" name="Google Shape;321;g372a3a90f18_0_204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22" name="Google Shape;322;g372a3a90f18_0_204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23" name="Google Shape;323;g372a3a90f18_0_204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24" name="Google Shape;324;g372a3a90f18_0_204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25" name="Google Shape;325;g372a3a90f18_0_204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326" name="Google Shape;326;g372a3a90f18_0_204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327" name="Google Shape;327;g372a3a90f18_0_2042"/>
            <p:cNvGrpSpPr/>
            <p:nvPr/>
          </p:nvGrpSpPr>
          <p:grpSpPr>
            <a:xfrm>
              <a:off x="955673" y="14"/>
              <a:ext cx="592576" cy="405260"/>
              <a:chOff x="39723" y="4349022"/>
              <a:chExt cx="1061964" cy="726143"/>
            </a:xfrm>
          </p:grpSpPr>
          <p:grpSp>
            <p:nvGrpSpPr>
              <p:cNvPr id="328" name="Google Shape;328;g372a3a90f18_0_2042"/>
              <p:cNvGrpSpPr/>
              <p:nvPr/>
            </p:nvGrpSpPr>
            <p:grpSpPr>
              <a:xfrm rot="2700000">
                <a:off x="140502" y="4460925"/>
                <a:ext cx="524584" cy="502337"/>
                <a:chOff x="1189791" y="-1767331"/>
                <a:chExt cx="904284" cy="865933"/>
              </a:xfrm>
            </p:grpSpPr>
            <p:sp>
              <p:nvSpPr>
                <p:cNvPr id="329" name="Google Shape;329;g372a3a90f18_0_204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330" name="Google Shape;330;g372a3a90f18_0_2042"/>
                <p:cNvGrpSpPr/>
                <p:nvPr/>
              </p:nvGrpSpPr>
              <p:grpSpPr>
                <a:xfrm>
                  <a:off x="1232795" y="-1740829"/>
                  <a:ext cx="717622" cy="717393"/>
                  <a:chOff x="1483457" y="3953671"/>
                  <a:chExt cx="717622" cy="717393"/>
                </a:xfrm>
              </p:grpSpPr>
              <p:sp>
                <p:nvSpPr>
                  <p:cNvPr id="331" name="Google Shape;331;g372a3a90f18_0_204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32" name="Google Shape;332;g372a3a90f18_0_204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33" name="Google Shape;333;g372a3a90f18_0_204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34" name="Google Shape;334;g372a3a90f18_0_204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35" name="Google Shape;335;g372a3a90f18_0_204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336" name="Google Shape;336;g372a3a90f18_0_204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337" name="Google Shape;337;g372a3a90f18_0_2042"/>
            <p:cNvGrpSpPr/>
            <p:nvPr/>
          </p:nvGrpSpPr>
          <p:grpSpPr>
            <a:xfrm>
              <a:off x="0" y="621223"/>
              <a:ext cx="699940" cy="478601"/>
              <a:chOff x="39723" y="4349022"/>
              <a:chExt cx="1061964" cy="726143"/>
            </a:xfrm>
          </p:grpSpPr>
          <p:grpSp>
            <p:nvGrpSpPr>
              <p:cNvPr id="338" name="Google Shape;338;g372a3a90f18_0_2042"/>
              <p:cNvGrpSpPr/>
              <p:nvPr/>
            </p:nvGrpSpPr>
            <p:grpSpPr>
              <a:xfrm rot="2700000">
                <a:off x="140502" y="4460925"/>
                <a:ext cx="524584" cy="502337"/>
                <a:chOff x="1189791" y="-1767331"/>
                <a:chExt cx="904284" cy="865933"/>
              </a:xfrm>
            </p:grpSpPr>
            <p:sp>
              <p:nvSpPr>
                <p:cNvPr id="339" name="Google Shape;339;g372a3a90f18_0_204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340" name="Google Shape;340;g372a3a90f18_0_2042"/>
                <p:cNvGrpSpPr/>
                <p:nvPr/>
              </p:nvGrpSpPr>
              <p:grpSpPr>
                <a:xfrm>
                  <a:off x="1232795" y="-1740829"/>
                  <a:ext cx="717622" cy="717393"/>
                  <a:chOff x="1483457" y="3953671"/>
                  <a:chExt cx="717622" cy="717393"/>
                </a:xfrm>
              </p:grpSpPr>
              <p:sp>
                <p:nvSpPr>
                  <p:cNvPr id="341" name="Google Shape;341;g372a3a90f18_0_204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42" name="Google Shape;342;g372a3a90f18_0_204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43" name="Google Shape;343;g372a3a90f18_0_204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44" name="Google Shape;344;g372a3a90f18_0_204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45" name="Google Shape;345;g372a3a90f18_0_204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346" name="Google Shape;346;g372a3a90f18_0_204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347" name="Google Shape;347;g372a3a90f18_0_2042"/>
            <p:cNvGrpSpPr/>
            <p:nvPr/>
          </p:nvGrpSpPr>
          <p:grpSpPr>
            <a:xfrm rot="-8100000">
              <a:off x="540898" y="-1172741"/>
              <a:ext cx="2552124" cy="3347490"/>
              <a:chOff x="2976325" y="908175"/>
              <a:chExt cx="4028179" cy="5283555"/>
            </a:xfrm>
          </p:grpSpPr>
          <p:sp>
            <p:nvSpPr>
              <p:cNvPr id="348" name="Google Shape;348;g372a3a90f18_0_2042"/>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49" name="Google Shape;349;g372a3a90f18_0_2042"/>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50" name="Google Shape;350;g372a3a90f18_0_2042"/>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Custom Layout">
  <p:cSld name="10_Custom Layout">
    <p:spTree>
      <p:nvGrpSpPr>
        <p:cNvPr id="351" name="Shape 351"/>
        <p:cNvGrpSpPr/>
        <p:nvPr/>
      </p:nvGrpSpPr>
      <p:grpSpPr>
        <a:xfrm>
          <a:off x="0" y="0"/>
          <a:ext cx="0" cy="0"/>
          <a:chOff x="0" y="0"/>
          <a:chExt cx="0" cy="0"/>
        </a:xfrm>
      </p:grpSpPr>
      <p:sp>
        <p:nvSpPr>
          <p:cNvPr id="352" name="Google Shape;352;g372a3a90f18_0_2085"/>
          <p:cNvSpPr/>
          <p:nvPr>
            <p:ph idx="2" type="pic"/>
          </p:nvPr>
        </p:nvSpPr>
        <p:spPr>
          <a:xfrm>
            <a:off x="0" y="3061252"/>
            <a:ext cx="2969700" cy="3796800"/>
          </a:xfrm>
          <a:prstGeom prst="rect">
            <a:avLst/>
          </a:prstGeom>
          <a:solidFill>
            <a:schemeClr val="lt1"/>
          </a:solidFill>
          <a:ln>
            <a:noFill/>
          </a:ln>
        </p:spPr>
      </p:sp>
      <p:sp>
        <p:nvSpPr>
          <p:cNvPr id="353" name="Google Shape;353;g372a3a90f18_0_2085"/>
          <p:cNvSpPr/>
          <p:nvPr>
            <p:ph idx="3" type="pic"/>
          </p:nvPr>
        </p:nvSpPr>
        <p:spPr>
          <a:xfrm>
            <a:off x="6870763" y="-3517"/>
            <a:ext cx="3838800" cy="3162900"/>
          </a:xfrm>
          <a:prstGeom prst="rect">
            <a:avLst/>
          </a:prstGeom>
          <a:solidFill>
            <a:schemeClr val="lt1"/>
          </a:solidFill>
          <a:ln>
            <a:noFill/>
          </a:ln>
        </p:spPr>
      </p:sp>
      <p:pic>
        <p:nvPicPr>
          <p:cNvPr id="354" name="Google Shape;354;g372a3a90f18_0_2085"/>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Custom Layout">
  <p:cSld name="11_Custom Layout">
    <p:spTree>
      <p:nvGrpSpPr>
        <p:cNvPr id="355" name="Shape 355"/>
        <p:cNvGrpSpPr/>
        <p:nvPr/>
      </p:nvGrpSpPr>
      <p:grpSpPr>
        <a:xfrm>
          <a:off x="0" y="0"/>
          <a:ext cx="0" cy="0"/>
          <a:chOff x="0" y="0"/>
          <a:chExt cx="0" cy="0"/>
        </a:xfrm>
      </p:grpSpPr>
      <p:sp>
        <p:nvSpPr>
          <p:cNvPr id="356" name="Google Shape;356;g372a3a90f18_0_2089"/>
          <p:cNvSpPr/>
          <p:nvPr>
            <p:ph idx="2" type="pic"/>
          </p:nvPr>
        </p:nvSpPr>
        <p:spPr>
          <a:xfrm>
            <a:off x="6524779" y="742950"/>
            <a:ext cx="3488700" cy="4309200"/>
          </a:xfrm>
          <a:prstGeom prst="rect">
            <a:avLst/>
          </a:prstGeom>
          <a:solidFill>
            <a:schemeClr val="lt1"/>
          </a:solidFill>
          <a:ln>
            <a:noFill/>
          </a:ln>
        </p:spPr>
      </p:sp>
      <p:pic>
        <p:nvPicPr>
          <p:cNvPr id="357" name="Google Shape;357;g372a3a90f18_0_2089"/>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358" name="Google Shape;358;g372a3a90f18_0_2089"/>
          <p:cNvGrpSpPr/>
          <p:nvPr/>
        </p:nvGrpSpPr>
        <p:grpSpPr>
          <a:xfrm>
            <a:off x="-680823" y="-2290579"/>
            <a:ext cx="5862779" cy="5562070"/>
            <a:chOff x="-494405" y="-1584825"/>
            <a:chExt cx="4397193" cy="4171657"/>
          </a:xfrm>
        </p:grpSpPr>
        <p:grpSp>
          <p:nvGrpSpPr>
            <p:cNvPr id="359" name="Google Shape;359;g372a3a90f18_0_2089"/>
            <p:cNvGrpSpPr/>
            <p:nvPr/>
          </p:nvGrpSpPr>
          <p:grpSpPr>
            <a:xfrm>
              <a:off x="-494405" y="-252396"/>
              <a:ext cx="1741563" cy="1288563"/>
              <a:chOff x="-494405" y="-252396"/>
              <a:chExt cx="1741563" cy="1288563"/>
            </a:xfrm>
          </p:grpSpPr>
          <p:sp>
            <p:nvSpPr>
              <p:cNvPr id="360" name="Google Shape;360;g372a3a90f18_0_2089"/>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61" name="Google Shape;361;g372a3a90f18_0_2089"/>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362" name="Google Shape;362;g372a3a90f18_0_2089"/>
            <p:cNvGrpSpPr/>
            <p:nvPr/>
          </p:nvGrpSpPr>
          <p:grpSpPr>
            <a:xfrm>
              <a:off x="245875" y="-51824"/>
              <a:ext cx="208200" cy="1824700"/>
              <a:chOff x="1040050" y="3812126"/>
              <a:chExt cx="208200" cy="1824700"/>
            </a:xfrm>
          </p:grpSpPr>
          <p:sp>
            <p:nvSpPr>
              <p:cNvPr id="363" name="Google Shape;363;g372a3a90f18_0_2089"/>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5490"/>
                    </a:srgbClr>
                  </a:gs>
                  <a:gs pos="100000">
                    <a:srgbClr val="FFFFFF">
                      <a:alpha val="4549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64" name="Google Shape;364;g372a3a90f18_0_2089"/>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5490"/>
                    </a:srgbClr>
                  </a:gs>
                  <a:gs pos="78000">
                    <a:srgbClr val="F5F8FF">
                      <a:alpha val="45490"/>
                    </a:srgbClr>
                  </a:gs>
                  <a:gs pos="100000">
                    <a:srgbClr val="F5F8FF">
                      <a:alpha val="4549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365" name="Google Shape;365;g372a3a90f18_0_2089"/>
            <p:cNvGrpSpPr/>
            <p:nvPr/>
          </p:nvGrpSpPr>
          <p:grpSpPr>
            <a:xfrm>
              <a:off x="441575" y="-36652"/>
              <a:ext cx="699940" cy="478601"/>
              <a:chOff x="39723" y="4349022"/>
              <a:chExt cx="1061964" cy="726143"/>
            </a:xfrm>
          </p:grpSpPr>
          <p:grpSp>
            <p:nvGrpSpPr>
              <p:cNvPr id="366" name="Google Shape;366;g372a3a90f18_0_2089"/>
              <p:cNvGrpSpPr/>
              <p:nvPr/>
            </p:nvGrpSpPr>
            <p:grpSpPr>
              <a:xfrm rot="2700000">
                <a:off x="140502" y="4460925"/>
                <a:ext cx="524584" cy="502337"/>
                <a:chOff x="1189791" y="-1767331"/>
                <a:chExt cx="904284" cy="865933"/>
              </a:xfrm>
            </p:grpSpPr>
            <p:sp>
              <p:nvSpPr>
                <p:cNvPr id="367" name="Google Shape;367;g372a3a90f18_0_208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368" name="Google Shape;368;g372a3a90f18_0_2089"/>
                <p:cNvGrpSpPr/>
                <p:nvPr/>
              </p:nvGrpSpPr>
              <p:grpSpPr>
                <a:xfrm>
                  <a:off x="1232795" y="-1740829"/>
                  <a:ext cx="717622" cy="717393"/>
                  <a:chOff x="1483457" y="3953671"/>
                  <a:chExt cx="717622" cy="717393"/>
                </a:xfrm>
              </p:grpSpPr>
              <p:sp>
                <p:nvSpPr>
                  <p:cNvPr id="369" name="Google Shape;369;g372a3a90f18_0_208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70" name="Google Shape;370;g372a3a90f18_0_208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71" name="Google Shape;371;g372a3a90f18_0_208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72" name="Google Shape;372;g372a3a90f18_0_208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73" name="Google Shape;373;g372a3a90f18_0_208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374" name="Google Shape;374;g372a3a90f18_0_208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375" name="Google Shape;375;g372a3a90f18_0_2089"/>
            <p:cNvGrpSpPr/>
            <p:nvPr/>
          </p:nvGrpSpPr>
          <p:grpSpPr>
            <a:xfrm>
              <a:off x="955673" y="14"/>
              <a:ext cx="592576" cy="405260"/>
              <a:chOff x="39723" y="4349022"/>
              <a:chExt cx="1061964" cy="726143"/>
            </a:xfrm>
          </p:grpSpPr>
          <p:grpSp>
            <p:nvGrpSpPr>
              <p:cNvPr id="376" name="Google Shape;376;g372a3a90f18_0_2089"/>
              <p:cNvGrpSpPr/>
              <p:nvPr/>
            </p:nvGrpSpPr>
            <p:grpSpPr>
              <a:xfrm rot="2700000">
                <a:off x="140502" y="4460925"/>
                <a:ext cx="524584" cy="502337"/>
                <a:chOff x="1189791" y="-1767331"/>
                <a:chExt cx="904284" cy="865933"/>
              </a:xfrm>
            </p:grpSpPr>
            <p:sp>
              <p:nvSpPr>
                <p:cNvPr id="377" name="Google Shape;377;g372a3a90f18_0_208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378" name="Google Shape;378;g372a3a90f18_0_2089"/>
                <p:cNvGrpSpPr/>
                <p:nvPr/>
              </p:nvGrpSpPr>
              <p:grpSpPr>
                <a:xfrm>
                  <a:off x="1232795" y="-1740829"/>
                  <a:ext cx="717622" cy="717393"/>
                  <a:chOff x="1483457" y="3953671"/>
                  <a:chExt cx="717622" cy="717393"/>
                </a:xfrm>
              </p:grpSpPr>
              <p:sp>
                <p:nvSpPr>
                  <p:cNvPr id="379" name="Google Shape;379;g372a3a90f18_0_208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80" name="Google Shape;380;g372a3a90f18_0_208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81" name="Google Shape;381;g372a3a90f18_0_208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82" name="Google Shape;382;g372a3a90f18_0_208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83" name="Google Shape;383;g372a3a90f18_0_208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384" name="Google Shape;384;g372a3a90f18_0_208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385" name="Google Shape;385;g372a3a90f18_0_2089"/>
            <p:cNvGrpSpPr/>
            <p:nvPr/>
          </p:nvGrpSpPr>
          <p:grpSpPr>
            <a:xfrm>
              <a:off x="0" y="621223"/>
              <a:ext cx="699940" cy="478601"/>
              <a:chOff x="39723" y="4349022"/>
              <a:chExt cx="1061964" cy="726143"/>
            </a:xfrm>
          </p:grpSpPr>
          <p:grpSp>
            <p:nvGrpSpPr>
              <p:cNvPr id="386" name="Google Shape;386;g372a3a90f18_0_2089"/>
              <p:cNvGrpSpPr/>
              <p:nvPr/>
            </p:nvGrpSpPr>
            <p:grpSpPr>
              <a:xfrm rot="2700000">
                <a:off x="140502" y="4460925"/>
                <a:ext cx="524584" cy="502337"/>
                <a:chOff x="1189791" y="-1767331"/>
                <a:chExt cx="904284" cy="865933"/>
              </a:xfrm>
            </p:grpSpPr>
            <p:sp>
              <p:nvSpPr>
                <p:cNvPr id="387" name="Google Shape;387;g372a3a90f18_0_208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388" name="Google Shape;388;g372a3a90f18_0_2089"/>
                <p:cNvGrpSpPr/>
                <p:nvPr/>
              </p:nvGrpSpPr>
              <p:grpSpPr>
                <a:xfrm>
                  <a:off x="1232795" y="-1740829"/>
                  <a:ext cx="717622" cy="717393"/>
                  <a:chOff x="1483457" y="3953671"/>
                  <a:chExt cx="717622" cy="717393"/>
                </a:xfrm>
              </p:grpSpPr>
              <p:sp>
                <p:nvSpPr>
                  <p:cNvPr id="389" name="Google Shape;389;g372a3a90f18_0_208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90" name="Google Shape;390;g372a3a90f18_0_208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91" name="Google Shape;391;g372a3a90f18_0_208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92" name="Google Shape;392;g372a3a90f18_0_208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93" name="Google Shape;393;g372a3a90f18_0_208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394" name="Google Shape;394;g372a3a90f18_0_208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395" name="Google Shape;395;g372a3a90f18_0_2089"/>
            <p:cNvGrpSpPr/>
            <p:nvPr/>
          </p:nvGrpSpPr>
          <p:grpSpPr>
            <a:xfrm rot="-8100000">
              <a:off x="540898" y="-1172741"/>
              <a:ext cx="2552124" cy="3347490"/>
              <a:chOff x="2976325" y="908175"/>
              <a:chExt cx="4028179" cy="5283555"/>
            </a:xfrm>
          </p:grpSpPr>
          <p:sp>
            <p:nvSpPr>
              <p:cNvPr id="396" name="Google Shape;396;g372a3a90f18_0_2089"/>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97" name="Google Shape;397;g372a3a90f18_0_2089"/>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98" name="Google Shape;398;g372a3a90f18_0_2089"/>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Custom Layout">
  <p:cSld name="12_Custom Layout">
    <p:spTree>
      <p:nvGrpSpPr>
        <p:cNvPr id="399" name="Shape 399"/>
        <p:cNvGrpSpPr/>
        <p:nvPr/>
      </p:nvGrpSpPr>
      <p:grpSpPr>
        <a:xfrm>
          <a:off x="0" y="0"/>
          <a:ext cx="0" cy="0"/>
          <a:chOff x="0" y="0"/>
          <a:chExt cx="0" cy="0"/>
        </a:xfrm>
      </p:grpSpPr>
      <p:sp>
        <p:nvSpPr>
          <p:cNvPr id="400" name="Google Shape;400;g372a3a90f18_0_2133"/>
          <p:cNvSpPr/>
          <p:nvPr>
            <p:ph idx="2" type="pic"/>
          </p:nvPr>
        </p:nvSpPr>
        <p:spPr>
          <a:xfrm>
            <a:off x="-1" y="622897"/>
            <a:ext cx="9337800" cy="2196900"/>
          </a:xfrm>
          <a:prstGeom prst="rect">
            <a:avLst/>
          </a:prstGeom>
          <a:solidFill>
            <a:schemeClr val="lt1"/>
          </a:solidFill>
          <a:ln>
            <a:noFill/>
          </a:ln>
        </p:spPr>
      </p:sp>
      <p:pic>
        <p:nvPicPr>
          <p:cNvPr id="401" name="Google Shape;401;g372a3a90f18_0_2133"/>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Custom Layout">
  <p:cSld name="13_Custom Layout">
    <p:spTree>
      <p:nvGrpSpPr>
        <p:cNvPr id="402" name="Shape 402"/>
        <p:cNvGrpSpPr/>
        <p:nvPr/>
      </p:nvGrpSpPr>
      <p:grpSpPr>
        <a:xfrm>
          <a:off x="0" y="0"/>
          <a:ext cx="0" cy="0"/>
          <a:chOff x="0" y="0"/>
          <a:chExt cx="0" cy="0"/>
        </a:xfrm>
      </p:grpSpPr>
      <p:sp>
        <p:nvSpPr>
          <p:cNvPr id="403" name="Google Shape;403;g372a3a90f18_0_2136"/>
          <p:cNvSpPr/>
          <p:nvPr>
            <p:ph idx="2" type="pic"/>
          </p:nvPr>
        </p:nvSpPr>
        <p:spPr>
          <a:xfrm>
            <a:off x="1481266" y="3350560"/>
            <a:ext cx="2370900" cy="2370900"/>
          </a:xfrm>
          <a:prstGeom prst="rect">
            <a:avLst/>
          </a:prstGeom>
          <a:solidFill>
            <a:schemeClr val="lt1"/>
          </a:solidFill>
          <a:ln>
            <a:noFill/>
          </a:ln>
        </p:spPr>
      </p:sp>
      <p:sp>
        <p:nvSpPr>
          <p:cNvPr id="404" name="Google Shape;404;g372a3a90f18_0_2136"/>
          <p:cNvSpPr/>
          <p:nvPr>
            <p:ph idx="3" type="pic"/>
          </p:nvPr>
        </p:nvSpPr>
        <p:spPr>
          <a:xfrm>
            <a:off x="4169396" y="3350560"/>
            <a:ext cx="2370900" cy="2370900"/>
          </a:xfrm>
          <a:prstGeom prst="rect">
            <a:avLst/>
          </a:prstGeom>
          <a:solidFill>
            <a:schemeClr val="lt1"/>
          </a:solidFill>
          <a:ln>
            <a:noFill/>
          </a:ln>
        </p:spPr>
      </p:sp>
      <p:sp>
        <p:nvSpPr>
          <p:cNvPr id="405" name="Google Shape;405;g372a3a90f18_0_2136"/>
          <p:cNvSpPr/>
          <p:nvPr>
            <p:ph idx="4" type="pic"/>
          </p:nvPr>
        </p:nvSpPr>
        <p:spPr>
          <a:xfrm>
            <a:off x="6857527" y="3350560"/>
            <a:ext cx="2370900" cy="2370900"/>
          </a:xfrm>
          <a:prstGeom prst="rect">
            <a:avLst/>
          </a:prstGeom>
          <a:solidFill>
            <a:schemeClr val="lt1"/>
          </a:solidFill>
          <a:ln>
            <a:noFill/>
          </a:ln>
        </p:spPr>
      </p:sp>
      <p:pic>
        <p:nvPicPr>
          <p:cNvPr id="406" name="Google Shape;406;g372a3a90f18_0_2136"/>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Custom Layout">
  <p:cSld name="14_Custom Layout">
    <p:spTree>
      <p:nvGrpSpPr>
        <p:cNvPr id="407" name="Shape 407"/>
        <p:cNvGrpSpPr/>
        <p:nvPr/>
      </p:nvGrpSpPr>
      <p:grpSpPr>
        <a:xfrm>
          <a:off x="0" y="0"/>
          <a:ext cx="0" cy="0"/>
          <a:chOff x="0" y="0"/>
          <a:chExt cx="0" cy="0"/>
        </a:xfrm>
      </p:grpSpPr>
      <p:sp>
        <p:nvSpPr>
          <p:cNvPr id="408" name="Google Shape;408;g372a3a90f18_0_2141"/>
          <p:cNvSpPr/>
          <p:nvPr>
            <p:ph idx="2" type="pic"/>
          </p:nvPr>
        </p:nvSpPr>
        <p:spPr>
          <a:xfrm>
            <a:off x="5653560" y="672033"/>
            <a:ext cx="1690800" cy="1690800"/>
          </a:xfrm>
          <a:prstGeom prst="rect">
            <a:avLst/>
          </a:prstGeom>
          <a:solidFill>
            <a:schemeClr val="lt1"/>
          </a:solidFill>
          <a:ln>
            <a:noFill/>
          </a:ln>
        </p:spPr>
      </p:sp>
      <p:sp>
        <p:nvSpPr>
          <p:cNvPr id="409" name="Google Shape;409;g372a3a90f18_0_2141"/>
          <p:cNvSpPr/>
          <p:nvPr>
            <p:ph idx="3" type="pic"/>
          </p:nvPr>
        </p:nvSpPr>
        <p:spPr>
          <a:xfrm>
            <a:off x="5653560" y="2583602"/>
            <a:ext cx="1690800" cy="1690800"/>
          </a:xfrm>
          <a:prstGeom prst="rect">
            <a:avLst/>
          </a:prstGeom>
          <a:solidFill>
            <a:schemeClr val="lt1"/>
          </a:solidFill>
          <a:ln>
            <a:noFill/>
          </a:ln>
        </p:spPr>
      </p:sp>
      <p:sp>
        <p:nvSpPr>
          <p:cNvPr id="410" name="Google Shape;410;g372a3a90f18_0_2141"/>
          <p:cNvSpPr/>
          <p:nvPr>
            <p:ph idx="4" type="pic"/>
          </p:nvPr>
        </p:nvSpPr>
        <p:spPr>
          <a:xfrm>
            <a:off x="5653560" y="4495171"/>
            <a:ext cx="1690800" cy="1690800"/>
          </a:xfrm>
          <a:prstGeom prst="rect">
            <a:avLst/>
          </a:prstGeom>
          <a:solidFill>
            <a:schemeClr val="lt1"/>
          </a:solidFill>
          <a:ln>
            <a:noFill/>
          </a:ln>
        </p:spPr>
      </p:sp>
      <p:pic>
        <p:nvPicPr>
          <p:cNvPr id="411" name="Google Shape;411;g372a3a90f18_0_2141"/>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Custom Layout">
  <p:cSld name="15_Custom Layout">
    <p:spTree>
      <p:nvGrpSpPr>
        <p:cNvPr id="412" name="Shape 412"/>
        <p:cNvGrpSpPr/>
        <p:nvPr/>
      </p:nvGrpSpPr>
      <p:grpSpPr>
        <a:xfrm>
          <a:off x="0" y="0"/>
          <a:ext cx="0" cy="0"/>
          <a:chOff x="0" y="0"/>
          <a:chExt cx="0" cy="0"/>
        </a:xfrm>
      </p:grpSpPr>
      <p:sp>
        <p:nvSpPr>
          <p:cNvPr id="413" name="Google Shape;413;g372a3a90f18_0_2146"/>
          <p:cNvSpPr/>
          <p:nvPr>
            <p:ph idx="2" type="pic"/>
          </p:nvPr>
        </p:nvSpPr>
        <p:spPr>
          <a:xfrm>
            <a:off x="8231618" y="728382"/>
            <a:ext cx="2099700" cy="2099700"/>
          </a:xfrm>
          <a:prstGeom prst="rect">
            <a:avLst/>
          </a:prstGeom>
          <a:solidFill>
            <a:schemeClr val="lt1"/>
          </a:solidFill>
          <a:ln>
            <a:noFill/>
          </a:ln>
        </p:spPr>
      </p:sp>
      <p:sp>
        <p:nvSpPr>
          <p:cNvPr id="414" name="Google Shape;414;g372a3a90f18_0_2146"/>
          <p:cNvSpPr/>
          <p:nvPr>
            <p:ph idx="3" type="pic"/>
          </p:nvPr>
        </p:nvSpPr>
        <p:spPr>
          <a:xfrm>
            <a:off x="5935846" y="728382"/>
            <a:ext cx="2099700" cy="2099700"/>
          </a:xfrm>
          <a:prstGeom prst="rect">
            <a:avLst/>
          </a:prstGeom>
          <a:solidFill>
            <a:schemeClr val="lt1"/>
          </a:solidFill>
          <a:ln>
            <a:noFill/>
          </a:ln>
        </p:spPr>
      </p:sp>
      <p:sp>
        <p:nvSpPr>
          <p:cNvPr id="415" name="Google Shape;415;g372a3a90f18_0_2146"/>
          <p:cNvSpPr/>
          <p:nvPr>
            <p:ph idx="4" type="pic"/>
          </p:nvPr>
        </p:nvSpPr>
        <p:spPr>
          <a:xfrm>
            <a:off x="-1" y="3366773"/>
            <a:ext cx="4525500" cy="2435400"/>
          </a:xfrm>
          <a:prstGeom prst="rect">
            <a:avLst/>
          </a:prstGeom>
          <a:solidFill>
            <a:schemeClr val="lt1"/>
          </a:solidFill>
          <a:ln>
            <a:noFill/>
          </a:ln>
        </p:spPr>
      </p:sp>
      <p:pic>
        <p:nvPicPr>
          <p:cNvPr id="416" name="Google Shape;416;g372a3a90f18_0_2146"/>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Custom Layout">
  <p:cSld name="16_Custom Layout">
    <p:spTree>
      <p:nvGrpSpPr>
        <p:cNvPr id="417" name="Shape 417"/>
        <p:cNvGrpSpPr/>
        <p:nvPr/>
      </p:nvGrpSpPr>
      <p:grpSpPr>
        <a:xfrm>
          <a:off x="0" y="0"/>
          <a:ext cx="0" cy="0"/>
          <a:chOff x="0" y="0"/>
          <a:chExt cx="0" cy="0"/>
        </a:xfrm>
      </p:grpSpPr>
      <p:sp>
        <p:nvSpPr>
          <p:cNvPr id="418" name="Google Shape;418;g372a3a90f18_0_2151"/>
          <p:cNvSpPr/>
          <p:nvPr>
            <p:ph idx="2" type="pic"/>
          </p:nvPr>
        </p:nvSpPr>
        <p:spPr>
          <a:xfrm>
            <a:off x="889964" y="1372128"/>
            <a:ext cx="2137800" cy="4113600"/>
          </a:xfrm>
          <a:prstGeom prst="rect">
            <a:avLst/>
          </a:prstGeom>
          <a:solidFill>
            <a:schemeClr val="lt1"/>
          </a:solidFill>
          <a:ln>
            <a:noFill/>
          </a:ln>
        </p:spPr>
      </p:sp>
      <p:sp>
        <p:nvSpPr>
          <p:cNvPr id="419" name="Google Shape;419;g372a3a90f18_0_2151"/>
          <p:cNvSpPr/>
          <p:nvPr>
            <p:ph idx="3" type="pic"/>
          </p:nvPr>
        </p:nvSpPr>
        <p:spPr>
          <a:xfrm>
            <a:off x="3210142" y="1372128"/>
            <a:ext cx="2137800" cy="4113600"/>
          </a:xfrm>
          <a:prstGeom prst="rect">
            <a:avLst/>
          </a:prstGeom>
          <a:solidFill>
            <a:schemeClr val="lt1"/>
          </a:solidFill>
          <a:ln>
            <a:noFill/>
          </a:ln>
        </p:spPr>
      </p:sp>
      <p:pic>
        <p:nvPicPr>
          <p:cNvPr id="420" name="Google Shape;420;g372a3a90f18_0_2151"/>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Custom Layout">
  <p:cSld name="17_Custom Layout">
    <p:spTree>
      <p:nvGrpSpPr>
        <p:cNvPr id="421" name="Shape 421"/>
        <p:cNvGrpSpPr/>
        <p:nvPr/>
      </p:nvGrpSpPr>
      <p:grpSpPr>
        <a:xfrm>
          <a:off x="0" y="0"/>
          <a:ext cx="0" cy="0"/>
          <a:chOff x="0" y="0"/>
          <a:chExt cx="0" cy="0"/>
        </a:xfrm>
      </p:grpSpPr>
      <p:sp>
        <p:nvSpPr>
          <p:cNvPr id="422" name="Google Shape;422;g372a3a90f18_0_2155"/>
          <p:cNvSpPr/>
          <p:nvPr>
            <p:ph idx="2" type="pic"/>
          </p:nvPr>
        </p:nvSpPr>
        <p:spPr>
          <a:xfrm>
            <a:off x="6896192" y="1655804"/>
            <a:ext cx="2800500" cy="5202300"/>
          </a:xfrm>
          <a:prstGeom prst="rect">
            <a:avLst/>
          </a:prstGeom>
          <a:solidFill>
            <a:schemeClr val="lt1"/>
          </a:solidFill>
          <a:ln>
            <a:noFill/>
          </a:ln>
        </p:spPr>
      </p:sp>
      <p:pic>
        <p:nvPicPr>
          <p:cNvPr id="423" name="Google Shape;423;g372a3a90f18_0_2155"/>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Custom Layout">
  <p:cSld name="18_Custom Layout">
    <p:spTree>
      <p:nvGrpSpPr>
        <p:cNvPr id="424" name="Shape 424"/>
        <p:cNvGrpSpPr/>
        <p:nvPr/>
      </p:nvGrpSpPr>
      <p:grpSpPr>
        <a:xfrm>
          <a:off x="0" y="0"/>
          <a:ext cx="0" cy="0"/>
          <a:chOff x="0" y="0"/>
          <a:chExt cx="0" cy="0"/>
        </a:xfrm>
      </p:grpSpPr>
      <p:sp>
        <p:nvSpPr>
          <p:cNvPr id="425" name="Google Shape;425;g372a3a90f18_0_2158"/>
          <p:cNvSpPr/>
          <p:nvPr>
            <p:ph idx="2" type="pic"/>
          </p:nvPr>
        </p:nvSpPr>
        <p:spPr>
          <a:xfrm>
            <a:off x="1179006" y="1014481"/>
            <a:ext cx="2768400" cy="4122600"/>
          </a:xfrm>
          <a:prstGeom prst="rect">
            <a:avLst/>
          </a:prstGeom>
          <a:solidFill>
            <a:schemeClr val="lt1"/>
          </a:solidFill>
          <a:ln>
            <a:noFill/>
          </a:ln>
        </p:spPr>
      </p:sp>
      <p:pic>
        <p:nvPicPr>
          <p:cNvPr id="426" name="Google Shape;426;g372a3a90f18_0_2158"/>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Custom Layout">
  <p:cSld name="19_Custom Layout">
    <p:spTree>
      <p:nvGrpSpPr>
        <p:cNvPr id="427" name="Shape 427"/>
        <p:cNvGrpSpPr/>
        <p:nvPr/>
      </p:nvGrpSpPr>
      <p:grpSpPr>
        <a:xfrm>
          <a:off x="0" y="0"/>
          <a:ext cx="0" cy="0"/>
          <a:chOff x="0" y="0"/>
          <a:chExt cx="0" cy="0"/>
        </a:xfrm>
      </p:grpSpPr>
      <p:sp>
        <p:nvSpPr>
          <p:cNvPr id="428" name="Google Shape;428;g372a3a90f18_0_2161"/>
          <p:cNvSpPr/>
          <p:nvPr>
            <p:ph idx="2" type="pic"/>
          </p:nvPr>
        </p:nvSpPr>
        <p:spPr>
          <a:xfrm>
            <a:off x="4930282" y="1031838"/>
            <a:ext cx="5779200" cy="2934900"/>
          </a:xfrm>
          <a:prstGeom prst="rect">
            <a:avLst/>
          </a:prstGeom>
          <a:solidFill>
            <a:schemeClr val="lt1"/>
          </a:solidFill>
          <a:ln>
            <a:noFill/>
          </a:ln>
        </p:spPr>
      </p:sp>
      <p:pic>
        <p:nvPicPr>
          <p:cNvPr id="429" name="Google Shape;429;g372a3a90f18_0_2161"/>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Custom Layout">
  <p:cSld name="20_Custom Layout">
    <p:spTree>
      <p:nvGrpSpPr>
        <p:cNvPr id="430" name="Shape 430"/>
        <p:cNvGrpSpPr/>
        <p:nvPr/>
      </p:nvGrpSpPr>
      <p:grpSpPr>
        <a:xfrm>
          <a:off x="0" y="0"/>
          <a:ext cx="0" cy="0"/>
          <a:chOff x="0" y="0"/>
          <a:chExt cx="0" cy="0"/>
        </a:xfrm>
      </p:grpSpPr>
      <p:sp>
        <p:nvSpPr>
          <p:cNvPr id="431" name="Google Shape;431;g372a3a90f18_0_2164"/>
          <p:cNvSpPr/>
          <p:nvPr>
            <p:ph idx="2" type="pic"/>
          </p:nvPr>
        </p:nvSpPr>
        <p:spPr>
          <a:xfrm>
            <a:off x="3220234" y="2120348"/>
            <a:ext cx="2279400" cy="2279400"/>
          </a:xfrm>
          <a:prstGeom prst="rect">
            <a:avLst/>
          </a:prstGeom>
          <a:solidFill>
            <a:schemeClr val="lt1"/>
          </a:solidFill>
          <a:ln>
            <a:noFill/>
          </a:ln>
        </p:spPr>
      </p:sp>
      <p:sp>
        <p:nvSpPr>
          <p:cNvPr id="432" name="Google Shape;432;g372a3a90f18_0_2164"/>
          <p:cNvSpPr/>
          <p:nvPr>
            <p:ph idx="3" type="pic"/>
          </p:nvPr>
        </p:nvSpPr>
        <p:spPr>
          <a:xfrm>
            <a:off x="5712651" y="2120348"/>
            <a:ext cx="2279400" cy="2279400"/>
          </a:xfrm>
          <a:prstGeom prst="rect">
            <a:avLst/>
          </a:prstGeom>
          <a:solidFill>
            <a:schemeClr val="lt1"/>
          </a:solidFill>
          <a:ln>
            <a:noFill/>
          </a:ln>
        </p:spPr>
      </p:sp>
      <p:sp>
        <p:nvSpPr>
          <p:cNvPr id="433" name="Google Shape;433;g372a3a90f18_0_2164"/>
          <p:cNvSpPr/>
          <p:nvPr>
            <p:ph idx="4" type="pic"/>
          </p:nvPr>
        </p:nvSpPr>
        <p:spPr>
          <a:xfrm>
            <a:off x="8205068" y="2120348"/>
            <a:ext cx="2279400" cy="2279400"/>
          </a:xfrm>
          <a:prstGeom prst="rect">
            <a:avLst/>
          </a:prstGeom>
          <a:solidFill>
            <a:schemeClr val="lt1"/>
          </a:solidFill>
          <a:ln>
            <a:noFill/>
          </a:ln>
        </p:spPr>
      </p:sp>
      <p:pic>
        <p:nvPicPr>
          <p:cNvPr id="434" name="Google Shape;434;g372a3a90f18_0_2164"/>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435" name="Google Shape;435;g372a3a90f18_0_2164"/>
          <p:cNvGrpSpPr/>
          <p:nvPr/>
        </p:nvGrpSpPr>
        <p:grpSpPr>
          <a:xfrm>
            <a:off x="-680823" y="-2290579"/>
            <a:ext cx="5862779" cy="5562070"/>
            <a:chOff x="-494405" y="-1584825"/>
            <a:chExt cx="4397193" cy="4171657"/>
          </a:xfrm>
        </p:grpSpPr>
        <p:grpSp>
          <p:nvGrpSpPr>
            <p:cNvPr id="436" name="Google Shape;436;g372a3a90f18_0_2164"/>
            <p:cNvGrpSpPr/>
            <p:nvPr/>
          </p:nvGrpSpPr>
          <p:grpSpPr>
            <a:xfrm>
              <a:off x="-494405" y="-252396"/>
              <a:ext cx="1741563" cy="1288563"/>
              <a:chOff x="-494405" y="-252396"/>
              <a:chExt cx="1741563" cy="1288563"/>
            </a:xfrm>
          </p:grpSpPr>
          <p:sp>
            <p:nvSpPr>
              <p:cNvPr id="437" name="Google Shape;437;g372a3a90f18_0_2164"/>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38" name="Google Shape;438;g372a3a90f18_0_2164"/>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439" name="Google Shape;439;g372a3a90f18_0_2164"/>
            <p:cNvGrpSpPr/>
            <p:nvPr/>
          </p:nvGrpSpPr>
          <p:grpSpPr>
            <a:xfrm>
              <a:off x="245875" y="-51824"/>
              <a:ext cx="208200" cy="1824700"/>
              <a:chOff x="1040050" y="3812126"/>
              <a:chExt cx="208200" cy="1824700"/>
            </a:xfrm>
          </p:grpSpPr>
          <p:sp>
            <p:nvSpPr>
              <p:cNvPr id="440" name="Google Shape;440;g372a3a90f18_0_2164"/>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5490"/>
                    </a:srgbClr>
                  </a:gs>
                  <a:gs pos="100000">
                    <a:srgbClr val="FFFFFF">
                      <a:alpha val="4549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41" name="Google Shape;441;g372a3a90f18_0_2164"/>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5490"/>
                    </a:srgbClr>
                  </a:gs>
                  <a:gs pos="78000">
                    <a:srgbClr val="F5F8FF">
                      <a:alpha val="45490"/>
                    </a:srgbClr>
                  </a:gs>
                  <a:gs pos="100000">
                    <a:srgbClr val="F5F8FF">
                      <a:alpha val="4549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442" name="Google Shape;442;g372a3a90f18_0_2164"/>
            <p:cNvGrpSpPr/>
            <p:nvPr/>
          </p:nvGrpSpPr>
          <p:grpSpPr>
            <a:xfrm>
              <a:off x="441575" y="-36652"/>
              <a:ext cx="699940" cy="478601"/>
              <a:chOff x="39723" y="4349022"/>
              <a:chExt cx="1061964" cy="726143"/>
            </a:xfrm>
          </p:grpSpPr>
          <p:grpSp>
            <p:nvGrpSpPr>
              <p:cNvPr id="443" name="Google Shape;443;g372a3a90f18_0_2164"/>
              <p:cNvGrpSpPr/>
              <p:nvPr/>
            </p:nvGrpSpPr>
            <p:grpSpPr>
              <a:xfrm rot="2700000">
                <a:off x="140502" y="4460925"/>
                <a:ext cx="524584" cy="502337"/>
                <a:chOff x="1189791" y="-1767331"/>
                <a:chExt cx="904284" cy="865933"/>
              </a:xfrm>
            </p:grpSpPr>
            <p:sp>
              <p:nvSpPr>
                <p:cNvPr id="444" name="Google Shape;444;g372a3a90f18_0_2164"/>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445" name="Google Shape;445;g372a3a90f18_0_2164"/>
                <p:cNvGrpSpPr/>
                <p:nvPr/>
              </p:nvGrpSpPr>
              <p:grpSpPr>
                <a:xfrm>
                  <a:off x="1232795" y="-1740829"/>
                  <a:ext cx="717622" cy="717393"/>
                  <a:chOff x="1483457" y="3953671"/>
                  <a:chExt cx="717622" cy="717393"/>
                </a:xfrm>
              </p:grpSpPr>
              <p:sp>
                <p:nvSpPr>
                  <p:cNvPr id="446" name="Google Shape;446;g372a3a90f18_0_2164"/>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47" name="Google Shape;447;g372a3a90f18_0_2164"/>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48" name="Google Shape;448;g372a3a90f18_0_2164"/>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49" name="Google Shape;449;g372a3a90f18_0_2164"/>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50" name="Google Shape;450;g372a3a90f18_0_2164"/>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451" name="Google Shape;451;g372a3a90f18_0_2164"/>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452" name="Google Shape;452;g372a3a90f18_0_2164"/>
            <p:cNvGrpSpPr/>
            <p:nvPr/>
          </p:nvGrpSpPr>
          <p:grpSpPr>
            <a:xfrm>
              <a:off x="955673" y="14"/>
              <a:ext cx="592576" cy="405260"/>
              <a:chOff x="39723" y="4349022"/>
              <a:chExt cx="1061964" cy="726143"/>
            </a:xfrm>
          </p:grpSpPr>
          <p:grpSp>
            <p:nvGrpSpPr>
              <p:cNvPr id="453" name="Google Shape;453;g372a3a90f18_0_2164"/>
              <p:cNvGrpSpPr/>
              <p:nvPr/>
            </p:nvGrpSpPr>
            <p:grpSpPr>
              <a:xfrm rot="2700000">
                <a:off x="140502" y="4460925"/>
                <a:ext cx="524584" cy="502337"/>
                <a:chOff x="1189791" y="-1767331"/>
                <a:chExt cx="904284" cy="865933"/>
              </a:xfrm>
            </p:grpSpPr>
            <p:sp>
              <p:nvSpPr>
                <p:cNvPr id="454" name="Google Shape;454;g372a3a90f18_0_2164"/>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455" name="Google Shape;455;g372a3a90f18_0_2164"/>
                <p:cNvGrpSpPr/>
                <p:nvPr/>
              </p:nvGrpSpPr>
              <p:grpSpPr>
                <a:xfrm>
                  <a:off x="1232795" y="-1740829"/>
                  <a:ext cx="717622" cy="717393"/>
                  <a:chOff x="1483457" y="3953671"/>
                  <a:chExt cx="717622" cy="717393"/>
                </a:xfrm>
              </p:grpSpPr>
              <p:sp>
                <p:nvSpPr>
                  <p:cNvPr id="456" name="Google Shape;456;g372a3a90f18_0_2164"/>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57" name="Google Shape;457;g372a3a90f18_0_2164"/>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58" name="Google Shape;458;g372a3a90f18_0_2164"/>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59" name="Google Shape;459;g372a3a90f18_0_2164"/>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60" name="Google Shape;460;g372a3a90f18_0_2164"/>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461" name="Google Shape;461;g372a3a90f18_0_2164"/>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462" name="Google Shape;462;g372a3a90f18_0_2164"/>
            <p:cNvGrpSpPr/>
            <p:nvPr/>
          </p:nvGrpSpPr>
          <p:grpSpPr>
            <a:xfrm>
              <a:off x="0" y="621223"/>
              <a:ext cx="699940" cy="478601"/>
              <a:chOff x="39723" y="4349022"/>
              <a:chExt cx="1061964" cy="726143"/>
            </a:xfrm>
          </p:grpSpPr>
          <p:grpSp>
            <p:nvGrpSpPr>
              <p:cNvPr id="463" name="Google Shape;463;g372a3a90f18_0_2164"/>
              <p:cNvGrpSpPr/>
              <p:nvPr/>
            </p:nvGrpSpPr>
            <p:grpSpPr>
              <a:xfrm rot="2700000">
                <a:off x="140502" y="4460925"/>
                <a:ext cx="524584" cy="502337"/>
                <a:chOff x="1189791" y="-1767331"/>
                <a:chExt cx="904284" cy="865933"/>
              </a:xfrm>
            </p:grpSpPr>
            <p:sp>
              <p:nvSpPr>
                <p:cNvPr id="464" name="Google Shape;464;g372a3a90f18_0_2164"/>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465" name="Google Shape;465;g372a3a90f18_0_2164"/>
                <p:cNvGrpSpPr/>
                <p:nvPr/>
              </p:nvGrpSpPr>
              <p:grpSpPr>
                <a:xfrm>
                  <a:off x="1232795" y="-1740829"/>
                  <a:ext cx="717622" cy="717393"/>
                  <a:chOff x="1483457" y="3953671"/>
                  <a:chExt cx="717622" cy="717393"/>
                </a:xfrm>
              </p:grpSpPr>
              <p:sp>
                <p:nvSpPr>
                  <p:cNvPr id="466" name="Google Shape;466;g372a3a90f18_0_2164"/>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67" name="Google Shape;467;g372a3a90f18_0_2164"/>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68" name="Google Shape;468;g372a3a90f18_0_2164"/>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69" name="Google Shape;469;g372a3a90f18_0_2164"/>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70" name="Google Shape;470;g372a3a90f18_0_2164"/>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471" name="Google Shape;471;g372a3a90f18_0_2164"/>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472" name="Google Shape;472;g372a3a90f18_0_2164"/>
            <p:cNvGrpSpPr/>
            <p:nvPr/>
          </p:nvGrpSpPr>
          <p:grpSpPr>
            <a:xfrm rot="-8100000">
              <a:off x="540898" y="-1172741"/>
              <a:ext cx="2552124" cy="3347490"/>
              <a:chOff x="2976325" y="908175"/>
              <a:chExt cx="4028179" cy="5283555"/>
            </a:xfrm>
          </p:grpSpPr>
          <p:sp>
            <p:nvSpPr>
              <p:cNvPr id="473" name="Google Shape;473;g372a3a90f18_0_2164"/>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74" name="Google Shape;474;g372a3a90f18_0_2164"/>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75" name="Google Shape;475;g372a3a90f18_0_2164"/>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Custom Layout">
  <p:cSld name="21_Custom Layout">
    <p:spTree>
      <p:nvGrpSpPr>
        <p:cNvPr id="476" name="Shape 476"/>
        <p:cNvGrpSpPr/>
        <p:nvPr/>
      </p:nvGrpSpPr>
      <p:grpSpPr>
        <a:xfrm>
          <a:off x="0" y="0"/>
          <a:ext cx="0" cy="0"/>
          <a:chOff x="0" y="0"/>
          <a:chExt cx="0" cy="0"/>
        </a:xfrm>
      </p:grpSpPr>
      <p:sp>
        <p:nvSpPr>
          <p:cNvPr id="477" name="Google Shape;477;g372a3a90f18_0_2210"/>
          <p:cNvSpPr/>
          <p:nvPr>
            <p:ph idx="2" type="pic"/>
          </p:nvPr>
        </p:nvSpPr>
        <p:spPr>
          <a:xfrm>
            <a:off x="1" y="833261"/>
            <a:ext cx="4270500" cy="2504400"/>
          </a:xfrm>
          <a:prstGeom prst="rect">
            <a:avLst/>
          </a:prstGeom>
          <a:solidFill>
            <a:schemeClr val="lt1"/>
          </a:solidFill>
          <a:ln>
            <a:noFill/>
          </a:ln>
        </p:spPr>
      </p:sp>
      <p:sp>
        <p:nvSpPr>
          <p:cNvPr id="478" name="Google Shape;478;g372a3a90f18_0_2210"/>
          <p:cNvSpPr/>
          <p:nvPr>
            <p:ph idx="3" type="pic"/>
          </p:nvPr>
        </p:nvSpPr>
        <p:spPr>
          <a:xfrm>
            <a:off x="1" y="3520340"/>
            <a:ext cx="4270500" cy="2504400"/>
          </a:xfrm>
          <a:prstGeom prst="rect">
            <a:avLst/>
          </a:prstGeom>
          <a:solidFill>
            <a:schemeClr val="lt1"/>
          </a:solidFill>
          <a:ln>
            <a:noFill/>
          </a:ln>
        </p:spPr>
      </p:sp>
      <p:pic>
        <p:nvPicPr>
          <p:cNvPr id="479" name="Google Shape;479;g372a3a90f18_0_2210"/>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Custom Layout">
  <p:cSld name="22_Custom Layout">
    <p:spTree>
      <p:nvGrpSpPr>
        <p:cNvPr id="480" name="Shape 480"/>
        <p:cNvGrpSpPr/>
        <p:nvPr/>
      </p:nvGrpSpPr>
      <p:grpSpPr>
        <a:xfrm>
          <a:off x="0" y="0"/>
          <a:ext cx="0" cy="0"/>
          <a:chOff x="0" y="0"/>
          <a:chExt cx="0" cy="0"/>
        </a:xfrm>
      </p:grpSpPr>
      <p:sp>
        <p:nvSpPr>
          <p:cNvPr id="481" name="Google Shape;481;g372a3a90f18_0_2214"/>
          <p:cNvSpPr/>
          <p:nvPr>
            <p:ph idx="2" type="pic"/>
          </p:nvPr>
        </p:nvSpPr>
        <p:spPr>
          <a:xfrm>
            <a:off x="7405685" y="757036"/>
            <a:ext cx="3303900" cy="2235300"/>
          </a:xfrm>
          <a:prstGeom prst="rect">
            <a:avLst/>
          </a:prstGeom>
          <a:solidFill>
            <a:schemeClr val="lt1"/>
          </a:solidFill>
          <a:ln>
            <a:noFill/>
          </a:ln>
        </p:spPr>
      </p:sp>
      <p:sp>
        <p:nvSpPr>
          <p:cNvPr id="482" name="Google Shape;482;g372a3a90f18_0_2214"/>
          <p:cNvSpPr/>
          <p:nvPr>
            <p:ph idx="3" type="pic"/>
          </p:nvPr>
        </p:nvSpPr>
        <p:spPr>
          <a:xfrm>
            <a:off x="4975112" y="757036"/>
            <a:ext cx="2235300" cy="2235300"/>
          </a:xfrm>
          <a:prstGeom prst="rect">
            <a:avLst/>
          </a:prstGeom>
          <a:solidFill>
            <a:schemeClr val="lt1"/>
          </a:solidFill>
          <a:ln>
            <a:noFill/>
          </a:ln>
        </p:spPr>
      </p:sp>
      <p:sp>
        <p:nvSpPr>
          <p:cNvPr id="483" name="Google Shape;483;g372a3a90f18_0_2214"/>
          <p:cNvSpPr/>
          <p:nvPr>
            <p:ph idx="4" type="pic"/>
          </p:nvPr>
        </p:nvSpPr>
        <p:spPr>
          <a:xfrm>
            <a:off x="1372980" y="3265714"/>
            <a:ext cx="2430300" cy="3592200"/>
          </a:xfrm>
          <a:prstGeom prst="rect">
            <a:avLst/>
          </a:prstGeom>
          <a:solidFill>
            <a:schemeClr val="lt1"/>
          </a:solidFill>
          <a:ln>
            <a:noFill/>
          </a:ln>
        </p:spPr>
      </p:sp>
      <p:pic>
        <p:nvPicPr>
          <p:cNvPr id="484" name="Google Shape;484;g372a3a90f18_0_2214"/>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_Custom Layout">
  <p:cSld name="23_Custom Layout">
    <p:spTree>
      <p:nvGrpSpPr>
        <p:cNvPr id="485" name="Shape 485"/>
        <p:cNvGrpSpPr/>
        <p:nvPr/>
      </p:nvGrpSpPr>
      <p:grpSpPr>
        <a:xfrm>
          <a:off x="0" y="0"/>
          <a:ext cx="0" cy="0"/>
          <a:chOff x="0" y="0"/>
          <a:chExt cx="0" cy="0"/>
        </a:xfrm>
      </p:grpSpPr>
      <p:sp>
        <p:nvSpPr>
          <p:cNvPr id="486" name="Google Shape;486;g372a3a90f18_0_2219"/>
          <p:cNvSpPr/>
          <p:nvPr>
            <p:ph idx="2" type="pic"/>
          </p:nvPr>
        </p:nvSpPr>
        <p:spPr>
          <a:xfrm>
            <a:off x="945565" y="4375786"/>
            <a:ext cx="1642500" cy="1642500"/>
          </a:xfrm>
          <a:prstGeom prst="rect">
            <a:avLst/>
          </a:prstGeom>
          <a:solidFill>
            <a:schemeClr val="lt1"/>
          </a:solidFill>
          <a:ln>
            <a:noFill/>
          </a:ln>
        </p:spPr>
      </p:sp>
      <p:sp>
        <p:nvSpPr>
          <p:cNvPr id="487" name="Google Shape;487;g372a3a90f18_0_2219"/>
          <p:cNvSpPr/>
          <p:nvPr>
            <p:ph idx="3" type="pic"/>
          </p:nvPr>
        </p:nvSpPr>
        <p:spPr>
          <a:xfrm>
            <a:off x="6786169" y="839634"/>
            <a:ext cx="2952900" cy="5178600"/>
          </a:xfrm>
          <a:prstGeom prst="rect">
            <a:avLst/>
          </a:prstGeom>
          <a:solidFill>
            <a:schemeClr val="lt1"/>
          </a:solidFill>
          <a:ln>
            <a:noFill/>
          </a:ln>
        </p:spPr>
      </p:sp>
      <p:pic>
        <p:nvPicPr>
          <p:cNvPr id="488" name="Google Shape;488;g372a3a90f18_0_2219"/>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_Custom Layout">
  <p:cSld name="24_Custom Layout">
    <p:spTree>
      <p:nvGrpSpPr>
        <p:cNvPr id="489" name="Shape 489"/>
        <p:cNvGrpSpPr/>
        <p:nvPr/>
      </p:nvGrpSpPr>
      <p:grpSpPr>
        <a:xfrm>
          <a:off x="0" y="0"/>
          <a:ext cx="0" cy="0"/>
          <a:chOff x="0" y="0"/>
          <a:chExt cx="0" cy="0"/>
        </a:xfrm>
      </p:grpSpPr>
      <p:sp>
        <p:nvSpPr>
          <p:cNvPr id="490" name="Google Shape;490;g372a3a90f18_0_2223"/>
          <p:cNvSpPr/>
          <p:nvPr>
            <p:ph idx="2" type="pic"/>
          </p:nvPr>
        </p:nvSpPr>
        <p:spPr>
          <a:xfrm>
            <a:off x="6231818" y="3918532"/>
            <a:ext cx="4477800" cy="2046300"/>
          </a:xfrm>
          <a:prstGeom prst="rect">
            <a:avLst/>
          </a:prstGeom>
          <a:solidFill>
            <a:schemeClr val="lt1"/>
          </a:solidFill>
          <a:ln>
            <a:noFill/>
          </a:ln>
        </p:spPr>
      </p:sp>
      <p:sp>
        <p:nvSpPr>
          <p:cNvPr id="491" name="Google Shape;491;g372a3a90f18_0_2223"/>
          <p:cNvSpPr/>
          <p:nvPr>
            <p:ph idx="3" type="pic"/>
          </p:nvPr>
        </p:nvSpPr>
        <p:spPr>
          <a:xfrm>
            <a:off x="1" y="512772"/>
            <a:ext cx="5393100" cy="2693400"/>
          </a:xfrm>
          <a:prstGeom prst="rect">
            <a:avLst/>
          </a:prstGeom>
          <a:solidFill>
            <a:schemeClr val="lt1"/>
          </a:solidFill>
          <a:ln>
            <a:noFill/>
          </a:ln>
        </p:spPr>
      </p:sp>
      <p:pic>
        <p:nvPicPr>
          <p:cNvPr id="492" name="Google Shape;492;g372a3a90f18_0_2223"/>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_Custom Layout">
  <p:cSld name="25_Custom Layout">
    <p:spTree>
      <p:nvGrpSpPr>
        <p:cNvPr id="493" name="Shape 493"/>
        <p:cNvGrpSpPr/>
        <p:nvPr/>
      </p:nvGrpSpPr>
      <p:grpSpPr>
        <a:xfrm>
          <a:off x="0" y="0"/>
          <a:ext cx="0" cy="0"/>
          <a:chOff x="0" y="0"/>
          <a:chExt cx="0" cy="0"/>
        </a:xfrm>
      </p:grpSpPr>
      <p:sp>
        <p:nvSpPr>
          <p:cNvPr id="494" name="Google Shape;494;g372a3a90f18_0_2227"/>
          <p:cNvSpPr/>
          <p:nvPr>
            <p:ph idx="2" type="pic"/>
          </p:nvPr>
        </p:nvSpPr>
        <p:spPr>
          <a:xfrm>
            <a:off x="5370288" y="616476"/>
            <a:ext cx="2965500" cy="5625000"/>
          </a:xfrm>
          <a:prstGeom prst="rect">
            <a:avLst/>
          </a:prstGeom>
          <a:solidFill>
            <a:schemeClr val="lt1"/>
          </a:solidFill>
          <a:ln>
            <a:noFill/>
          </a:ln>
        </p:spPr>
      </p:sp>
      <p:sp>
        <p:nvSpPr>
          <p:cNvPr id="495" name="Google Shape;495;g372a3a90f18_0_2227"/>
          <p:cNvSpPr/>
          <p:nvPr>
            <p:ph idx="3" type="pic"/>
          </p:nvPr>
        </p:nvSpPr>
        <p:spPr>
          <a:xfrm>
            <a:off x="8505736" y="616474"/>
            <a:ext cx="2034000" cy="1778700"/>
          </a:xfrm>
          <a:prstGeom prst="rect">
            <a:avLst/>
          </a:prstGeom>
          <a:solidFill>
            <a:schemeClr val="lt1"/>
          </a:solidFill>
          <a:ln>
            <a:noFill/>
          </a:ln>
        </p:spPr>
      </p:sp>
      <p:sp>
        <p:nvSpPr>
          <p:cNvPr id="496" name="Google Shape;496;g372a3a90f18_0_2227"/>
          <p:cNvSpPr/>
          <p:nvPr>
            <p:ph idx="4" type="pic"/>
          </p:nvPr>
        </p:nvSpPr>
        <p:spPr>
          <a:xfrm>
            <a:off x="8505736" y="2539633"/>
            <a:ext cx="2034000" cy="1778700"/>
          </a:xfrm>
          <a:prstGeom prst="rect">
            <a:avLst/>
          </a:prstGeom>
          <a:solidFill>
            <a:schemeClr val="lt1"/>
          </a:solidFill>
          <a:ln>
            <a:noFill/>
          </a:ln>
        </p:spPr>
      </p:sp>
      <p:sp>
        <p:nvSpPr>
          <p:cNvPr id="497" name="Google Shape;497;g372a3a90f18_0_2227"/>
          <p:cNvSpPr/>
          <p:nvPr>
            <p:ph idx="5" type="pic"/>
          </p:nvPr>
        </p:nvSpPr>
        <p:spPr>
          <a:xfrm>
            <a:off x="8505736" y="4462792"/>
            <a:ext cx="2034000" cy="1778700"/>
          </a:xfrm>
          <a:prstGeom prst="rect">
            <a:avLst/>
          </a:prstGeom>
          <a:solidFill>
            <a:schemeClr val="lt1"/>
          </a:solidFill>
          <a:ln>
            <a:noFill/>
          </a:ln>
        </p:spPr>
      </p:sp>
      <p:pic>
        <p:nvPicPr>
          <p:cNvPr id="498" name="Google Shape;498;g372a3a90f18_0_2227"/>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Custom Layout">
  <p:cSld name="26_Custom Layout">
    <p:spTree>
      <p:nvGrpSpPr>
        <p:cNvPr id="499" name="Shape 499"/>
        <p:cNvGrpSpPr/>
        <p:nvPr/>
      </p:nvGrpSpPr>
      <p:grpSpPr>
        <a:xfrm>
          <a:off x="0" y="0"/>
          <a:ext cx="0" cy="0"/>
          <a:chOff x="0" y="0"/>
          <a:chExt cx="0" cy="0"/>
        </a:xfrm>
      </p:grpSpPr>
      <p:sp>
        <p:nvSpPr>
          <p:cNvPr id="500" name="Google Shape;500;g372a3a90f18_0_2233"/>
          <p:cNvSpPr/>
          <p:nvPr>
            <p:ph idx="2" type="pic"/>
          </p:nvPr>
        </p:nvSpPr>
        <p:spPr>
          <a:xfrm>
            <a:off x="1323522" y="1123950"/>
            <a:ext cx="2120100" cy="4578300"/>
          </a:xfrm>
          <a:prstGeom prst="rect">
            <a:avLst/>
          </a:prstGeom>
          <a:solidFill>
            <a:schemeClr val="lt1"/>
          </a:solidFill>
          <a:ln>
            <a:noFill/>
          </a:ln>
        </p:spPr>
      </p:sp>
      <p:sp>
        <p:nvSpPr>
          <p:cNvPr id="501" name="Google Shape;501;g372a3a90f18_0_2233"/>
          <p:cNvSpPr/>
          <p:nvPr>
            <p:ph idx="3" type="pic"/>
          </p:nvPr>
        </p:nvSpPr>
        <p:spPr>
          <a:xfrm>
            <a:off x="7849986" y="0"/>
            <a:ext cx="2120100" cy="2970600"/>
          </a:xfrm>
          <a:prstGeom prst="rect">
            <a:avLst/>
          </a:prstGeom>
          <a:solidFill>
            <a:schemeClr val="lt1"/>
          </a:solidFill>
          <a:ln>
            <a:noFill/>
          </a:ln>
        </p:spPr>
      </p:sp>
      <p:pic>
        <p:nvPicPr>
          <p:cNvPr id="502" name="Google Shape;502;g372a3a90f18_0_2233"/>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Custom Layout">
  <p:cSld name="27_Custom Layout">
    <p:spTree>
      <p:nvGrpSpPr>
        <p:cNvPr id="503" name="Shape 503"/>
        <p:cNvGrpSpPr/>
        <p:nvPr/>
      </p:nvGrpSpPr>
      <p:grpSpPr>
        <a:xfrm>
          <a:off x="0" y="0"/>
          <a:ext cx="0" cy="0"/>
          <a:chOff x="0" y="0"/>
          <a:chExt cx="0" cy="0"/>
        </a:xfrm>
      </p:grpSpPr>
      <p:sp>
        <p:nvSpPr>
          <p:cNvPr id="504" name="Google Shape;504;g372a3a90f18_0_2237"/>
          <p:cNvSpPr/>
          <p:nvPr>
            <p:ph idx="2" type="pic"/>
          </p:nvPr>
        </p:nvSpPr>
        <p:spPr>
          <a:xfrm>
            <a:off x="1451036" y="3571877"/>
            <a:ext cx="3685800" cy="2333700"/>
          </a:xfrm>
          <a:prstGeom prst="rect">
            <a:avLst/>
          </a:prstGeom>
          <a:solidFill>
            <a:schemeClr val="lt1"/>
          </a:solidFill>
          <a:ln>
            <a:noFill/>
          </a:ln>
        </p:spPr>
      </p:sp>
      <p:pic>
        <p:nvPicPr>
          <p:cNvPr id="505" name="Google Shape;505;g372a3a90f18_0_2237"/>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Custom Layout">
  <p:cSld name="28_Custom Layout">
    <p:spTree>
      <p:nvGrpSpPr>
        <p:cNvPr id="506" name="Shape 506"/>
        <p:cNvGrpSpPr/>
        <p:nvPr/>
      </p:nvGrpSpPr>
      <p:grpSpPr>
        <a:xfrm>
          <a:off x="0" y="0"/>
          <a:ext cx="0" cy="0"/>
          <a:chOff x="0" y="0"/>
          <a:chExt cx="0" cy="0"/>
        </a:xfrm>
      </p:grpSpPr>
      <p:sp>
        <p:nvSpPr>
          <p:cNvPr id="507" name="Google Shape;507;g372a3a90f18_0_2240"/>
          <p:cNvSpPr/>
          <p:nvPr>
            <p:ph idx="2" type="pic"/>
          </p:nvPr>
        </p:nvSpPr>
        <p:spPr>
          <a:xfrm>
            <a:off x="0" y="4094373"/>
            <a:ext cx="3536700" cy="2156700"/>
          </a:xfrm>
          <a:prstGeom prst="rect">
            <a:avLst/>
          </a:prstGeom>
          <a:solidFill>
            <a:schemeClr val="lt1"/>
          </a:solidFill>
          <a:ln>
            <a:noFill/>
          </a:ln>
        </p:spPr>
      </p:sp>
      <p:sp>
        <p:nvSpPr>
          <p:cNvPr id="508" name="Google Shape;508;g372a3a90f18_0_2240"/>
          <p:cNvSpPr/>
          <p:nvPr>
            <p:ph idx="3" type="pic"/>
          </p:nvPr>
        </p:nvSpPr>
        <p:spPr>
          <a:xfrm>
            <a:off x="7199085" y="1"/>
            <a:ext cx="2577900" cy="3316800"/>
          </a:xfrm>
          <a:prstGeom prst="rect">
            <a:avLst/>
          </a:prstGeom>
          <a:solidFill>
            <a:schemeClr val="lt1"/>
          </a:solidFill>
          <a:ln>
            <a:noFill/>
          </a:ln>
        </p:spPr>
      </p:sp>
      <p:pic>
        <p:nvPicPr>
          <p:cNvPr id="509" name="Google Shape;509;g372a3a90f18_0_2240"/>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510" name="Shape 510"/>
        <p:cNvGrpSpPr/>
        <p:nvPr/>
      </p:nvGrpSpPr>
      <p:grpSpPr>
        <a:xfrm>
          <a:off x="0" y="0"/>
          <a:ext cx="0" cy="0"/>
          <a:chOff x="0" y="0"/>
          <a:chExt cx="0" cy="0"/>
        </a:xfrm>
      </p:grpSpPr>
      <p:sp>
        <p:nvSpPr>
          <p:cNvPr id="511" name="Google Shape;511;g372a3a90f18_0_2248"/>
          <p:cNvSpPr/>
          <p:nvPr/>
        </p:nvSpPr>
        <p:spPr>
          <a:xfrm>
            <a:off x="0" y="0"/>
            <a:ext cx="12192000" cy="6858000"/>
          </a:xfrm>
          <a:prstGeom prst="rect">
            <a:avLst/>
          </a:prstGeom>
          <a:solidFill>
            <a:srgbClr val="C2D4FF"/>
          </a:solidFill>
          <a:ln>
            <a:noFill/>
          </a:ln>
        </p:spPr>
        <p:txBody>
          <a:bodyPr anchorCtr="0" anchor="ctr" bIns="76200" lIns="76200" spcFirstLastPara="1" rIns="76200" wrap="square" tIns="76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g372a3a90f18_0_2248"/>
          <p:cNvSpPr/>
          <p:nvPr/>
        </p:nvSpPr>
        <p:spPr>
          <a:xfrm>
            <a:off x="0" y="0"/>
            <a:ext cx="12192000" cy="6858000"/>
          </a:xfrm>
          <a:prstGeom prst="rect">
            <a:avLst/>
          </a:prstGeom>
          <a:solidFill>
            <a:srgbClr val="F5F8FF"/>
          </a:solidFill>
          <a:ln>
            <a:noFill/>
          </a:ln>
        </p:spPr>
        <p:txBody>
          <a:bodyPr anchorCtr="0" anchor="ctr" bIns="76200" lIns="76200" spcFirstLastPara="1" rIns="76200" wrap="square" tIns="76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13" name="Google Shape;513;g372a3a90f18_0_2248"/>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514" name="Google Shape;514;g372a3a90f18_0_2248"/>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515" name="Shape 515"/>
        <p:cNvGrpSpPr/>
        <p:nvPr/>
      </p:nvGrpSpPr>
      <p:grpSpPr>
        <a:xfrm>
          <a:off x="0" y="0"/>
          <a:ext cx="0" cy="0"/>
          <a:chOff x="0" y="0"/>
          <a:chExt cx="0" cy="0"/>
        </a:xfrm>
      </p:grpSpPr>
      <p:sp>
        <p:nvSpPr>
          <p:cNvPr id="516" name="Google Shape;516;g372a3a90f18_0_2253"/>
          <p:cNvSpPr/>
          <p:nvPr/>
        </p:nvSpPr>
        <p:spPr>
          <a:xfrm>
            <a:off x="0" y="0"/>
            <a:ext cx="12192000" cy="6858000"/>
          </a:xfrm>
          <a:prstGeom prst="rect">
            <a:avLst/>
          </a:prstGeom>
          <a:solidFill>
            <a:srgbClr val="C2D4FF"/>
          </a:solidFill>
          <a:ln>
            <a:noFill/>
          </a:ln>
        </p:spPr>
        <p:txBody>
          <a:bodyPr anchorCtr="0" anchor="ctr" bIns="76200" lIns="76200" spcFirstLastPara="1" rIns="76200" wrap="square" tIns="76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g372a3a90f18_0_2253"/>
          <p:cNvSpPr/>
          <p:nvPr/>
        </p:nvSpPr>
        <p:spPr>
          <a:xfrm>
            <a:off x="0" y="0"/>
            <a:ext cx="12192000" cy="6858000"/>
          </a:xfrm>
          <a:prstGeom prst="rect">
            <a:avLst/>
          </a:prstGeom>
          <a:solidFill>
            <a:srgbClr val="F5F8FF"/>
          </a:solidFill>
          <a:ln>
            <a:noFill/>
          </a:ln>
        </p:spPr>
        <p:txBody>
          <a:bodyPr anchorCtr="0" anchor="ctr" bIns="76200" lIns="76200" spcFirstLastPara="1" rIns="76200" wrap="square" tIns="76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18" name="Google Shape;518;g372a3a90f18_0_2253"/>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519" name="Google Shape;519;g372a3a90f18_0_2253"/>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520" name="Shape 520"/>
        <p:cNvGrpSpPr/>
        <p:nvPr/>
      </p:nvGrpSpPr>
      <p:grpSpPr>
        <a:xfrm>
          <a:off x="0" y="0"/>
          <a:ext cx="0" cy="0"/>
          <a:chOff x="0" y="0"/>
          <a:chExt cx="0" cy="0"/>
        </a:xfrm>
      </p:grpSpPr>
      <p:sp>
        <p:nvSpPr>
          <p:cNvPr id="521" name="Google Shape;521;g372a3a90f18_0_2258"/>
          <p:cNvSpPr txBox="1"/>
          <p:nvPr>
            <p:ph type="title"/>
          </p:nvPr>
        </p:nvSpPr>
        <p:spPr>
          <a:xfrm>
            <a:off x="960000" y="2772433"/>
            <a:ext cx="7464000" cy="1122300"/>
          </a:xfrm>
          <a:prstGeom prst="rect">
            <a:avLst/>
          </a:prstGeom>
          <a:noFill/>
          <a:ln>
            <a:noFill/>
          </a:ln>
        </p:spPr>
        <p:txBody>
          <a:bodyPr anchorCtr="0" anchor="ctr" bIns="121900" lIns="121900" spcFirstLastPara="1" rIns="121900" wrap="square" tIns="121900">
            <a:noAutofit/>
          </a:bodyPr>
          <a:lstStyle>
            <a:lvl1pPr lvl="0" marR="0" rtl="0" algn="l">
              <a:lnSpc>
                <a:spcPct val="100000"/>
              </a:lnSpc>
              <a:spcBef>
                <a:spcPts val="0"/>
              </a:spcBef>
              <a:spcAft>
                <a:spcPts val="0"/>
              </a:spcAft>
              <a:buClr>
                <a:srgbClr val="000000"/>
              </a:buClr>
              <a:buSzPts val="4800"/>
              <a:buFont typeface="Arial"/>
              <a:buChar char="●"/>
              <a:defRPr b="0" i="0" sz="67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9pPr>
          </a:lstStyle>
          <a:p/>
        </p:txBody>
      </p:sp>
      <p:sp>
        <p:nvSpPr>
          <p:cNvPr id="522" name="Google Shape;522;g372a3a90f18_0_2258"/>
          <p:cNvSpPr txBox="1"/>
          <p:nvPr>
            <p:ph idx="2" type="title"/>
          </p:nvPr>
        </p:nvSpPr>
        <p:spPr>
          <a:xfrm>
            <a:off x="960000" y="1367634"/>
            <a:ext cx="2270100" cy="1324800"/>
          </a:xfrm>
          <a:prstGeom prst="rect">
            <a:avLst/>
          </a:prstGeom>
          <a:noFill/>
          <a:ln>
            <a:noFill/>
          </a:ln>
        </p:spPr>
        <p:txBody>
          <a:bodyPr anchorCtr="0" anchor="ctr" bIns="121900" lIns="121900" spcFirstLastPara="1" rIns="121900" wrap="square" tIns="121900">
            <a:noAutofit/>
          </a:bodyPr>
          <a:lstStyle>
            <a:lvl1pPr lvl="0" marR="0" rtl="0" algn="l">
              <a:lnSpc>
                <a:spcPct val="100000"/>
              </a:lnSpc>
              <a:spcBef>
                <a:spcPts val="0"/>
              </a:spcBef>
              <a:spcAft>
                <a:spcPts val="0"/>
              </a:spcAft>
              <a:buClr>
                <a:srgbClr val="000000"/>
              </a:buClr>
              <a:buSzPts val="8000"/>
              <a:buFont typeface="Arial"/>
              <a:buChar char="●"/>
              <a:defRPr b="0" i="0" sz="8300" u="none" cap="none" strike="noStrike">
                <a:solidFill>
                  <a:srgbClr val="000000"/>
                </a:solidFill>
                <a:latin typeface="Poppins"/>
                <a:ea typeface="Poppins"/>
                <a:cs typeface="Poppins"/>
                <a:sym typeface="Poppins"/>
              </a:defRPr>
            </a:lvl1pPr>
            <a:lvl2pPr lvl="1" marR="0" rtl="0" algn="ctr">
              <a:lnSpc>
                <a:spcPct val="100000"/>
              </a:lnSpc>
              <a:spcBef>
                <a:spcPts val="0"/>
              </a:spcBef>
              <a:spcAft>
                <a:spcPts val="0"/>
              </a:spcAft>
              <a:buClr>
                <a:srgbClr val="000000"/>
              </a:buClr>
              <a:buSzPts val="8000"/>
              <a:buFont typeface="Arial"/>
              <a:buChar char="○"/>
              <a:defRPr b="0" i="0" sz="80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8000"/>
              <a:buFont typeface="Arial"/>
              <a:buChar char="■"/>
              <a:defRPr b="0" i="0" sz="80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8000"/>
              <a:buFont typeface="Arial"/>
              <a:buChar char="●"/>
              <a:defRPr b="0" i="0" sz="80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8000"/>
              <a:buFont typeface="Arial"/>
              <a:buChar char="○"/>
              <a:defRPr b="0" i="0" sz="80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8000"/>
              <a:buFont typeface="Arial"/>
              <a:buChar char="■"/>
              <a:defRPr b="0" i="0" sz="80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8000"/>
              <a:buFont typeface="Arial"/>
              <a:buChar char="●"/>
              <a:defRPr b="0" i="0" sz="80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8000"/>
              <a:buFont typeface="Arial"/>
              <a:buChar char="○"/>
              <a:defRPr b="0" i="0" sz="80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8000"/>
              <a:buFont typeface="Arial"/>
              <a:buChar char="■"/>
              <a:defRPr b="0" i="0" sz="8000" u="none" cap="none" strike="noStrike">
                <a:solidFill>
                  <a:srgbClr val="000000"/>
                </a:solidFill>
                <a:latin typeface="Arial"/>
                <a:ea typeface="Arial"/>
                <a:cs typeface="Arial"/>
                <a:sym typeface="Arial"/>
              </a:defRPr>
            </a:lvl9pPr>
          </a:lstStyle>
          <a:p/>
        </p:txBody>
      </p:sp>
      <p:sp>
        <p:nvSpPr>
          <p:cNvPr id="523" name="Google Shape;523;g372a3a90f18_0_2258"/>
          <p:cNvSpPr txBox="1"/>
          <p:nvPr>
            <p:ph idx="1" type="subTitle"/>
          </p:nvPr>
        </p:nvSpPr>
        <p:spPr>
          <a:xfrm>
            <a:off x="960000" y="4336500"/>
            <a:ext cx="7464000" cy="610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9pPr>
          </a:lstStyle>
          <a:p/>
        </p:txBody>
      </p:sp>
      <p:grpSp>
        <p:nvGrpSpPr>
          <p:cNvPr id="524" name="Google Shape;524;g372a3a90f18_0_2258"/>
          <p:cNvGrpSpPr/>
          <p:nvPr/>
        </p:nvGrpSpPr>
        <p:grpSpPr>
          <a:xfrm>
            <a:off x="-718923" y="-2290577"/>
            <a:ext cx="5862781" cy="5562070"/>
            <a:chOff x="-494405" y="-1584825"/>
            <a:chExt cx="4397193" cy="4171657"/>
          </a:xfrm>
        </p:grpSpPr>
        <p:grpSp>
          <p:nvGrpSpPr>
            <p:cNvPr id="525" name="Google Shape;525;g372a3a90f18_0_2258"/>
            <p:cNvGrpSpPr/>
            <p:nvPr/>
          </p:nvGrpSpPr>
          <p:grpSpPr>
            <a:xfrm>
              <a:off x="-494405" y="-252396"/>
              <a:ext cx="1741563" cy="1288563"/>
              <a:chOff x="-494405" y="-252396"/>
              <a:chExt cx="1741563" cy="1288563"/>
            </a:xfrm>
          </p:grpSpPr>
          <p:sp>
            <p:nvSpPr>
              <p:cNvPr id="526" name="Google Shape;526;g372a3a90f18_0_2258"/>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g372a3a90f18_0_2258"/>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28" name="Google Shape;528;g372a3a90f18_0_2258"/>
            <p:cNvGrpSpPr/>
            <p:nvPr/>
          </p:nvGrpSpPr>
          <p:grpSpPr>
            <a:xfrm>
              <a:off x="245875" y="-51824"/>
              <a:ext cx="208200" cy="1824700"/>
              <a:chOff x="1040050" y="3812126"/>
              <a:chExt cx="208200" cy="1824700"/>
            </a:xfrm>
          </p:grpSpPr>
          <p:sp>
            <p:nvSpPr>
              <p:cNvPr id="529" name="Google Shape;529;g372a3a90f18_0_2258"/>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5882"/>
                    </a:srgbClr>
                  </a:gs>
                  <a:gs pos="100000">
                    <a:srgbClr val="FFFFFF">
                      <a:alpha val="45882"/>
                    </a:srgbClr>
                  </a:gs>
                </a:gsLst>
                <a:path path="circle">
                  <a:fillToRect b="50%" l="50%" r="50%" t="50%"/>
                </a:path>
                <a:tileRect/>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g372a3a90f18_0_2258"/>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7E6E6">
                      <a:alpha val="45882"/>
                    </a:srgbClr>
                  </a:gs>
                  <a:gs pos="78000">
                    <a:srgbClr val="FFFFFF">
                      <a:alpha val="45882"/>
                    </a:srgbClr>
                  </a:gs>
                  <a:gs pos="100000">
                    <a:srgbClr val="FFFFFF">
                      <a:alpha val="45882"/>
                    </a:srgbClr>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31" name="Google Shape;531;g372a3a90f18_0_2258"/>
            <p:cNvGrpSpPr/>
            <p:nvPr/>
          </p:nvGrpSpPr>
          <p:grpSpPr>
            <a:xfrm>
              <a:off x="441574" y="-36652"/>
              <a:ext cx="699940" cy="478601"/>
              <a:chOff x="39723" y="4349021"/>
              <a:chExt cx="1061964" cy="726143"/>
            </a:xfrm>
          </p:grpSpPr>
          <p:grpSp>
            <p:nvGrpSpPr>
              <p:cNvPr id="532" name="Google Shape;532;g372a3a90f18_0_2258"/>
              <p:cNvGrpSpPr/>
              <p:nvPr/>
            </p:nvGrpSpPr>
            <p:grpSpPr>
              <a:xfrm rot="2700000">
                <a:off x="140502" y="4460924"/>
                <a:ext cx="524584" cy="502337"/>
                <a:chOff x="1189791" y="-1767331"/>
                <a:chExt cx="904284" cy="865933"/>
              </a:xfrm>
            </p:grpSpPr>
            <p:sp>
              <p:nvSpPr>
                <p:cNvPr id="533" name="Google Shape;533;g372a3a90f18_0_2258"/>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7450"/>
                      </a:srgbClr>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34" name="Google Shape;534;g372a3a90f18_0_2258"/>
                <p:cNvGrpSpPr/>
                <p:nvPr/>
              </p:nvGrpSpPr>
              <p:grpSpPr>
                <a:xfrm>
                  <a:off x="1232795" y="-1740829"/>
                  <a:ext cx="717622" cy="717393"/>
                  <a:chOff x="1483457" y="3953671"/>
                  <a:chExt cx="717622" cy="717393"/>
                </a:xfrm>
              </p:grpSpPr>
              <p:sp>
                <p:nvSpPr>
                  <p:cNvPr id="535" name="Google Shape;535;g372a3a90f18_0_2258"/>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g372a3a90f18_0_2258"/>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g372a3a90f18_0_2258"/>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g372a3a90f18_0_2258"/>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g372a3a90f18_0_2258"/>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540" name="Google Shape;540;g372a3a90f18_0_2258"/>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41" name="Google Shape;541;g372a3a90f18_0_2258"/>
            <p:cNvGrpSpPr/>
            <p:nvPr/>
          </p:nvGrpSpPr>
          <p:grpSpPr>
            <a:xfrm>
              <a:off x="955673" y="11"/>
              <a:ext cx="592576" cy="405260"/>
              <a:chOff x="39723" y="4349021"/>
              <a:chExt cx="1061964" cy="726143"/>
            </a:xfrm>
          </p:grpSpPr>
          <p:grpSp>
            <p:nvGrpSpPr>
              <p:cNvPr id="542" name="Google Shape;542;g372a3a90f18_0_2258"/>
              <p:cNvGrpSpPr/>
              <p:nvPr/>
            </p:nvGrpSpPr>
            <p:grpSpPr>
              <a:xfrm rot="2700000">
                <a:off x="140502" y="4460924"/>
                <a:ext cx="524584" cy="502337"/>
                <a:chOff x="1189791" y="-1767331"/>
                <a:chExt cx="904284" cy="865933"/>
              </a:xfrm>
            </p:grpSpPr>
            <p:sp>
              <p:nvSpPr>
                <p:cNvPr id="543" name="Google Shape;543;g372a3a90f18_0_2258"/>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7450"/>
                      </a:srgbClr>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44" name="Google Shape;544;g372a3a90f18_0_2258"/>
                <p:cNvGrpSpPr/>
                <p:nvPr/>
              </p:nvGrpSpPr>
              <p:grpSpPr>
                <a:xfrm>
                  <a:off x="1232795" y="-1740829"/>
                  <a:ext cx="717622" cy="717393"/>
                  <a:chOff x="1483457" y="3953671"/>
                  <a:chExt cx="717622" cy="717393"/>
                </a:xfrm>
              </p:grpSpPr>
              <p:sp>
                <p:nvSpPr>
                  <p:cNvPr id="545" name="Google Shape;545;g372a3a90f18_0_2258"/>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g372a3a90f18_0_2258"/>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g372a3a90f18_0_2258"/>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g372a3a90f18_0_2258"/>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g372a3a90f18_0_2258"/>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550" name="Google Shape;550;g372a3a90f18_0_2258"/>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51" name="Google Shape;551;g372a3a90f18_0_2258"/>
            <p:cNvGrpSpPr/>
            <p:nvPr/>
          </p:nvGrpSpPr>
          <p:grpSpPr>
            <a:xfrm>
              <a:off x="-1" y="621223"/>
              <a:ext cx="699940" cy="478601"/>
              <a:chOff x="39723" y="4349021"/>
              <a:chExt cx="1061964" cy="726143"/>
            </a:xfrm>
          </p:grpSpPr>
          <p:grpSp>
            <p:nvGrpSpPr>
              <p:cNvPr id="552" name="Google Shape;552;g372a3a90f18_0_2258"/>
              <p:cNvGrpSpPr/>
              <p:nvPr/>
            </p:nvGrpSpPr>
            <p:grpSpPr>
              <a:xfrm rot="2700000">
                <a:off x="140502" y="4460924"/>
                <a:ext cx="524584" cy="502337"/>
                <a:chOff x="1189791" y="-1767331"/>
                <a:chExt cx="904284" cy="865933"/>
              </a:xfrm>
            </p:grpSpPr>
            <p:sp>
              <p:nvSpPr>
                <p:cNvPr id="553" name="Google Shape;553;g372a3a90f18_0_2258"/>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7450"/>
                      </a:srgbClr>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54" name="Google Shape;554;g372a3a90f18_0_2258"/>
                <p:cNvGrpSpPr/>
                <p:nvPr/>
              </p:nvGrpSpPr>
              <p:grpSpPr>
                <a:xfrm>
                  <a:off x="1232795" y="-1740829"/>
                  <a:ext cx="717622" cy="717393"/>
                  <a:chOff x="1483457" y="3953671"/>
                  <a:chExt cx="717622" cy="717393"/>
                </a:xfrm>
              </p:grpSpPr>
              <p:sp>
                <p:nvSpPr>
                  <p:cNvPr id="555" name="Google Shape;555;g372a3a90f18_0_2258"/>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g372a3a90f18_0_2258"/>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g372a3a90f18_0_2258"/>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g372a3a90f18_0_2258"/>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g372a3a90f18_0_2258"/>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560" name="Google Shape;560;g372a3a90f18_0_2258"/>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61" name="Google Shape;561;g372a3a90f18_0_2258"/>
            <p:cNvGrpSpPr/>
            <p:nvPr/>
          </p:nvGrpSpPr>
          <p:grpSpPr>
            <a:xfrm rot="-8100000">
              <a:off x="540898" y="-1172741"/>
              <a:ext cx="2552124" cy="3347490"/>
              <a:chOff x="2976325" y="908175"/>
              <a:chExt cx="4028179" cy="5283555"/>
            </a:xfrm>
          </p:grpSpPr>
          <p:sp>
            <p:nvSpPr>
              <p:cNvPr id="562" name="Google Shape;562;g372a3a90f18_0_2258"/>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g372a3a90f18_0_2258"/>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g372a3a90f18_0_2258"/>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ustom Layout 1">
  <p:cSld name="4_Custom Layout_1">
    <p:spTree>
      <p:nvGrpSpPr>
        <p:cNvPr id="565" name="Shape 565"/>
        <p:cNvGrpSpPr/>
        <p:nvPr/>
      </p:nvGrpSpPr>
      <p:grpSpPr>
        <a:xfrm>
          <a:off x="0" y="0"/>
          <a:ext cx="0" cy="0"/>
          <a:chOff x="0" y="0"/>
          <a:chExt cx="0" cy="0"/>
        </a:xfrm>
      </p:grpSpPr>
      <p:sp>
        <p:nvSpPr>
          <p:cNvPr id="566" name="Google Shape;566;g372a3a90f18_0_2303"/>
          <p:cNvSpPr/>
          <p:nvPr>
            <p:ph idx="2" type="pic"/>
          </p:nvPr>
        </p:nvSpPr>
        <p:spPr>
          <a:xfrm>
            <a:off x="0" y="2670629"/>
            <a:ext cx="9243000" cy="4187400"/>
          </a:xfrm>
          <a:prstGeom prst="rect">
            <a:avLst/>
          </a:prstGeom>
          <a:solidFill>
            <a:schemeClr val="lt1"/>
          </a:solidFill>
          <a:ln>
            <a:noFill/>
          </a:ln>
        </p:spPr>
      </p:sp>
      <p:pic>
        <p:nvPicPr>
          <p:cNvPr id="567" name="Google Shape;567;g372a3a90f18_0_2303"/>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pic>
        <p:nvPicPr>
          <p:cNvPr id="568" name="Google Shape;568;g372a3a90f18_0_2303"/>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569" name="Google Shape;569;g372a3a90f18_0_2303"/>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ustom Layout">
  <p:cSld name="4_Custom Layout">
    <p:spTree>
      <p:nvGrpSpPr>
        <p:cNvPr id="572" name="Shape 572"/>
        <p:cNvGrpSpPr/>
        <p:nvPr/>
      </p:nvGrpSpPr>
      <p:grpSpPr>
        <a:xfrm>
          <a:off x="0" y="0"/>
          <a:ext cx="0" cy="0"/>
          <a:chOff x="0" y="0"/>
          <a:chExt cx="0" cy="0"/>
        </a:xfrm>
      </p:grpSpPr>
      <p:grpSp>
        <p:nvGrpSpPr>
          <p:cNvPr id="573" name="Google Shape;573;p23"/>
          <p:cNvGrpSpPr/>
          <p:nvPr/>
        </p:nvGrpSpPr>
        <p:grpSpPr>
          <a:xfrm>
            <a:off x="-528423" y="-2138178"/>
            <a:ext cx="5862780" cy="5562070"/>
            <a:chOff x="-494405" y="-1584825"/>
            <a:chExt cx="4397193" cy="4171657"/>
          </a:xfrm>
        </p:grpSpPr>
        <p:grpSp>
          <p:nvGrpSpPr>
            <p:cNvPr id="574" name="Google Shape;574;p23"/>
            <p:cNvGrpSpPr/>
            <p:nvPr/>
          </p:nvGrpSpPr>
          <p:grpSpPr>
            <a:xfrm>
              <a:off x="-494405" y="-252396"/>
              <a:ext cx="1741563" cy="1288563"/>
              <a:chOff x="-494405" y="-252396"/>
              <a:chExt cx="1741563" cy="1288563"/>
            </a:xfrm>
          </p:grpSpPr>
          <p:sp>
            <p:nvSpPr>
              <p:cNvPr id="575" name="Google Shape;575;p23"/>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76" name="Google Shape;576;p23"/>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577" name="Google Shape;577;p23"/>
            <p:cNvGrpSpPr/>
            <p:nvPr/>
          </p:nvGrpSpPr>
          <p:grpSpPr>
            <a:xfrm>
              <a:off x="245875" y="-51824"/>
              <a:ext cx="208200" cy="1824700"/>
              <a:chOff x="1040050" y="3812126"/>
              <a:chExt cx="208200" cy="1824700"/>
            </a:xfrm>
          </p:grpSpPr>
          <p:sp>
            <p:nvSpPr>
              <p:cNvPr id="578" name="Google Shape;578;p23"/>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5098"/>
                    </a:srgbClr>
                  </a:gs>
                  <a:gs pos="100000">
                    <a:srgbClr val="FFFFFF">
                      <a:alpha val="45098"/>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79" name="Google Shape;579;p23"/>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5098"/>
                    </a:srgbClr>
                  </a:gs>
                  <a:gs pos="78000">
                    <a:srgbClr val="F5F8FF">
                      <a:alpha val="45098"/>
                    </a:srgbClr>
                  </a:gs>
                  <a:gs pos="100000">
                    <a:srgbClr val="F5F8FF">
                      <a:alpha val="45098"/>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580" name="Google Shape;580;p23"/>
            <p:cNvGrpSpPr/>
            <p:nvPr/>
          </p:nvGrpSpPr>
          <p:grpSpPr>
            <a:xfrm>
              <a:off x="441575" y="-36652"/>
              <a:ext cx="699940" cy="478601"/>
              <a:chOff x="39723" y="4349022"/>
              <a:chExt cx="1061964" cy="726143"/>
            </a:xfrm>
          </p:grpSpPr>
          <p:grpSp>
            <p:nvGrpSpPr>
              <p:cNvPr id="581" name="Google Shape;581;p23"/>
              <p:cNvGrpSpPr/>
              <p:nvPr/>
            </p:nvGrpSpPr>
            <p:grpSpPr>
              <a:xfrm rot="2700000">
                <a:off x="140502" y="4460925"/>
                <a:ext cx="524584" cy="502337"/>
                <a:chOff x="1189791" y="-1767331"/>
                <a:chExt cx="904284" cy="865933"/>
              </a:xfrm>
            </p:grpSpPr>
            <p:sp>
              <p:nvSpPr>
                <p:cNvPr id="582" name="Google Shape;582;p2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583" name="Google Shape;583;p23"/>
                <p:cNvGrpSpPr/>
                <p:nvPr/>
              </p:nvGrpSpPr>
              <p:grpSpPr>
                <a:xfrm>
                  <a:off x="1232795" y="-1740829"/>
                  <a:ext cx="717622" cy="717393"/>
                  <a:chOff x="1483457" y="3953671"/>
                  <a:chExt cx="717622" cy="717393"/>
                </a:xfrm>
              </p:grpSpPr>
              <p:sp>
                <p:nvSpPr>
                  <p:cNvPr id="584" name="Google Shape;584;p2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85" name="Google Shape;585;p2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86" name="Google Shape;586;p2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87" name="Google Shape;587;p2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88" name="Google Shape;588;p2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589" name="Google Shape;589;p2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590" name="Google Shape;590;p23"/>
            <p:cNvGrpSpPr/>
            <p:nvPr/>
          </p:nvGrpSpPr>
          <p:grpSpPr>
            <a:xfrm>
              <a:off x="955673" y="14"/>
              <a:ext cx="592576" cy="405260"/>
              <a:chOff x="39723" y="4349022"/>
              <a:chExt cx="1061964" cy="726143"/>
            </a:xfrm>
          </p:grpSpPr>
          <p:grpSp>
            <p:nvGrpSpPr>
              <p:cNvPr id="591" name="Google Shape;591;p23"/>
              <p:cNvGrpSpPr/>
              <p:nvPr/>
            </p:nvGrpSpPr>
            <p:grpSpPr>
              <a:xfrm rot="2700000">
                <a:off x="140502" y="4460925"/>
                <a:ext cx="524584" cy="502337"/>
                <a:chOff x="1189791" y="-1767331"/>
                <a:chExt cx="904284" cy="865933"/>
              </a:xfrm>
            </p:grpSpPr>
            <p:sp>
              <p:nvSpPr>
                <p:cNvPr id="592" name="Google Shape;592;p2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593" name="Google Shape;593;p23"/>
                <p:cNvGrpSpPr/>
                <p:nvPr/>
              </p:nvGrpSpPr>
              <p:grpSpPr>
                <a:xfrm>
                  <a:off x="1232795" y="-1740829"/>
                  <a:ext cx="717622" cy="717393"/>
                  <a:chOff x="1483457" y="3953671"/>
                  <a:chExt cx="717622" cy="717393"/>
                </a:xfrm>
              </p:grpSpPr>
              <p:sp>
                <p:nvSpPr>
                  <p:cNvPr id="594" name="Google Shape;594;p2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95" name="Google Shape;595;p2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96" name="Google Shape;596;p2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97" name="Google Shape;597;p2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98" name="Google Shape;598;p2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599" name="Google Shape;599;p2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600" name="Google Shape;600;p23"/>
            <p:cNvGrpSpPr/>
            <p:nvPr/>
          </p:nvGrpSpPr>
          <p:grpSpPr>
            <a:xfrm>
              <a:off x="0" y="621223"/>
              <a:ext cx="699940" cy="478601"/>
              <a:chOff x="39723" y="4349022"/>
              <a:chExt cx="1061964" cy="726143"/>
            </a:xfrm>
          </p:grpSpPr>
          <p:grpSp>
            <p:nvGrpSpPr>
              <p:cNvPr id="601" name="Google Shape;601;p23"/>
              <p:cNvGrpSpPr/>
              <p:nvPr/>
            </p:nvGrpSpPr>
            <p:grpSpPr>
              <a:xfrm rot="2700000">
                <a:off x="140502" y="4460925"/>
                <a:ext cx="524584" cy="502337"/>
                <a:chOff x="1189791" y="-1767331"/>
                <a:chExt cx="904284" cy="865933"/>
              </a:xfrm>
            </p:grpSpPr>
            <p:sp>
              <p:nvSpPr>
                <p:cNvPr id="602" name="Google Shape;602;p2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603" name="Google Shape;603;p23"/>
                <p:cNvGrpSpPr/>
                <p:nvPr/>
              </p:nvGrpSpPr>
              <p:grpSpPr>
                <a:xfrm>
                  <a:off x="1232795" y="-1740829"/>
                  <a:ext cx="717622" cy="717393"/>
                  <a:chOff x="1483457" y="3953671"/>
                  <a:chExt cx="717622" cy="717393"/>
                </a:xfrm>
              </p:grpSpPr>
              <p:sp>
                <p:nvSpPr>
                  <p:cNvPr id="604" name="Google Shape;604;p2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05" name="Google Shape;605;p2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06" name="Google Shape;606;p2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07" name="Google Shape;607;p2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08" name="Google Shape;608;p2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609" name="Google Shape;609;p2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610" name="Google Shape;610;p23"/>
            <p:cNvGrpSpPr/>
            <p:nvPr/>
          </p:nvGrpSpPr>
          <p:grpSpPr>
            <a:xfrm rot="-8100000">
              <a:off x="540898" y="-1172741"/>
              <a:ext cx="2552124" cy="3347490"/>
              <a:chOff x="2976325" y="908175"/>
              <a:chExt cx="4028179" cy="5283555"/>
            </a:xfrm>
          </p:grpSpPr>
          <p:sp>
            <p:nvSpPr>
              <p:cNvPr id="611" name="Google Shape;611;p23"/>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12" name="Google Shape;612;p23"/>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13" name="Google Shape;613;p23"/>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pic>
        <p:nvPicPr>
          <p:cNvPr id="614" name="Google Shape;614;p23"/>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615" name="Google Shape;615;p23"/>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ustom Layout">
  <p:cSld name="6_Custom Layout">
    <p:spTree>
      <p:nvGrpSpPr>
        <p:cNvPr id="616" name="Shape 616"/>
        <p:cNvGrpSpPr/>
        <p:nvPr/>
      </p:nvGrpSpPr>
      <p:grpSpPr>
        <a:xfrm>
          <a:off x="0" y="0"/>
          <a:ext cx="0" cy="0"/>
          <a:chOff x="0" y="0"/>
          <a:chExt cx="0" cy="0"/>
        </a:xfrm>
      </p:grpSpPr>
      <p:pic>
        <p:nvPicPr>
          <p:cNvPr id="617" name="Google Shape;617;p25"/>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pic>
        <p:nvPicPr>
          <p:cNvPr id="618" name="Google Shape;618;p25"/>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619" name="Google Shape;619;p25"/>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620" name="Shape 620"/>
        <p:cNvGrpSpPr/>
        <p:nvPr/>
      </p:nvGrpSpPr>
      <p:grpSpPr>
        <a:xfrm>
          <a:off x="0" y="0"/>
          <a:ext cx="0" cy="0"/>
          <a:chOff x="0" y="0"/>
          <a:chExt cx="0" cy="0"/>
        </a:xfrm>
      </p:grpSpPr>
      <p:pic>
        <p:nvPicPr>
          <p:cNvPr id="621" name="Google Shape;621;p24"/>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pic>
        <p:nvPicPr>
          <p:cNvPr id="622" name="Google Shape;622;p24"/>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623" name="Google Shape;623;p24"/>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24" name="Shape 624"/>
        <p:cNvGrpSpPr/>
        <p:nvPr/>
      </p:nvGrpSpPr>
      <p:grpSpPr>
        <a:xfrm>
          <a:off x="0" y="0"/>
          <a:ext cx="0" cy="0"/>
          <a:chOff x="0" y="0"/>
          <a:chExt cx="0" cy="0"/>
        </a:xfrm>
      </p:grpSpPr>
      <p:sp>
        <p:nvSpPr>
          <p:cNvPr id="625" name="Google Shape;625;p26"/>
          <p:cNvSpPr txBox="1"/>
          <p:nvPr>
            <p:ph type="title"/>
          </p:nvPr>
        </p:nvSpPr>
        <p:spPr>
          <a:xfrm>
            <a:off x="960000" y="2772433"/>
            <a:ext cx="7464000" cy="1122300"/>
          </a:xfrm>
          <a:prstGeom prst="rect">
            <a:avLst/>
          </a:prstGeom>
          <a:noFill/>
          <a:ln>
            <a:noFill/>
          </a:ln>
        </p:spPr>
        <p:txBody>
          <a:bodyPr anchorCtr="0" anchor="ctr" bIns="121900" lIns="121900" spcFirstLastPara="1" rIns="121900" wrap="square" tIns="121900">
            <a:noAutofit/>
          </a:bodyPr>
          <a:lstStyle>
            <a:lvl1pPr lvl="0" marR="0" rtl="0" algn="l">
              <a:lnSpc>
                <a:spcPct val="100000"/>
              </a:lnSpc>
              <a:spcBef>
                <a:spcPts val="0"/>
              </a:spcBef>
              <a:spcAft>
                <a:spcPts val="0"/>
              </a:spcAft>
              <a:buClr>
                <a:srgbClr val="000000"/>
              </a:buClr>
              <a:buSzPts val="4800"/>
              <a:buFont typeface="Arial"/>
              <a:buChar char="●"/>
              <a:defRPr b="0" i="0" sz="67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9pPr>
          </a:lstStyle>
          <a:p/>
        </p:txBody>
      </p:sp>
      <p:pic>
        <p:nvPicPr>
          <p:cNvPr id="626" name="Google Shape;626;p26"/>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627" name="Google Shape;627;p26"/>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628" name="Shape 628"/>
        <p:cNvGrpSpPr/>
        <p:nvPr/>
      </p:nvGrpSpPr>
      <p:grpSpPr>
        <a:xfrm>
          <a:off x="0" y="0"/>
          <a:ext cx="0" cy="0"/>
          <a:chOff x="0" y="0"/>
          <a:chExt cx="0" cy="0"/>
        </a:xfrm>
      </p:grpSpPr>
      <p:sp>
        <p:nvSpPr>
          <p:cNvPr id="629" name="Google Shape;629;p21"/>
          <p:cNvSpPr/>
          <p:nvPr>
            <p:ph idx="2" type="pic"/>
          </p:nvPr>
        </p:nvSpPr>
        <p:spPr>
          <a:xfrm>
            <a:off x="1068777" y="837967"/>
            <a:ext cx="2873830" cy="5182065"/>
          </a:xfrm>
          <a:prstGeom prst="rect">
            <a:avLst/>
          </a:prstGeom>
          <a:solidFill>
            <a:schemeClr val="lt1"/>
          </a:solidFill>
          <a:ln>
            <a:noFill/>
          </a:ln>
        </p:spPr>
      </p:sp>
      <p:grpSp>
        <p:nvGrpSpPr>
          <p:cNvPr id="630" name="Google Shape;630;p21"/>
          <p:cNvGrpSpPr/>
          <p:nvPr/>
        </p:nvGrpSpPr>
        <p:grpSpPr>
          <a:xfrm>
            <a:off x="-693530" y="-764219"/>
            <a:ext cx="2003055" cy="3742456"/>
            <a:chOff x="-367748" y="-573164"/>
            <a:chExt cx="1502291" cy="2806842"/>
          </a:xfrm>
        </p:grpSpPr>
        <p:grpSp>
          <p:nvGrpSpPr>
            <p:cNvPr id="631" name="Google Shape;631;p21"/>
            <p:cNvGrpSpPr/>
            <p:nvPr/>
          </p:nvGrpSpPr>
          <p:grpSpPr>
            <a:xfrm rot="10800000">
              <a:off x="-191449" y="1507557"/>
              <a:ext cx="904666" cy="726121"/>
              <a:chOff x="7945225" y="4302000"/>
              <a:chExt cx="904666" cy="726121"/>
            </a:xfrm>
          </p:grpSpPr>
          <p:sp>
            <p:nvSpPr>
              <p:cNvPr id="632" name="Google Shape;632;p21"/>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alpha val="44313"/>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633" name="Google Shape;633;p21"/>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634" name="Google Shape;634;p21"/>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sp>
          <p:nvSpPr>
            <p:cNvPr id="635" name="Google Shape;635;p21"/>
            <p:cNvSpPr/>
            <p:nvPr/>
          </p:nvSpPr>
          <p:spPr>
            <a:xfrm>
              <a:off x="152767" y="-57254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F50403"/>
                </a:gs>
                <a:gs pos="40000">
                  <a:srgbClr val="F50403">
                    <a:alpha val="40392"/>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636" name="Google Shape;636;p21"/>
            <p:cNvSpPr/>
            <p:nvPr/>
          </p:nvSpPr>
          <p:spPr>
            <a:xfrm>
              <a:off x="-6579" y="-573164"/>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F50403">
                    <a:alpha val="60392"/>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nvGrpSpPr>
            <p:cNvPr id="637" name="Google Shape;637;p21"/>
            <p:cNvGrpSpPr/>
            <p:nvPr/>
          </p:nvGrpSpPr>
          <p:grpSpPr>
            <a:xfrm rot="10800000">
              <a:off x="-367748" y="-467133"/>
              <a:ext cx="699928" cy="1651024"/>
              <a:chOff x="8337812" y="3492483"/>
              <a:chExt cx="699928" cy="1651024"/>
            </a:xfrm>
          </p:grpSpPr>
          <p:sp>
            <p:nvSpPr>
              <p:cNvPr id="638" name="Google Shape;638;p21"/>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529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639" name="Google Shape;639;p21"/>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529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640" name="Google Shape;640;p21"/>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529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grpSp>
      <p:grpSp>
        <p:nvGrpSpPr>
          <p:cNvPr id="641" name="Google Shape;641;p21"/>
          <p:cNvGrpSpPr/>
          <p:nvPr/>
        </p:nvGrpSpPr>
        <p:grpSpPr>
          <a:xfrm>
            <a:off x="10058981" y="-228028"/>
            <a:ext cx="4669343" cy="7413455"/>
            <a:chOff x="7392021" y="-171025"/>
            <a:chExt cx="3502095" cy="5560230"/>
          </a:xfrm>
        </p:grpSpPr>
        <p:grpSp>
          <p:nvGrpSpPr>
            <p:cNvPr id="642" name="Google Shape;642;p21"/>
            <p:cNvGrpSpPr/>
            <p:nvPr/>
          </p:nvGrpSpPr>
          <p:grpSpPr>
            <a:xfrm>
              <a:off x="7392021" y="539499"/>
              <a:ext cx="1518472" cy="3030657"/>
              <a:chOff x="7785196" y="342199"/>
              <a:chExt cx="1518472" cy="3030657"/>
            </a:xfrm>
          </p:grpSpPr>
          <p:sp>
            <p:nvSpPr>
              <p:cNvPr id="643" name="Google Shape;643;p21"/>
              <p:cNvSpPr/>
              <p:nvPr/>
            </p:nvSpPr>
            <p:spPr>
              <a:xfrm rot="10800000">
                <a:off x="7882621" y="5394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644" name="Google Shape;644;p21"/>
              <p:cNvSpPr/>
              <p:nvPr/>
            </p:nvSpPr>
            <p:spPr>
              <a:xfrm rot="10800000">
                <a:off x="7785196" y="3421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sp>
          <p:nvSpPr>
            <p:cNvPr id="645" name="Google Shape;645;p21"/>
            <p:cNvSpPr/>
            <p:nvPr/>
          </p:nvSpPr>
          <p:spPr>
            <a:xfrm rot="5400000">
              <a:off x="8098189" y="-87718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nvGrpSpPr>
            <p:cNvPr id="646" name="Google Shape;646;p21"/>
            <p:cNvGrpSpPr/>
            <p:nvPr/>
          </p:nvGrpSpPr>
          <p:grpSpPr>
            <a:xfrm>
              <a:off x="7740801" y="270000"/>
              <a:ext cx="3153315" cy="5119205"/>
              <a:chOff x="7740801" y="270000"/>
              <a:chExt cx="3153315" cy="5119205"/>
            </a:xfrm>
          </p:grpSpPr>
          <p:sp>
            <p:nvSpPr>
              <p:cNvPr id="647" name="Google Shape;647;p21"/>
              <p:cNvSpPr/>
              <p:nvPr/>
            </p:nvSpPr>
            <p:spPr>
              <a:xfrm>
                <a:off x="7740801" y="27000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nvGrpSpPr>
              <p:cNvPr id="648" name="Google Shape;648;p21"/>
              <p:cNvGrpSpPr/>
              <p:nvPr/>
            </p:nvGrpSpPr>
            <p:grpSpPr>
              <a:xfrm>
                <a:off x="8192875" y="4736396"/>
                <a:ext cx="134004" cy="134004"/>
                <a:chOff x="8356813" y="1074288"/>
                <a:chExt cx="351900" cy="351900"/>
              </a:xfrm>
            </p:grpSpPr>
            <p:sp>
              <p:nvSpPr>
                <p:cNvPr id="649" name="Google Shape;649;p21"/>
                <p:cNvSpPr/>
                <p:nvPr/>
              </p:nvSpPr>
              <p:spPr>
                <a:xfrm>
                  <a:off x="8356813" y="1074288"/>
                  <a:ext cx="351900" cy="351900"/>
                </a:xfrm>
                <a:prstGeom prst="ellipse">
                  <a:avLst/>
                </a:prstGeom>
                <a:noFill/>
                <a:ln cap="flat" cmpd="sng" w="9525">
                  <a:solidFill>
                    <a:srgbClr val="F5040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650" name="Google Shape;650;p21"/>
                <p:cNvSpPr/>
                <p:nvPr/>
              </p:nvSpPr>
              <p:spPr>
                <a:xfrm>
                  <a:off x="8406497" y="1123972"/>
                  <a:ext cx="252600" cy="252600"/>
                </a:xfrm>
                <a:prstGeom prst="ellipse">
                  <a:avLst/>
                </a:prstGeom>
                <a:gradFill>
                  <a:gsLst>
                    <a:gs pos="0">
                      <a:srgbClr val="F50403">
                        <a:alpha val="5411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grpSp>
            <p:nvGrpSpPr>
              <p:cNvPr id="651" name="Google Shape;651;p21"/>
              <p:cNvGrpSpPr/>
              <p:nvPr/>
            </p:nvGrpSpPr>
            <p:grpSpPr>
              <a:xfrm>
                <a:off x="8788200" y="3794721"/>
                <a:ext cx="134004" cy="134004"/>
                <a:chOff x="8356813" y="1074288"/>
                <a:chExt cx="351900" cy="351900"/>
              </a:xfrm>
            </p:grpSpPr>
            <p:sp>
              <p:nvSpPr>
                <p:cNvPr id="652" name="Google Shape;652;p21"/>
                <p:cNvSpPr/>
                <p:nvPr/>
              </p:nvSpPr>
              <p:spPr>
                <a:xfrm>
                  <a:off x="8356813" y="1074288"/>
                  <a:ext cx="351900" cy="351900"/>
                </a:xfrm>
                <a:prstGeom prst="ellipse">
                  <a:avLst/>
                </a:prstGeom>
                <a:noFill/>
                <a:ln cap="flat" cmpd="sng" w="9525">
                  <a:solidFill>
                    <a:srgbClr val="F5040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653" name="Google Shape;653;p21"/>
                <p:cNvSpPr/>
                <p:nvPr/>
              </p:nvSpPr>
              <p:spPr>
                <a:xfrm>
                  <a:off x="8406497" y="1123972"/>
                  <a:ext cx="252600" cy="252600"/>
                </a:xfrm>
                <a:prstGeom prst="ellipse">
                  <a:avLst/>
                </a:prstGeom>
                <a:gradFill>
                  <a:gsLst>
                    <a:gs pos="0">
                      <a:srgbClr val="9900FF">
                        <a:alpha val="44705"/>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grpSp>
            <p:nvGrpSpPr>
              <p:cNvPr id="654" name="Google Shape;654;p21"/>
              <p:cNvGrpSpPr/>
              <p:nvPr/>
            </p:nvGrpSpPr>
            <p:grpSpPr>
              <a:xfrm>
                <a:off x="8654175" y="2424671"/>
                <a:ext cx="134004" cy="134004"/>
                <a:chOff x="8356813" y="1074288"/>
                <a:chExt cx="351900" cy="351900"/>
              </a:xfrm>
            </p:grpSpPr>
            <p:sp>
              <p:nvSpPr>
                <p:cNvPr id="655" name="Google Shape;655;p21"/>
                <p:cNvSpPr/>
                <p:nvPr/>
              </p:nvSpPr>
              <p:spPr>
                <a:xfrm>
                  <a:off x="8356813" y="1074288"/>
                  <a:ext cx="351900" cy="351900"/>
                </a:xfrm>
                <a:prstGeom prst="ellipse">
                  <a:avLst/>
                </a:prstGeom>
                <a:noFill/>
                <a:ln cap="flat" cmpd="sng" w="9525">
                  <a:solidFill>
                    <a:srgbClr val="F5040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656" name="Google Shape;656;p21"/>
                <p:cNvSpPr/>
                <p:nvPr/>
              </p:nvSpPr>
              <p:spPr>
                <a:xfrm>
                  <a:off x="8406497" y="1123972"/>
                  <a:ext cx="252600" cy="252600"/>
                </a:xfrm>
                <a:prstGeom prst="ellipse">
                  <a:avLst/>
                </a:prstGeom>
                <a:gradFill>
                  <a:gsLst>
                    <a:gs pos="0">
                      <a:srgbClr val="F50403">
                        <a:alpha val="20000"/>
                      </a:srgbClr>
                    </a:gs>
                    <a:gs pos="100000">
                      <a:srgbClr val="FFFFFF">
                        <a:alpha val="0"/>
                      </a:srgbClr>
                    </a:gs>
                  </a:gsLst>
                  <a:path path="circle">
                    <a:fillToRect b="50%" l="50%" r="50%" t="50%"/>
                  </a:path>
                  <a:tileRect/>
                </a:gradFill>
                <a:ln cap="flat" cmpd="sng" w="9525">
                  <a:solidFill>
                    <a:srgbClr val="F5040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grpSp>
      </p:grpSp>
      <p:pic>
        <p:nvPicPr>
          <p:cNvPr id="657" name="Google Shape;657;p21"/>
          <p:cNvPicPr preferRelativeResize="0"/>
          <p:nvPr/>
        </p:nvPicPr>
        <p:blipFill rotWithShape="1">
          <a:blip r:embed="rId2">
            <a:alphaModFix/>
          </a:blip>
          <a:srcRect b="26177" l="16960" r="7121" t="24718"/>
          <a:stretch/>
        </p:blipFill>
        <p:spPr>
          <a:xfrm>
            <a:off x="9819959" y="-1595786"/>
            <a:ext cx="4977375" cy="3798838"/>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ustom Layout">
  <p:cSld name="5_Custom Layout">
    <p:spTree>
      <p:nvGrpSpPr>
        <p:cNvPr id="658" name="Shape 658"/>
        <p:cNvGrpSpPr/>
        <p:nvPr/>
      </p:nvGrpSpPr>
      <p:grpSpPr>
        <a:xfrm>
          <a:off x="0" y="0"/>
          <a:ext cx="0" cy="0"/>
          <a:chOff x="0" y="0"/>
          <a:chExt cx="0" cy="0"/>
        </a:xfrm>
      </p:grpSpPr>
      <p:pic>
        <p:nvPicPr>
          <p:cNvPr id="659" name="Google Shape;659;p22"/>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grpSp>
        <p:nvGrpSpPr>
          <p:cNvPr id="660" name="Google Shape;660;p22"/>
          <p:cNvGrpSpPr/>
          <p:nvPr/>
        </p:nvGrpSpPr>
        <p:grpSpPr>
          <a:xfrm>
            <a:off x="-680840" y="-2290628"/>
            <a:ext cx="5862929" cy="5562209"/>
            <a:chOff x="-494405" y="-1584825"/>
            <a:chExt cx="4397193" cy="4171657"/>
          </a:xfrm>
        </p:grpSpPr>
        <p:grpSp>
          <p:nvGrpSpPr>
            <p:cNvPr id="661" name="Google Shape;661;p22"/>
            <p:cNvGrpSpPr/>
            <p:nvPr/>
          </p:nvGrpSpPr>
          <p:grpSpPr>
            <a:xfrm>
              <a:off x="-494405" y="-252396"/>
              <a:ext cx="1741563" cy="1288563"/>
              <a:chOff x="-494405" y="-252396"/>
              <a:chExt cx="1741563" cy="1288563"/>
            </a:xfrm>
          </p:grpSpPr>
          <p:sp>
            <p:nvSpPr>
              <p:cNvPr id="662" name="Google Shape;662;p22"/>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63" name="Google Shape;663;p22"/>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664" name="Google Shape;664;p22"/>
            <p:cNvGrpSpPr/>
            <p:nvPr/>
          </p:nvGrpSpPr>
          <p:grpSpPr>
            <a:xfrm>
              <a:off x="245875" y="-51824"/>
              <a:ext cx="208200" cy="1824700"/>
              <a:chOff x="1040050" y="3812126"/>
              <a:chExt cx="208200" cy="1824700"/>
            </a:xfrm>
          </p:grpSpPr>
          <p:sp>
            <p:nvSpPr>
              <p:cNvPr id="665" name="Google Shape;665;p22"/>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5098"/>
                    </a:srgbClr>
                  </a:gs>
                  <a:gs pos="100000">
                    <a:srgbClr val="FFFFFF">
                      <a:alpha val="45098"/>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66" name="Google Shape;666;p22"/>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5098"/>
                    </a:srgbClr>
                  </a:gs>
                  <a:gs pos="78000">
                    <a:srgbClr val="F5F8FF">
                      <a:alpha val="45098"/>
                    </a:srgbClr>
                  </a:gs>
                  <a:gs pos="100000">
                    <a:srgbClr val="F5F8FF">
                      <a:alpha val="45098"/>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667" name="Google Shape;667;p22"/>
            <p:cNvGrpSpPr/>
            <p:nvPr/>
          </p:nvGrpSpPr>
          <p:grpSpPr>
            <a:xfrm>
              <a:off x="441574" y="-36652"/>
              <a:ext cx="699940" cy="478601"/>
              <a:chOff x="39723" y="4349021"/>
              <a:chExt cx="1061964" cy="726143"/>
            </a:xfrm>
          </p:grpSpPr>
          <p:grpSp>
            <p:nvGrpSpPr>
              <p:cNvPr id="668" name="Google Shape;668;p22"/>
              <p:cNvGrpSpPr/>
              <p:nvPr/>
            </p:nvGrpSpPr>
            <p:grpSpPr>
              <a:xfrm rot="2700000">
                <a:off x="140502" y="4460924"/>
                <a:ext cx="524584" cy="502337"/>
                <a:chOff x="1189791" y="-1767331"/>
                <a:chExt cx="904284" cy="865933"/>
              </a:xfrm>
            </p:grpSpPr>
            <p:sp>
              <p:nvSpPr>
                <p:cNvPr id="669" name="Google Shape;669;p2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670" name="Google Shape;670;p22"/>
                <p:cNvGrpSpPr/>
                <p:nvPr/>
              </p:nvGrpSpPr>
              <p:grpSpPr>
                <a:xfrm>
                  <a:off x="1232795" y="-1740829"/>
                  <a:ext cx="717622" cy="717393"/>
                  <a:chOff x="1483457" y="3953671"/>
                  <a:chExt cx="717622" cy="717393"/>
                </a:xfrm>
              </p:grpSpPr>
              <p:sp>
                <p:nvSpPr>
                  <p:cNvPr id="671" name="Google Shape;671;p2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72" name="Google Shape;672;p2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73" name="Google Shape;673;p2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74" name="Google Shape;674;p2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75" name="Google Shape;675;p2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676" name="Google Shape;676;p2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677" name="Google Shape;677;p22"/>
            <p:cNvGrpSpPr/>
            <p:nvPr/>
          </p:nvGrpSpPr>
          <p:grpSpPr>
            <a:xfrm>
              <a:off x="955673" y="11"/>
              <a:ext cx="592576" cy="405260"/>
              <a:chOff x="39723" y="4349021"/>
              <a:chExt cx="1061964" cy="726143"/>
            </a:xfrm>
          </p:grpSpPr>
          <p:grpSp>
            <p:nvGrpSpPr>
              <p:cNvPr id="678" name="Google Shape;678;p22"/>
              <p:cNvGrpSpPr/>
              <p:nvPr/>
            </p:nvGrpSpPr>
            <p:grpSpPr>
              <a:xfrm rot="2700000">
                <a:off x="140502" y="4460924"/>
                <a:ext cx="524584" cy="502337"/>
                <a:chOff x="1189791" y="-1767331"/>
                <a:chExt cx="904284" cy="865933"/>
              </a:xfrm>
            </p:grpSpPr>
            <p:sp>
              <p:nvSpPr>
                <p:cNvPr id="679" name="Google Shape;679;p2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680" name="Google Shape;680;p22"/>
                <p:cNvGrpSpPr/>
                <p:nvPr/>
              </p:nvGrpSpPr>
              <p:grpSpPr>
                <a:xfrm>
                  <a:off x="1232795" y="-1740829"/>
                  <a:ext cx="717622" cy="717393"/>
                  <a:chOff x="1483457" y="3953671"/>
                  <a:chExt cx="717622" cy="717393"/>
                </a:xfrm>
              </p:grpSpPr>
              <p:sp>
                <p:nvSpPr>
                  <p:cNvPr id="681" name="Google Shape;681;p2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82" name="Google Shape;682;p2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83" name="Google Shape;683;p2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84" name="Google Shape;684;p2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85" name="Google Shape;685;p2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686" name="Google Shape;686;p2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687" name="Google Shape;687;p22"/>
            <p:cNvGrpSpPr/>
            <p:nvPr/>
          </p:nvGrpSpPr>
          <p:grpSpPr>
            <a:xfrm>
              <a:off x="-1" y="621223"/>
              <a:ext cx="699940" cy="478601"/>
              <a:chOff x="39723" y="4349021"/>
              <a:chExt cx="1061964" cy="726143"/>
            </a:xfrm>
          </p:grpSpPr>
          <p:grpSp>
            <p:nvGrpSpPr>
              <p:cNvPr id="688" name="Google Shape;688;p22"/>
              <p:cNvGrpSpPr/>
              <p:nvPr/>
            </p:nvGrpSpPr>
            <p:grpSpPr>
              <a:xfrm rot="2700000">
                <a:off x="140502" y="4460924"/>
                <a:ext cx="524584" cy="502337"/>
                <a:chOff x="1189791" y="-1767331"/>
                <a:chExt cx="904284" cy="865933"/>
              </a:xfrm>
            </p:grpSpPr>
            <p:sp>
              <p:nvSpPr>
                <p:cNvPr id="689" name="Google Shape;689;p2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690" name="Google Shape;690;p22"/>
                <p:cNvGrpSpPr/>
                <p:nvPr/>
              </p:nvGrpSpPr>
              <p:grpSpPr>
                <a:xfrm>
                  <a:off x="1232795" y="-1740829"/>
                  <a:ext cx="717622" cy="717393"/>
                  <a:chOff x="1483457" y="3953671"/>
                  <a:chExt cx="717622" cy="717393"/>
                </a:xfrm>
              </p:grpSpPr>
              <p:sp>
                <p:nvSpPr>
                  <p:cNvPr id="691" name="Google Shape;691;p2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92" name="Google Shape;692;p2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93" name="Google Shape;693;p2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94" name="Google Shape;694;p2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95" name="Google Shape;695;p2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696" name="Google Shape;696;p2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697" name="Google Shape;697;p22"/>
            <p:cNvGrpSpPr/>
            <p:nvPr/>
          </p:nvGrpSpPr>
          <p:grpSpPr>
            <a:xfrm rot="-8100000">
              <a:off x="540898" y="-1172741"/>
              <a:ext cx="2552124" cy="3347490"/>
              <a:chOff x="2976325" y="908175"/>
              <a:chExt cx="4028179" cy="5283555"/>
            </a:xfrm>
          </p:grpSpPr>
          <p:sp>
            <p:nvSpPr>
              <p:cNvPr id="698" name="Google Shape;698;p22"/>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99" name="Google Shape;699;p22"/>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00" name="Google Shape;700;p22"/>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701" name="Google Shape;701;p22"/>
          <p:cNvSpPr txBox="1"/>
          <p:nvPr/>
        </p:nvSpPr>
        <p:spPr>
          <a:xfrm>
            <a:off x="7489150" y="2225275"/>
            <a:ext cx="1952100" cy="28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p22"/>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03" name="Shape 703"/>
        <p:cNvGrpSpPr/>
        <p:nvPr/>
      </p:nvGrpSpPr>
      <p:grpSpPr>
        <a:xfrm>
          <a:off x="0" y="0"/>
          <a:ext cx="0" cy="0"/>
          <a:chOff x="0" y="0"/>
          <a:chExt cx="0" cy="0"/>
        </a:xfrm>
      </p:grpSpPr>
      <p:pic>
        <p:nvPicPr>
          <p:cNvPr id="704" name="Google Shape;704;p27"/>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705" name="Google Shape;705;p27"/>
          <p:cNvGrpSpPr/>
          <p:nvPr/>
        </p:nvGrpSpPr>
        <p:grpSpPr>
          <a:xfrm>
            <a:off x="-1607565" y="-3646044"/>
            <a:ext cx="10823413" cy="7799545"/>
            <a:chOff x="-1180406" y="-2565680"/>
            <a:chExt cx="8117556" cy="5849659"/>
          </a:xfrm>
        </p:grpSpPr>
        <p:sp>
          <p:nvSpPr>
            <p:cNvPr id="706" name="Google Shape;706;p27"/>
            <p:cNvSpPr/>
            <p:nvPr/>
          </p:nvSpPr>
          <p:spPr>
            <a:xfrm rot="10221728">
              <a:off x="-981122" y="-549008"/>
              <a:ext cx="3045481" cy="2637398"/>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07" name="Google Shape;707;p27"/>
            <p:cNvSpPr/>
            <p:nvPr/>
          </p:nvSpPr>
          <p:spPr>
            <a:xfrm>
              <a:off x="-289323" y="-166742"/>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08" name="Google Shape;708;p27"/>
            <p:cNvSpPr/>
            <p:nvPr/>
          </p:nvSpPr>
          <p:spPr>
            <a:xfrm rot="2700000">
              <a:off x="917817" y="-2200499"/>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09" name="Google Shape;709;p27"/>
            <p:cNvSpPr/>
            <p:nvPr/>
          </p:nvSpPr>
          <p:spPr>
            <a:xfrm>
              <a:off x="-201475" y="-361175"/>
              <a:ext cx="7138625" cy="819350"/>
            </a:xfrm>
            <a:custGeom>
              <a:rect b="b" l="l" r="r" t="t"/>
              <a:pathLst>
                <a:path extrusionOk="0" h="32774" w="285545">
                  <a:moveTo>
                    <a:pt x="0" y="32774"/>
                  </a:moveTo>
                  <a:lnTo>
                    <a:pt x="188861" y="32774"/>
                  </a:lnTo>
                  <a:lnTo>
                    <a:pt x="221636" y="0"/>
                  </a:lnTo>
                  <a:lnTo>
                    <a:pt x="285545" y="0"/>
                  </a:lnTo>
                </a:path>
              </a:pathLst>
            </a:custGeom>
            <a:noFill/>
            <a:ln cap="flat" cmpd="sng" w="9525">
              <a:solidFill>
                <a:srgbClr val="F5040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10" name="Google Shape;710;p27"/>
            <p:cNvSpPr/>
            <p:nvPr/>
          </p:nvSpPr>
          <p:spPr>
            <a:xfrm rot="5400000">
              <a:off x="1110859" y="-1245788"/>
              <a:ext cx="577450" cy="3045475"/>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F50403"/>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11" name="Google Shape;711;p27"/>
            <p:cNvSpPr/>
            <p:nvPr/>
          </p:nvSpPr>
          <p:spPr>
            <a:xfrm rot="5400000">
              <a:off x="654013" y="-781254"/>
              <a:ext cx="687411" cy="2731351"/>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712" name="Google Shape;712;p27"/>
            <p:cNvGrpSpPr/>
            <p:nvPr/>
          </p:nvGrpSpPr>
          <p:grpSpPr>
            <a:xfrm flipH="1">
              <a:off x="4446909" y="391151"/>
              <a:ext cx="134044" cy="134013"/>
              <a:chOff x="1101075" y="2142375"/>
              <a:chExt cx="439200" cy="439100"/>
            </a:xfrm>
          </p:grpSpPr>
          <p:sp>
            <p:nvSpPr>
              <p:cNvPr id="713" name="Google Shape;713;p2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14" name="Google Shape;714;p2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715" name="Google Shape;715;p27"/>
            <p:cNvGrpSpPr/>
            <p:nvPr/>
          </p:nvGrpSpPr>
          <p:grpSpPr>
            <a:xfrm flipH="1">
              <a:off x="1373609" y="694563"/>
              <a:ext cx="134044" cy="134013"/>
              <a:chOff x="1101075" y="2142375"/>
              <a:chExt cx="439200" cy="439100"/>
            </a:xfrm>
          </p:grpSpPr>
          <p:sp>
            <p:nvSpPr>
              <p:cNvPr id="716" name="Google Shape;716;p2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17" name="Google Shape;717;p2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718" name="Google Shape;718;p27"/>
            <p:cNvGrpSpPr/>
            <p:nvPr/>
          </p:nvGrpSpPr>
          <p:grpSpPr>
            <a:xfrm flipH="1">
              <a:off x="1086834" y="957463"/>
              <a:ext cx="134044" cy="134013"/>
              <a:chOff x="1101075" y="2142375"/>
              <a:chExt cx="439200" cy="439100"/>
            </a:xfrm>
          </p:grpSpPr>
          <p:sp>
            <p:nvSpPr>
              <p:cNvPr id="719" name="Google Shape;719;p2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20" name="Google Shape;720;p2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721" name="Google Shape;721;p27"/>
            <p:cNvGrpSpPr/>
            <p:nvPr/>
          </p:nvGrpSpPr>
          <p:grpSpPr>
            <a:xfrm flipH="1">
              <a:off x="277709" y="957463"/>
              <a:ext cx="134044" cy="134013"/>
              <a:chOff x="1101075" y="2142375"/>
              <a:chExt cx="439200" cy="439100"/>
            </a:xfrm>
          </p:grpSpPr>
          <p:sp>
            <p:nvSpPr>
              <p:cNvPr id="722" name="Google Shape;722;p2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23" name="Google Shape;723;p2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724" name="Google Shape;724;p27"/>
            <p:cNvGrpSpPr/>
            <p:nvPr/>
          </p:nvGrpSpPr>
          <p:grpSpPr>
            <a:xfrm flipH="1">
              <a:off x="277709" y="640813"/>
              <a:ext cx="134044" cy="134013"/>
              <a:chOff x="1101075" y="2142375"/>
              <a:chExt cx="439200" cy="439100"/>
            </a:xfrm>
          </p:grpSpPr>
          <p:sp>
            <p:nvSpPr>
              <p:cNvPr id="725" name="Google Shape;725;p2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26" name="Google Shape;726;p2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727" name="Google Shape;727;p27"/>
          <p:cNvSpPr/>
          <p:nvPr/>
        </p:nvSpPr>
        <p:spPr>
          <a:xfrm rot="10800000">
            <a:off x="10148865" y="4183810"/>
            <a:ext cx="1309035" cy="3077055"/>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EB9109"/>
              </a:gs>
              <a:gs pos="40000">
                <a:srgbClr val="FF9900">
                  <a:alpha val="40000"/>
                </a:srgbClr>
              </a:gs>
              <a:gs pos="100000">
                <a:srgbClr val="FFFFFF">
                  <a:alpha val="0"/>
                </a:srgbClr>
              </a:gs>
            </a:gsLst>
            <a:lin ang="2700006"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28" name="Google Shape;728;p27"/>
          <p:cNvSpPr/>
          <p:nvPr/>
        </p:nvSpPr>
        <p:spPr>
          <a:xfrm rot="10800000">
            <a:off x="10361327" y="4184630"/>
            <a:ext cx="1309035" cy="3077055"/>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EB9109"/>
              </a:gs>
              <a:gs pos="40000">
                <a:srgbClr val="FF9900">
                  <a:alpha val="40000"/>
                </a:srgbClr>
              </a:gs>
              <a:gs pos="100000">
                <a:srgbClr val="FFFFFF">
                  <a:alpha val="0"/>
                </a:srgbClr>
              </a:gs>
            </a:gsLst>
            <a:lin ang="2700006"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729" name="Google Shape;729;p27"/>
          <p:cNvGrpSpPr/>
          <p:nvPr/>
        </p:nvGrpSpPr>
        <p:grpSpPr>
          <a:xfrm>
            <a:off x="9808800" y="5221734"/>
            <a:ext cx="776067" cy="776567"/>
            <a:chOff x="959750" y="3039275"/>
            <a:chExt cx="582050" cy="582425"/>
          </a:xfrm>
        </p:grpSpPr>
        <p:sp>
          <p:nvSpPr>
            <p:cNvPr id="730" name="Google Shape;730;p27"/>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F50403"/>
                </a:gs>
                <a:gs pos="100000">
                  <a:srgbClr val="FFFFFF">
                    <a:alpha val="35686"/>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731" name="Google Shape;731;p27"/>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F50403"/>
                </a:gs>
                <a:gs pos="100000">
                  <a:srgbClr val="FFFFFF">
                    <a:alpha val="35686"/>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732" name="Google Shape;732;p27"/>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F50403"/>
                </a:gs>
                <a:gs pos="100000">
                  <a:srgbClr val="FFFFFF">
                    <a:alpha val="35686"/>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733" name="Google Shape;733;p27"/>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F50403"/>
                </a:gs>
                <a:gs pos="100000">
                  <a:srgbClr val="FFFFFF">
                    <a:alpha val="35686"/>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734" name="Google Shape;734;p27"/>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F50403"/>
                </a:gs>
                <a:gs pos="100000">
                  <a:srgbClr val="FFFFFF">
                    <a:alpha val="35686"/>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735" name="Google Shape;735;p27"/>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F50403"/>
                </a:gs>
                <a:gs pos="100000">
                  <a:srgbClr val="FFFFFF">
                    <a:alpha val="35686"/>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736" name="Google Shape;736;p27"/>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F50403"/>
                </a:gs>
                <a:gs pos="100000">
                  <a:srgbClr val="FFFFFF">
                    <a:alpha val="35686"/>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grpSp>
      <p:sp>
        <p:nvSpPr>
          <p:cNvPr id="737" name="Google Shape;737;p27"/>
          <p:cNvSpPr/>
          <p:nvPr/>
        </p:nvSpPr>
        <p:spPr>
          <a:xfrm>
            <a:off x="11342634" y="4052934"/>
            <a:ext cx="641191" cy="634437"/>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EB9109">
                  <a:alpha val="45098"/>
                </a:srgbClr>
              </a:gs>
              <a:gs pos="78000">
                <a:srgbClr val="F5F8FF">
                  <a:alpha val="45098"/>
                </a:srgbClr>
              </a:gs>
              <a:gs pos="100000">
                <a:srgbClr val="F5F8FF">
                  <a:alpha val="45098"/>
                </a:srgbClr>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738" name="Google Shape;738;p27"/>
          <p:cNvGrpSpPr/>
          <p:nvPr/>
        </p:nvGrpSpPr>
        <p:grpSpPr>
          <a:xfrm>
            <a:off x="11218683" y="4918944"/>
            <a:ext cx="933237" cy="2201365"/>
            <a:chOff x="8337812" y="3492483"/>
            <a:chExt cx="699928" cy="1651024"/>
          </a:xfrm>
        </p:grpSpPr>
        <p:sp>
          <p:nvSpPr>
            <p:cNvPr id="739" name="Google Shape;739;p27"/>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F50403"/>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740" name="Google Shape;740;p27"/>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F50403"/>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741" name="Google Shape;741;p27"/>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F50403"/>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grpSp>
      <p:grpSp>
        <p:nvGrpSpPr>
          <p:cNvPr id="742" name="Google Shape;742;p27"/>
          <p:cNvGrpSpPr/>
          <p:nvPr/>
        </p:nvGrpSpPr>
        <p:grpSpPr>
          <a:xfrm>
            <a:off x="10695234" y="5998301"/>
            <a:ext cx="1206221" cy="968161"/>
            <a:chOff x="7945225" y="4302000"/>
            <a:chExt cx="904666" cy="726121"/>
          </a:xfrm>
        </p:grpSpPr>
        <p:sp>
          <p:nvSpPr>
            <p:cNvPr id="743" name="Google Shape;743;p27"/>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44" name="Google Shape;744;p27"/>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45" name="Google Shape;745;p27"/>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746" name="Google Shape;746;p27"/>
          <p:cNvGrpSpPr/>
          <p:nvPr/>
        </p:nvGrpSpPr>
        <p:grpSpPr>
          <a:xfrm>
            <a:off x="-413180" y="4823212"/>
            <a:ext cx="1931767" cy="2985069"/>
            <a:chOff x="-309885" y="3617410"/>
            <a:chExt cx="1448823" cy="2238801"/>
          </a:xfrm>
        </p:grpSpPr>
        <p:grpSp>
          <p:nvGrpSpPr>
            <p:cNvPr id="747" name="Google Shape;747;p27"/>
            <p:cNvGrpSpPr/>
            <p:nvPr/>
          </p:nvGrpSpPr>
          <p:grpSpPr>
            <a:xfrm>
              <a:off x="-277007" y="3870159"/>
              <a:ext cx="981772" cy="1986052"/>
              <a:chOff x="-293545" y="3454371"/>
              <a:chExt cx="981772" cy="1986052"/>
            </a:xfrm>
          </p:grpSpPr>
          <p:sp>
            <p:nvSpPr>
              <p:cNvPr id="748" name="Google Shape;748;p27"/>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F50403"/>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49" name="Google Shape;749;p27"/>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F50403"/>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750" name="Google Shape;750;p27"/>
            <p:cNvGrpSpPr/>
            <p:nvPr/>
          </p:nvGrpSpPr>
          <p:grpSpPr>
            <a:xfrm>
              <a:off x="363249" y="4906873"/>
              <a:ext cx="699940" cy="478601"/>
              <a:chOff x="39723" y="4349021"/>
              <a:chExt cx="1061964" cy="726143"/>
            </a:xfrm>
          </p:grpSpPr>
          <p:grpSp>
            <p:nvGrpSpPr>
              <p:cNvPr id="751" name="Google Shape;751;p27"/>
              <p:cNvGrpSpPr/>
              <p:nvPr/>
            </p:nvGrpSpPr>
            <p:grpSpPr>
              <a:xfrm rot="2700000">
                <a:off x="140502" y="4460924"/>
                <a:ext cx="524584" cy="502337"/>
                <a:chOff x="1189791" y="-1767331"/>
                <a:chExt cx="904284" cy="865933"/>
              </a:xfrm>
            </p:grpSpPr>
            <p:sp>
              <p:nvSpPr>
                <p:cNvPr id="752" name="Google Shape;752;p27"/>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753" name="Google Shape;753;p27"/>
                <p:cNvGrpSpPr/>
                <p:nvPr/>
              </p:nvGrpSpPr>
              <p:grpSpPr>
                <a:xfrm>
                  <a:off x="1232795" y="-1740829"/>
                  <a:ext cx="717622" cy="717393"/>
                  <a:chOff x="1483457" y="3953671"/>
                  <a:chExt cx="717622" cy="717393"/>
                </a:xfrm>
              </p:grpSpPr>
              <p:sp>
                <p:nvSpPr>
                  <p:cNvPr id="754" name="Google Shape;754;p27"/>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55" name="Google Shape;755;p27"/>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56" name="Google Shape;756;p27"/>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57" name="Google Shape;757;p27"/>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58" name="Google Shape;758;p27"/>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759" name="Google Shape;759;p27"/>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760" name="Google Shape;760;p27"/>
            <p:cNvGrpSpPr/>
            <p:nvPr/>
          </p:nvGrpSpPr>
          <p:grpSpPr>
            <a:xfrm rot="-5400000">
              <a:off x="-461872" y="3769398"/>
              <a:ext cx="1351491" cy="1047516"/>
              <a:chOff x="-2460210" y="2758494"/>
              <a:chExt cx="1351491" cy="1047516"/>
            </a:xfrm>
          </p:grpSpPr>
          <p:sp>
            <p:nvSpPr>
              <p:cNvPr id="761" name="Google Shape;761;p27"/>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F50403"/>
                  </a:gs>
                  <a:gs pos="100000">
                    <a:srgbClr val="FFFFFF">
                      <a:alpha val="45098"/>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62" name="Google Shape;762;p27"/>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F50403"/>
                  </a:gs>
                  <a:gs pos="100000">
                    <a:srgbClr val="FFFFFF">
                      <a:alpha val="45098"/>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63" name="Google Shape;763;p27"/>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F50403"/>
                  </a:gs>
                  <a:gs pos="100000">
                    <a:srgbClr val="FFFFFF">
                      <a:alpha val="45098"/>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64" name="Google Shape;764;p27"/>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F50403"/>
                  </a:gs>
                  <a:gs pos="100000">
                    <a:srgbClr val="FFFFFF">
                      <a:alpha val="45098"/>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765" name="Google Shape;765;p27"/>
            <p:cNvGrpSpPr/>
            <p:nvPr/>
          </p:nvGrpSpPr>
          <p:grpSpPr>
            <a:xfrm>
              <a:off x="438999" y="4567398"/>
              <a:ext cx="699940" cy="478601"/>
              <a:chOff x="39723" y="4349021"/>
              <a:chExt cx="1061964" cy="726143"/>
            </a:xfrm>
          </p:grpSpPr>
          <p:grpSp>
            <p:nvGrpSpPr>
              <p:cNvPr id="766" name="Google Shape;766;p27"/>
              <p:cNvGrpSpPr/>
              <p:nvPr/>
            </p:nvGrpSpPr>
            <p:grpSpPr>
              <a:xfrm rot="2700000">
                <a:off x="140502" y="4460924"/>
                <a:ext cx="524584" cy="502337"/>
                <a:chOff x="1189791" y="-1767331"/>
                <a:chExt cx="904284" cy="865933"/>
              </a:xfrm>
            </p:grpSpPr>
            <p:sp>
              <p:nvSpPr>
                <p:cNvPr id="767" name="Google Shape;767;p27"/>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768" name="Google Shape;768;p27"/>
                <p:cNvGrpSpPr/>
                <p:nvPr/>
              </p:nvGrpSpPr>
              <p:grpSpPr>
                <a:xfrm>
                  <a:off x="1232795" y="-1740829"/>
                  <a:ext cx="717622" cy="717393"/>
                  <a:chOff x="1483457" y="3953671"/>
                  <a:chExt cx="717622" cy="717393"/>
                </a:xfrm>
              </p:grpSpPr>
              <p:sp>
                <p:nvSpPr>
                  <p:cNvPr id="769" name="Google Shape;769;p27"/>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70" name="Google Shape;770;p27"/>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71" name="Google Shape;771;p27"/>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72" name="Google Shape;772;p27"/>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73" name="Google Shape;773;p27"/>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774" name="Google Shape;774;p27"/>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775" name="Google Shape;775;p27"/>
            <p:cNvGrpSpPr/>
            <p:nvPr/>
          </p:nvGrpSpPr>
          <p:grpSpPr>
            <a:xfrm>
              <a:off x="-65076" y="4623886"/>
              <a:ext cx="699940" cy="478601"/>
              <a:chOff x="39723" y="4349021"/>
              <a:chExt cx="1061964" cy="726143"/>
            </a:xfrm>
          </p:grpSpPr>
          <p:grpSp>
            <p:nvGrpSpPr>
              <p:cNvPr id="776" name="Google Shape;776;p27"/>
              <p:cNvGrpSpPr/>
              <p:nvPr/>
            </p:nvGrpSpPr>
            <p:grpSpPr>
              <a:xfrm rot="2700000">
                <a:off x="140502" y="4460924"/>
                <a:ext cx="524584" cy="502337"/>
                <a:chOff x="1189791" y="-1767331"/>
                <a:chExt cx="904284" cy="865933"/>
              </a:xfrm>
            </p:grpSpPr>
            <p:sp>
              <p:nvSpPr>
                <p:cNvPr id="777" name="Google Shape;777;p27"/>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778" name="Google Shape;778;p27"/>
                <p:cNvGrpSpPr/>
                <p:nvPr/>
              </p:nvGrpSpPr>
              <p:grpSpPr>
                <a:xfrm>
                  <a:off x="1232795" y="-1740829"/>
                  <a:ext cx="717622" cy="717393"/>
                  <a:chOff x="1483457" y="3953671"/>
                  <a:chExt cx="717622" cy="717393"/>
                </a:xfrm>
              </p:grpSpPr>
              <p:sp>
                <p:nvSpPr>
                  <p:cNvPr id="779" name="Google Shape;779;p27"/>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80" name="Google Shape;780;p27"/>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81" name="Google Shape;781;p27"/>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82" name="Google Shape;782;p27"/>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83" name="Google Shape;783;p27"/>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784" name="Google Shape;784;p27"/>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pic>
        <p:nvPicPr>
          <p:cNvPr id="785" name="Google Shape;785;p27"/>
          <p:cNvPicPr preferRelativeResize="0"/>
          <p:nvPr/>
        </p:nvPicPr>
        <p:blipFill rotWithShape="1">
          <a:blip r:embed="rId3">
            <a:alphaModFix/>
          </a:blip>
          <a:srcRect b="17659" l="0" r="0" t="17656"/>
          <a:stretch/>
        </p:blipFill>
        <p:spPr>
          <a:xfrm rot="-7778255">
            <a:off x="-3534446" y="-1919228"/>
            <a:ext cx="7140905" cy="5450109"/>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786" name="Shape 786"/>
        <p:cNvGrpSpPr/>
        <p:nvPr/>
      </p:nvGrpSpPr>
      <p:grpSpPr>
        <a:xfrm>
          <a:off x="0" y="0"/>
          <a:ext cx="0" cy="0"/>
          <a:chOff x="0" y="0"/>
          <a:chExt cx="0" cy="0"/>
        </a:xfrm>
      </p:grpSpPr>
      <p:sp>
        <p:nvSpPr>
          <p:cNvPr id="787" name="Google Shape;787;p28"/>
          <p:cNvSpPr/>
          <p:nvPr>
            <p:ph idx="2" type="pic"/>
          </p:nvPr>
        </p:nvSpPr>
        <p:spPr>
          <a:xfrm>
            <a:off x="5841479" y="953468"/>
            <a:ext cx="4868084" cy="4951060"/>
          </a:xfrm>
          <a:prstGeom prst="rect">
            <a:avLst/>
          </a:prstGeom>
          <a:solidFill>
            <a:schemeClr val="lt1"/>
          </a:solidFill>
          <a:ln>
            <a:noFill/>
          </a:ln>
        </p:spPr>
      </p:sp>
      <p:pic>
        <p:nvPicPr>
          <p:cNvPr id="788" name="Google Shape;788;p28"/>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789" name="Google Shape;789;p28"/>
          <p:cNvGrpSpPr/>
          <p:nvPr/>
        </p:nvGrpSpPr>
        <p:grpSpPr>
          <a:xfrm>
            <a:off x="-680840" y="-2290628"/>
            <a:ext cx="5862929" cy="5562209"/>
            <a:chOff x="-494405" y="-1584825"/>
            <a:chExt cx="4397193" cy="4171657"/>
          </a:xfrm>
        </p:grpSpPr>
        <p:grpSp>
          <p:nvGrpSpPr>
            <p:cNvPr id="790" name="Google Shape;790;p28"/>
            <p:cNvGrpSpPr/>
            <p:nvPr/>
          </p:nvGrpSpPr>
          <p:grpSpPr>
            <a:xfrm>
              <a:off x="-494405" y="-252396"/>
              <a:ext cx="1741563" cy="1288563"/>
              <a:chOff x="-494405" y="-252396"/>
              <a:chExt cx="1741563" cy="1288563"/>
            </a:xfrm>
          </p:grpSpPr>
          <p:sp>
            <p:nvSpPr>
              <p:cNvPr id="791" name="Google Shape;791;p28"/>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92" name="Google Shape;792;p28"/>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793" name="Google Shape;793;p28"/>
            <p:cNvGrpSpPr/>
            <p:nvPr/>
          </p:nvGrpSpPr>
          <p:grpSpPr>
            <a:xfrm>
              <a:off x="245875" y="-51824"/>
              <a:ext cx="208200" cy="1824700"/>
              <a:chOff x="1040050" y="3812126"/>
              <a:chExt cx="208200" cy="1824700"/>
            </a:xfrm>
          </p:grpSpPr>
          <p:sp>
            <p:nvSpPr>
              <p:cNvPr id="794" name="Google Shape;794;p28"/>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5098"/>
                    </a:srgbClr>
                  </a:gs>
                  <a:gs pos="100000">
                    <a:srgbClr val="FFFFFF">
                      <a:alpha val="45098"/>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95" name="Google Shape;795;p28"/>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5098"/>
                    </a:srgbClr>
                  </a:gs>
                  <a:gs pos="78000">
                    <a:srgbClr val="F5F8FF">
                      <a:alpha val="45098"/>
                    </a:srgbClr>
                  </a:gs>
                  <a:gs pos="100000">
                    <a:srgbClr val="F5F8FF">
                      <a:alpha val="45098"/>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796" name="Google Shape;796;p28"/>
            <p:cNvGrpSpPr/>
            <p:nvPr/>
          </p:nvGrpSpPr>
          <p:grpSpPr>
            <a:xfrm>
              <a:off x="441574" y="-36652"/>
              <a:ext cx="699940" cy="478601"/>
              <a:chOff x="39723" y="4349021"/>
              <a:chExt cx="1061964" cy="726143"/>
            </a:xfrm>
          </p:grpSpPr>
          <p:grpSp>
            <p:nvGrpSpPr>
              <p:cNvPr id="797" name="Google Shape;797;p28"/>
              <p:cNvGrpSpPr/>
              <p:nvPr/>
            </p:nvGrpSpPr>
            <p:grpSpPr>
              <a:xfrm rot="2700000">
                <a:off x="140502" y="4460924"/>
                <a:ext cx="524584" cy="502337"/>
                <a:chOff x="1189791" y="-1767331"/>
                <a:chExt cx="904284" cy="865933"/>
              </a:xfrm>
            </p:grpSpPr>
            <p:sp>
              <p:nvSpPr>
                <p:cNvPr id="798" name="Google Shape;798;p28"/>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799" name="Google Shape;799;p28"/>
                <p:cNvGrpSpPr/>
                <p:nvPr/>
              </p:nvGrpSpPr>
              <p:grpSpPr>
                <a:xfrm>
                  <a:off x="1232795" y="-1740829"/>
                  <a:ext cx="717622" cy="717393"/>
                  <a:chOff x="1483457" y="3953671"/>
                  <a:chExt cx="717622" cy="717393"/>
                </a:xfrm>
              </p:grpSpPr>
              <p:sp>
                <p:nvSpPr>
                  <p:cNvPr id="800" name="Google Shape;800;p28"/>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01" name="Google Shape;801;p28"/>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02" name="Google Shape;802;p28"/>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03" name="Google Shape;803;p28"/>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04" name="Google Shape;804;p28"/>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805" name="Google Shape;805;p28"/>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806" name="Google Shape;806;p28"/>
            <p:cNvGrpSpPr/>
            <p:nvPr/>
          </p:nvGrpSpPr>
          <p:grpSpPr>
            <a:xfrm>
              <a:off x="955673" y="11"/>
              <a:ext cx="592576" cy="405260"/>
              <a:chOff x="39723" y="4349021"/>
              <a:chExt cx="1061964" cy="726143"/>
            </a:xfrm>
          </p:grpSpPr>
          <p:grpSp>
            <p:nvGrpSpPr>
              <p:cNvPr id="807" name="Google Shape;807;p28"/>
              <p:cNvGrpSpPr/>
              <p:nvPr/>
            </p:nvGrpSpPr>
            <p:grpSpPr>
              <a:xfrm rot="2700000">
                <a:off x="140502" y="4460924"/>
                <a:ext cx="524584" cy="502337"/>
                <a:chOff x="1189791" y="-1767331"/>
                <a:chExt cx="904284" cy="865933"/>
              </a:xfrm>
            </p:grpSpPr>
            <p:sp>
              <p:nvSpPr>
                <p:cNvPr id="808" name="Google Shape;808;p28"/>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809" name="Google Shape;809;p28"/>
                <p:cNvGrpSpPr/>
                <p:nvPr/>
              </p:nvGrpSpPr>
              <p:grpSpPr>
                <a:xfrm>
                  <a:off x="1232795" y="-1740829"/>
                  <a:ext cx="717622" cy="717393"/>
                  <a:chOff x="1483457" y="3953671"/>
                  <a:chExt cx="717622" cy="717393"/>
                </a:xfrm>
              </p:grpSpPr>
              <p:sp>
                <p:nvSpPr>
                  <p:cNvPr id="810" name="Google Shape;810;p28"/>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11" name="Google Shape;811;p28"/>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12" name="Google Shape;812;p28"/>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13" name="Google Shape;813;p28"/>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14" name="Google Shape;814;p28"/>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815" name="Google Shape;815;p28"/>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816" name="Google Shape;816;p28"/>
            <p:cNvGrpSpPr/>
            <p:nvPr/>
          </p:nvGrpSpPr>
          <p:grpSpPr>
            <a:xfrm>
              <a:off x="-1" y="621223"/>
              <a:ext cx="699940" cy="478601"/>
              <a:chOff x="39723" y="4349021"/>
              <a:chExt cx="1061964" cy="726143"/>
            </a:xfrm>
          </p:grpSpPr>
          <p:grpSp>
            <p:nvGrpSpPr>
              <p:cNvPr id="817" name="Google Shape;817;p28"/>
              <p:cNvGrpSpPr/>
              <p:nvPr/>
            </p:nvGrpSpPr>
            <p:grpSpPr>
              <a:xfrm rot="2700000">
                <a:off x="140502" y="4460924"/>
                <a:ext cx="524584" cy="502337"/>
                <a:chOff x="1189791" y="-1767331"/>
                <a:chExt cx="904284" cy="865933"/>
              </a:xfrm>
            </p:grpSpPr>
            <p:sp>
              <p:nvSpPr>
                <p:cNvPr id="818" name="Google Shape;818;p28"/>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819" name="Google Shape;819;p28"/>
                <p:cNvGrpSpPr/>
                <p:nvPr/>
              </p:nvGrpSpPr>
              <p:grpSpPr>
                <a:xfrm>
                  <a:off x="1232795" y="-1740829"/>
                  <a:ext cx="717622" cy="717393"/>
                  <a:chOff x="1483457" y="3953671"/>
                  <a:chExt cx="717622" cy="717393"/>
                </a:xfrm>
              </p:grpSpPr>
              <p:sp>
                <p:nvSpPr>
                  <p:cNvPr id="820" name="Google Shape;820;p28"/>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21" name="Google Shape;821;p28"/>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22" name="Google Shape;822;p28"/>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23" name="Google Shape;823;p28"/>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24" name="Google Shape;824;p28"/>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825" name="Google Shape;825;p28"/>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826" name="Google Shape;826;p28"/>
            <p:cNvGrpSpPr/>
            <p:nvPr/>
          </p:nvGrpSpPr>
          <p:grpSpPr>
            <a:xfrm rot="-8100000">
              <a:off x="540898" y="-1172741"/>
              <a:ext cx="2552124" cy="3347490"/>
              <a:chOff x="2976325" y="908175"/>
              <a:chExt cx="4028179" cy="5283555"/>
            </a:xfrm>
          </p:grpSpPr>
          <p:sp>
            <p:nvSpPr>
              <p:cNvPr id="827" name="Google Shape;827;p28"/>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28" name="Google Shape;828;p28"/>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29" name="Google Shape;829;p28"/>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ustom Layout">
  <p:cSld name="3_Custom Layout">
    <p:spTree>
      <p:nvGrpSpPr>
        <p:cNvPr id="830" name="Shape 830"/>
        <p:cNvGrpSpPr/>
        <p:nvPr/>
      </p:nvGrpSpPr>
      <p:grpSpPr>
        <a:xfrm>
          <a:off x="0" y="0"/>
          <a:ext cx="0" cy="0"/>
          <a:chOff x="0" y="0"/>
          <a:chExt cx="0" cy="0"/>
        </a:xfrm>
      </p:grpSpPr>
      <p:sp>
        <p:nvSpPr>
          <p:cNvPr id="831" name="Google Shape;831;p29"/>
          <p:cNvSpPr/>
          <p:nvPr>
            <p:ph idx="2" type="pic"/>
          </p:nvPr>
        </p:nvSpPr>
        <p:spPr>
          <a:xfrm>
            <a:off x="4310745" y="2238827"/>
            <a:ext cx="4920335" cy="3298285"/>
          </a:xfrm>
          <a:prstGeom prst="rect">
            <a:avLst/>
          </a:prstGeom>
          <a:solidFill>
            <a:schemeClr val="lt1"/>
          </a:solidFill>
          <a:ln>
            <a:noFill/>
          </a:ln>
        </p:spPr>
      </p:sp>
      <p:pic>
        <p:nvPicPr>
          <p:cNvPr id="832" name="Google Shape;832;p29"/>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833" name="Google Shape;833;p29"/>
          <p:cNvGrpSpPr/>
          <p:nvPr/>
        </p:nvGrpSpPr>
        <p:grpSpPr>
          <a:xfrm>
            <a:off x="-1607565" y="-3646044"/>
            <a:ext cx="10823413" cy="7799545"/>
            <a:chOff x="-1180406" y="-2565680"/>
            <a:chExt cx="8117556" cy="5849659"/>
          </a:xfrm>
        </p:grpSpPr>
        <p:sp>
          <p:nvSpPr>
            <p:cNvPr id="834" name="Google Shape;834;p29"/>
            <p:cNvSpPr/>
            <p:nvPr/>
          </p:nvSpPr>
          <p:spPr>
            <a:xfrm rot="10221728">
              <a:off x="-981122" y="-549008"/>
              <a:ext cx="3045481" cy="2637398"/>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35" name="Google Shape;835;p29"/>
            <p:cNvSpPr/>
            <p:nvPr/>
          </p:nvSpPr>
          <p:spPr>
            <a:xfrm>
              <a:off x="-289323" y="-166742"/>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36" name="Google Shape;836;p29"/>
            <p:cNvSpPr/>
            <p:nvPr/>
          </p:nvSpPr>
          <p:spPr>
            <a:xfrm rot="2700000">
              <a:off x="917817" y="-2200499"/>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37" name="Google Shape;837;p29"/>
            <p:cNvSpPr/>
            <p:nvPr/>
          </p:nvSpPr>
          <p:spPr>
            <a:xfrm>
              <a:off x="-201475" y="-361175"/>
              <a:ext cx="7138625" cy="819350"/>
            </a:xfrm>
            <a:custGeom>
              <a:rect b="b" l="l" r="r" t="t"/>
              <a:pathLst>
                <a:path extrusionOk="0" h="32774" w="285545">
                  <a:moveTo>
                    <a:pt x="0" y="32774"/>
                  </a:moveTo>
                  <a:lnTo>
                    <a:pt x="188861" y="32774"/>
                  </a:lnTo>
                  <a:lnTo>
                    <a:pt x="221636" y="0"/>
                  </a:lnTo>
                  <a:lnTo>
                    <a:pt x="285545" y="0"/>
                  </a:lnTo>
                </a:path>
              </a:pathLst>
            </a:custGeom>
            <a:noFill/>
            <a:ln cap="flat" cmpd="sng" w="9525">
              <a:solidFill>
                <a:srgbClr val="F5040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38" name="Google Shape;838;p29"/>
            <p:cNvSpPr/>
            <p:nvPr/>
          </p:nvSpPr>
          <p:spPr>
            <a:xfrm rot="5400000">
              <a:off x="1110859" y="-1245788"/>
              <a:ext cx="577450" cy="3045475"/>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F50403"/>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39" name="Google Shape;839;p29"/>
            <p:cNvSpPr/>
            <p:nvPr/>
          </p:nvSpPr>
          <p:spPr>
            <a:xfrm rot="5400000">
              <a:off x="654013" y="-781254"/>
              <a:ext cx="687411" cy="2731351"/>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840" name="Google Shape;840;p29"/>
            <p:cNvGrpSpPr/>
            <p:nvPr/>
          </p:nvGrpSpPr>
          <p:grpSpPr>
            <a:xfrm flipH="1">
              <a:off x="4446909" y="391151"/>
              <a:ext cx="134044" cy="134013"/>
              <a:chOff x="1101075" y="2142375"/>
              <a:chExt cx="439200" cy="439100"/>
            </a:xfrm>
          </p:grpSpPr>
          <p:sp>
            <p:nvSpPr>
              <p:cNvPr id="841" name="Google Shape;841;p2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42" name="Google Shape;842;p2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843" name="Google Shape;843;p29"/>
            <p:cNvGrpSpPr/>
            <p:nvPr/>
          </p:nvGrpSpPr>
          <p:grpSpPr>
            <a:xfrm flipH="1">
              <a:off x="1373609" y="694563"/>
              <a:ext cx="134044" cy="134013"/>
              <a:chOff x="1101075" y="2142375"/>
              <a:chExt cx="439200" cy="439100"/>
            </a:xfrm>
          </p:grpSpPr>
          <p:sp>
            <p:nvSpPr>
              <p:cNvPr id="844" name="Google Shape;844;p2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45" name="Google Shape;845;p2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846" name="Google Shape;846;p29"/>
            <p:cNvGrpSpPr/>
            <p:nvPr/>
          </p:nvGrpSpPr>
          <p:grpSpPr>
            <a:xfrm flipH="1">
              <a:off x="1086834" y="957463"/>
              <a:ext cx="134044" cy="134013"/>
              <a:chOff x="1101075" y="2142375"/>
              <a:chExt cx="439200" cy="439100"/>
            </a:xfrm>
          </p:grpSpPr>
          <p:sp>
            <p:nvSpPr>
              <p:cNvPr id="847" name="Google Shape;847;p2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48" name="Google Shape;848;p2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849" name="Google Shape;849;p29"/>
            <p:cNvGrpSpPr/>
            <p:nvPr/>
          </p:nvGrpSpPr>
          <p:grpSpPr>
            <a:xfrm flipH="1">
              <a:off x="277709" y="957463"/>
              <a:ext cx="134044" cy="134013"/>
              <a:chOff x="1101075" y="2142375"/>
              <a:chExt cx="439200" cy="439100"/>
            </a:xfrm>
          </p:grpSpPr>
          <p:sp>
            <p:nvSpPr>
              <p:cNvPr id="850" name="Google Shape;850;p2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51" name="Google Shape;851;p2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852" name="Google Shape;852;p29"/>
            <p:cNvGrpSpPr/>
            <p:nvPr/>
          </p:nvGrpSpPr>
          <p:grpSpPr>
            <a:xfrm flipH="1">
              <a:off x="277709" y="640813"/>
              <a:ext cx="134044" cy="134013"/>
              <a:chOff x="1101075" y="2142375"/>
              <a:chExt cx="439200" cy="439100"/>
            </a:xfrm>
          </p:grpSpPr>
          <p:sp>
            <p:nvSpPr>
              <p:cNvPr id="853" name="Google Shape;853;p2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54" name="Google Shape;854;p2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pic>
        <p:nvPicPr>
          <p:cNvPr id="855" name="Google Shape;855;p29"/>
          <p:cNvPicPr preferRelativeResize="0"/>
          <p:nvPr/>
        </p:nvPicPr>
        <p:blipFill rotWithShape="1">
          <a:blip r:embed="rId3">
            <a:alphaModFix/>
          </a:blip>
          <a:srcRect b="17659" l="0" r="0" t="17656"/>
          <a:stretch/>
        </p:blipFill>
        <p:spPr>
          <a:xfrm rot="-7778255">
            <a:off x="-3534446" y="-1919228"/>
            <a:ext cx="7140905" cy="5450109"/>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Custom Layout">
  <p:cSld name="7_Custom Layout">
    <p:spTree>
      <p:nvGrpSpPr>
        <p:cNvPr id="856" name="Shape 856"/>
        <p:cNvGrpSpPr/>
        <p:nvPr/>
      </p:nvGrpSpPr>
      <p:grpSpPr>
        <a:xfrm>
          <a:off x="0" y="0"/>
          <a:ext cx="0" cy="0"/>
          <a:chOff x="0" y="0"/>
          <a:chExt cx="0" cy="0"/>
        </a:xfrm>
      </p:grpSpPr>
      <p:sp>
        <p:nvSpPr>
          <p:cNvPr id="857" name="Google Shape;857;p30"/>
          <p:cNvSpPr/>
          <p:nvPr>
            <p:ph idx="2" type="pic"/>
          </p:nvPr>
        </p:nvSpPr>
        <p:spPr>
          <a:xfrm>
            <a:off x="610699" y="0"/>
            <a:ext cx="3680335" cy="3982461"/>
          </a:xfrm>
          <a:prstGeom prst="rect">
            <a:avLst/>
          </a:prstGeom>
          <a:solidFill>
            <a:schemeClr val="lt1"/>
          </a:solidFill>
          <a:ln>
            <a:noFill/>
          </a:ln>
        </p:spPr>
      </p:sp>
      <p:pic>
        <p:nvPicPr>
          <p:cNvPr id="858" name="Google Shape;858;p30"/>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859" name="Google Shape;859;p30"/>
          <p:cNvGrpSpPr/>
          <p:nvPr/>
        </p:nvGrpSpPr>
        <p:grpSpPr>
          <a:xfrm>
            <a:off x="-693530" y="-764219"/>
            <a:ext cx="2003055" cy="3742456"/>
            <a:chOff x="-367748" y="-573164"/>
            <a:chExt cx="1502291" cy="2806842"/>
          </a:xfrm>
        </p:grpSpPr>
        <p:grpSp>
          <p:nvGrpSpPr>
            <p:cNvPr id="860" name="Google Shape;860;p30"/>
            <p:cNvGrpSpPr/>
            <p:nvPr/>
          </p:nvGrpSpPr>
          <p:grpSpPr>
            <a:xfrm rot="10800000">
              <a:off x="-191449" y="1507557"/>
              <a:ext cx="904666" cy="726121"/>
              <a:chOff x="7945225" y="4302000"/>
              <a:chExt cx="904666" cy="726121"/>
            </a:xfrm>
          </p:grpSpPr>
          <p:sp>
            <p:nvSpPr>
              <p:cNvPr id="861" name="Google Shape;861;p30"/>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alpha val="44313"/>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862" name="Google Shape;862;p30"/>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863" name="Google Shape;863;p30"/>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sp>
          <p:nvSpPr>
            <p:cNvPr id="864" name="Google Shape;864;p30"/>
            <p:cNvSpPr/>
            <p:nvPr/>
          </p:nvSpPr>
          <p:spPr>
            <a:xfrm>
              <a:off x="152767" y="-57254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F50403"/>
                </a:gs>
                <a:gs pos="40000">
                  <a:srgbClr val="F50403">
                    <a:alpha val="40392"/>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865" name="Google Shape;865;p30"/>
            <p:cNvSpPr/>
            <p:nvPr/>
          </p:nvSpPr>
          <p:spPr>
            <a:xfrm>
              <a:off x="-6579" y="-573164"/>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F50403">
                    <a:alpha val="60392"/>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nvGrpSpPr>
            <p:cNvPr id="866" name="Google Shape;866;p30"/>
            <p:cNvGrpSpPr/>
            <p:nvPr/>
          </p:nvGrpSpPr>
          <p:grpSpPr>
            <a:xfrm rot="10800000">
              <a:off x="-367748" y="-467133"/>
              <a:ext cx="699928" cy="1651024"/>
              <a:chOff x="8337812" y="3492483"/>
              <a:chExt cx="699928" cy="1651024"/>
            </a:xfrm>
          </p:grpSpPr>
          <p:sp>
            <p:nvSpPr>
              <p:cNvPr id="867" name="Google Shape;867;p30"/>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529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868" name="Google Shape;868;p30"/>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529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869" name="Google Shape;869;p30"/>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529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Custom Layout">
  <p:cSld name="8_Custom Layout">
    <p:spTree>
      <p:nvGrpSpPr>
        <p:cNvPr id="870" name="Shape 870"/>
        <p:cNvGrpSpPr/>
        <p:nvPr/>
      </p:nvGrpSpPr>
      <p:grpSpPr>
        <a:xfrm>
          <a:off x="0" y="0"/>
          <a:ext cx="0" cy="0"/>
          <a:chOff x="0" y="0"/>
          <a:chExt cx="0" cy="0"/>
        </a:xfrm>
      </p:grpSpPr>
      <p:sp>
        <p:nvSpPr>
          <p:cNvPr id="871" name="Google Shape;871;p31"/>
          <p:cNvSpPr/>
          <p:nvPr>
            <p:ph idx="2" type="pic"/>
          </p:nvPr>
        </p:nvSpPr>
        <p:spPr>
          <a:xfrm>
            <a:off x="727217" y="622898"/>
            <a:ext cx="8333385" cy="2870146"/>
          </a:xfrm>
          <a:prstGeom prst="rect">
            <a:avLst/>
          </a:prstGeom>
          <a:solidFill>
            <a:schemeClr val="lt1"/>
          </a:solidFill>
          <a:ln>
            <a:noFill/>
          </a:ln>
        </p:spPr>
      </p:sp>
      <p:pic>
        <p:nvPicPr>
          <p:cNvPr id="872" name="Google Shape;872;p31"/>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Custom Layout">
  <p:cSld name="9_Custom Layout">
    <p:spTree>
      <p:nvGrpSpPr>
        <p:cNvPr id="873" name="Shape 873"/>
        <p:cNvGrpSpPr/>
        <p:nvPr/>
      </p:nvGrpSpPr>
      <p:grpSpPr>
        <a:xfrm>
          <a:off x="0" y="0"/>
          <a:ext cx="0" cy="0"/>
          <a:chOff x="0" y="0"/>
          <a:chExt cx="0" cy="0"/>
        </a:xfrm>
      </p:grpSpPr>
      <p:pic>
        <p:nvPicPr>
          <p:cNvPr id="874" name="Google Shape;874;p32"/>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875" name="Google Shape;875;p32"/>
          <p:cNvGrpSpPr/>
          <p:nvPr/>
        </p:nvGrpSpPr>
        <p:grpSpPr>
          <a:xfrm>
            <a:off x="-680840" y="-2290628"/>
            <a:ext cx="5862929" cy="5562209"/>
            <a:chOff x="-494405" y="-1584825"/>
            <a:chExt cx="4397193" cy="4171657"/>
          </a:xfrm>
        </p:grpSpPr>
        <p:grpSp>
          <p:nvGrpSpPr>
            <p:cNvPr id="876" name="Google Shape;876;p32"/>
            <p:cNvGrpSpPr/>
            <p:nvPr/>
          </p:nvGrpSpPr>
          <p:grpSpPr>
            <a:xfrm>
              <a:off x="-494405" y="-252396"/>
              <a:ext cx="1741563" cy="1288563"/>
              <a:chOff x="-494405" y="-252396"/>
              <a:chExt cx="1741563" cy="1288563"/>
            </a:xfrm>
          </p:grpSpPr>
          <p:sp>
            <p:nvSpPr>
              <p:cNvPr id="877" name="Google Shape;877;p32"/>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78" name="Google Shape;878;p32"/>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879" name="Google Shape;879;p32"/>
            <p:cNvGrpSpPr/>
            <p:nvPr/>
          </p:nvGrpSpPr>
          <p:grpSpPr>
            <a:xfrm>
              <a:off x="245875" y="-51824"/>
              <a:ext cx="208200" cy="1824700"/>
              <a:chOff x="1040050" y="3812126"/>
              <a:chExt cx="208200" cy="1824700"/>
            </a:xfrm>
          </p:grpSpPr>
          <p:sp>
            <p:nvSpPr>
              <p:cNvPr id="880" name="Google Shape;880;p32"/>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5098"/>
                    </a:srgbClr>
                  </a:gs>
                  <a:gs pos="100000">
                    <a:srgbClr val="FFFFFF">
                      <a:alpha val="45098"/>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81" name="Google Shape;881;p32"/>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5098"/>
                    </a:srgbClr>
                  </a:gs>
                  <a:gs pos="78000">
                    <a:srgbClr val="F5F8FF">
                      <a:alpha val="45098"/>
                    </a:srgbClr>
                  </a:gs>
                  <a:gs pos="100000">
                    <a:srgbClr val="F5F8FF">
                      <a:alpha val="45098"/>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882" name="Google Shape;882;p32"/>
            <p:cNvGrpSpPr/>
            <p:nvPr/>
          </p:nvGrpSpPr>
          <p:grpSpPr>
            <a:xfrm>
              <a:off x="441574" y="-36652"/>
              <a:ext cx="699940" cy="478601"/>
              <a:chOff x="39723" y="4349021"/>
              <a:chExt cx="1061964" cy="726143"/>
            </a:xfrm>
          </p:grpSpPr>
          <p:grpSp>
            <p:nvGrpSpPr>
              <p:cNvPr id="883" name="Google Shape;883;p32"/>
              <p:cNvGrpSpPr/>
              <p:nvPr/>
            </p:nvGrpSpPr>
            <p:grpSpPr>
              <a:xfrm rot="2700000">
                <a:off x="140502" y="4460924"/>
                <a:ext cx="524584" cy="502337"/>
                <a:chOff x="1189791" y="-1767331"/>
                <a:chExt cx="904284" cy="865933"/>
              </a:xfrm>
            </p:grpSpPr>
            <p:sp>
              <p:nvSpPr>
                <p:cNvPr id="884" name="Google Shape;884;p3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885" name="Google Shape;885;p32"/>
                <p:cNvGrpSpPr/>
                <p:nvPr/>
              </p:nvGrpSpPr>
              <p:grpSpPr>
                <a:xfrm>
                  <a:off x="1232795" y="-1740829"/>
                  <a:ext cx="717622" cy="717393"/>
                  <a:chOff x="1483457" y="3953671"/>
                  <a:chExt cx="717622" cy="717393"/>
                </a:xfrm>
              </p:grpSpPr>
              <p:sp>
                <p:nvSpPr>
                  <p:cNvPr id="886" name="Google Shape;886;p3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87" name="Google Shape;887;p3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88" name="Google Shape;888;p3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89" name="Google Shape;889;p3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90" name="Google Shape;890;p3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891" name="Google Shape;891;p3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892" name="Google Shape;892;p32"/>
            <p:cNvGrpSpPr/>
            <p:nvPr/>
          </p:nvGrpSpPr>
          <p:grpSpPr>
            <a:xfrm>
              <a:off x="955673" y="11"/>
              <a:ext cx="592576" cy="405260"/>
              <a:chOff x="39723" y="4349021"/>
              <a:chExt cx="1061964" cy="726143"/>
            </a:xfrm>
          </p:grpSpPr>
          <p:grpSp>
            <p:nvGrpSpPr>
              <p:cNvPr id="893" name="Google Shape;893;p32"/>
              <p:cNvGrpSpPr/>
              <p:nvPr/>
            </p:nvGrpSpPr>
            <p:grpSpPr>
              <a:xfrm rot="2700000">
                <a:off x="140502" y="4460924"/>
                <a:ext cx="524584" cy="502337"/>
                <a:chOff x="1189791" y="-1767331"/>
                <a:chExt cx="904284" cy="865933"/>
              </a:xfrm>
            </p:grpSpPr>
            <p:sp>
              <p:nvSpPr>
                <p:cNvPr id="894" name="Google Shape;894;p3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895" name="Google Shape;895;p32"/>
                <p:cNvGrpSpPr/>
                <p:nvPr/>
              </p:nvGrpSpPr>
              <p:grpSpPr>
                <a:xfrm>
                  <a:off x="1232795" y="-1740829"/>
                  <a:ext cx="717622" cy="717393"/>
                  <a:chOff x="1483457" y="3953671"/>
                  <a:chExt cx="717622" cy="717393"/>
                </a:xfrm>
              </p:grpSpPr>
              <p:sp>
                <p:nvSpPr>
                  <p:cNvPr id="896" name="Google Shape;896;p3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97" name="Google Shape;897;p3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98" name="Google Shape;898;p3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99" name="Google Shape;899;p3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00" name="Google Shape;900;p3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901" name="Google Shape;901;p3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902" name="Google Shape;902;p32"/>
            <p:cNvGrpSpPr/>
            <p:nvPr/>
          </p:nvGrpSpPr>
          <p:grpSpPr>
            <a:xfrm>
              <a:off x="-1" y="621223"/>
              <a:ext cx="699940" cy="478601"/>
              <a:chOff x="39723" y="4349021"/>
              <a:chExt cx="1061964" cy="726143"/>
            </a:xfrm>
          </p:grpSpPr>
          <p:grpSp>
            <p:nvGrpSpPr>
              <p:cNvPr id="903" name="Google Shape;903;p32"/>
              <p:cNvGrpSpPr/>
              <p:nvPr/>
            </p:nvGrpSpPr>
            <p:grpSpPr>
              <a:xfrm rot="2700000">
                <a:off x="140502" y="4460924"/>
                <a:ext cx="524584" cy="502337"/>
                <a:chOff x="1189791" y="-1767331"/>
                <a:chExt cx="904284" cy="865933"/>
              </a:xfrm>
            </p:grpSpPr>
            <p:sp>
              <p:nvSpPr>
                <p:cNvPr id="904" name="Google Shape;904;p3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905" name="Google Shape;905;p32"/>
                <p:cNvGrpSpPr/>
                <p:nvPr/>
              </p:nvGrpSpPr>
              <p:grpSpPr>
                <a:xfrm>
                  <a:off x="1232795" y="-1740829"/>
                  <a:ext cx="717622" cy="717393"/>
                  <a:chOff x="1483457" y="3953671"/>
                  <a:chExt cx="717622" cy="717393"/>
                </a:xfrm>
              </p:grpSpPr>
              <p:sp>
                <p:nvSpPr>
                  <p:cNvPr id="906" name="Google Shape;906;p3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07" name="Google Shape;907;p3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08" name="Google Shape;908;p3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09" name="Google Shape;909;p3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10" name="Google Shape;910;p3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911" name="Google Shape;911;p3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912" name="Google Shape;912;p32"/>
            <p:cNvGrpSpPr/>
            <p:nvPr/>
          </p:nvGrpSpPr>
          <p:grpSpPr>
            <a:xfrm rot="-8100000">
              <a:off x="540898" y="-1172741"/>
              <a:ext cx="2552124" cy="3347490"/>
              <a:chOff x="2976325" y="908175"/>
              <a:chExt cx="4028179" cy="5283555"/>
            </a:xfrm>
          </p:grpSpPr>
          <p:sp>
            <p:nvSpPr>
              <p:cNvPr id="913" name="Google Shape;913;p32"/>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14" name="Google Shape;914;p32"/>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15" name="Google Shape;915;p32"/>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Custom Layout">
  <p:cSld name="10_Custom Layout">
    <p:spTree>
      <p:nvGrpSpPr>
        <p:cNvPr id="916" name="Shape 916"/>
        <p:cNvGrpSpPr/>
        <p:nvPr/>
      </p:nvGrpSpPr>
      <p:grpSpPr>
        <a:xfrm>
          <a:off x="0" y="0"/>
          <a:ext cx="0" cy="0"/>
          <a:chOff x="0" y="0"/>
          <a:chExt cx="0" cy="0"/>
        </a:xfrm>
      </p:grpSpPr>
      <p:sp>
        <p:nvSpPr>
          <p:cNvPr id="917" name="Google Shape;917;p33"/>
          <p:cNvSpPr/>
          <p:nvPr>
            <p:ph idx="2" type="pic"/>
          </p:nvPr>
        </p:nvSpPr>
        <p:spPr>
          <a:xfrm>
            <a:off x="0" y="3061252"/>
            <a:ext cx="2969753" cy="3796748"/>
          </a:xfrm>
          <a:prstGeom prst="rect">
            <a:avLst/>
          </a:prstGeom>
          <a:solidFill>
            <a:schemeClr val="lt1"/>
          </a:solidFill>
          <a:ln>
            <a:noFill/>
          </a:ln>
        </p:spPr>
      </p:sp>
      <p:sp>
        <p:nvSpPr>
          <p:cNvPr id="918" name="Google Shape;918;p33"/>
          <p:cNvSpPr/>
          <p:nvPr>
            <p:ph idx="3" type="pic"/>
          </p:nvPr>
        </p:nvSpPr>
        <p:spPr>
          <a:xfrm>
            <a:off x="6870763" y="-3517"/>
            <a:ext cx="3838800" cy="3162995"/>
          </a:xfrm>
          <a:prstGeom prst="rect">
            <a:avLst/>
          </a:prstGeom>
          <a:solidFill>
            <a:schemeClr val="lt1"/>
          </a:solidFill>
          <a:ln>
            <a:noFill/>
          </a:ln>
        </p:spPr>
      </p:sp>
      <p:pic>
        <p:nvPicPr>
          <p:cNvPr id="919" name="Google Shape;919;p33"/>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Custom Layout">
  <p:cSld name="11_Custom Layout">
    <p:spTree>
      <p:nvGrpSpPr>
        <p:cNvPr id="920" name="Shape 920"/>
        <p:cNvGrpSpPr/>
        <p:nvPr/>
      </p:nvGrpSpPr>
      <p:grpSpPr>
        <a:xfrm>
          <a:off x="0" y="0"/>
          <a:ext cx="0" cy="0"/>
          <a:chOff x="0" y="0"/>
          <a:chExt cx="0" cy="0"/>
        </a:xfrm>
      </p:grpSpPr>
      <p:sp>
        <p:nvSpPr>
          <p:cNvPr id="921" name="Google Shape;921;p34"/>
          <p:cNvSpPr/>
          <p:nvPr>
            <p:ph idx="2" type="pic"/>
          </p:nvPr>
        </p:nvSpPr>
        <p:spPr>
          <a:xfrm>
            <a:off x="6524779" y="742950"/>
            <a:ext cx="3488597" cy="4309276"/>
          </a:xfrm>
          <a:prstGeom prst="rect">
            <a:avLst/>
          </a:prstGeom>
          <a:solidFill>
            <a:schemeClr val="lt1"/>
          </a:solidFill>
          <a:ln>
            <a:noFill/>
          </a:ln>
        </p:spPr>
      </p:sp>
      <p:pic>
        <p:nvPicPr>
          <p:cNvPr id="922" name="Google Shape;922;p34"/>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923" name="Google Shape;923;p34"/>
          <p:cNvGrpSpPr/>
          <p:nvPr/>
        </p:nvGrpSpPr>
        <p:grpSpPr>
          <a:xfrm>
            <a:off x="-680840" y="-2290628"/>
            <a:ext cx="5862929" cy="5562209"/>
            <a:chOff x="-494405" y="-1584825"/>
            <a:chExt cx="4397193" cy="4171657"/>
          </a:xfrm>
        </p:grpSpPr>
        <p:grpSp>
          <p:nvGrpSpPr>
            <p:cNvPr id="924" name="Google Shape;924;p34"/>
            <p:cNvGrpSpPr/>
            <p:nvPr/>
          </p:nvGrpSpPr>
          <p:grpSpPr>
            <a:xfrm>
              <a:off x="-494405" y="-252396"/>
              <a:ext cx="1741563" cy="1288563"/>
              <a:chOff x="-494405" y="-252396"/>
              <a:chExt cx="1741563" cy="1288563"/>
            </a:xfrm>
          </p:grpSpPr>
          <p:sp>
            <p:nvSpPr>
              <p:cNvPr id="925" name="Google Shape;925;p34"/>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26" name="Google Shape;926;p34"/>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927" name="Google Shape;927;p34"/>
            <p:cNvGrpSpPr/>
            <p:nvPr/>
          </p:nvGrpSpPr>
          <p:grpSpPr>
            <a:xfrm>
              <a:off x="245875" y="-51824"/>
              <a:ext cx="208200" cy="1824700"/>
              <a:chOff x="1040050" y="3812126"/>
              <a:chExt cx="208200" cy="1824700"/>
            </a:xfrm>
          </p:grpSpPr>
          <p:sp>
            <p:nvSpPr>
              <p:cNvPr id="928" name="Google Shape;928;p34"/>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5098"/>
                    </a:srgbClr>
                  </a:gs>
                  <a:gs pos="100000">
                    <a:srgbClr val="FFFFFF">
                      <a:alpha val="45098"/>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29" name="Google Shape;929;p34"/>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5098"/>
                    </a:srgbClr>
                  </a:gs>
                  <a:gs pos="78000">
                    <a:srgbClr val="F5F8FF">
                      <a:alpha val="45098"/>
                    </a:srgbClr>
                  </a:gs>
                  <a:gs pos="100000">
                    <a:srgbClr val="F5F8FF">
                      <a:alpha val="45098"/>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930" name="Google Shape;930;p34"/>
            <p:cNvGrpSpPr/>
            <p:nvPr/>
          </p:nvGrpSpPr>
          <p:grpSpPr>
            <a:xfrm>
              <a:off x="441574" y="-36652"/>
              <a:ext cx="699940" cy="478601"/>
              <a:chOff x="39723" y="4349021"/>
              <a:chExt cx="1061964" cy="726143"/>
            </a:xfrm>
          </p:grpSpPr>
          <p:grpSp>
            <p:nvGrpSpPr>
              <p:cNvPr id="931" name="Google Shape;931;p34"/>
              <p:cNvGrpSpPr/>
              <p:nvPr/>
            </p:nvGrpSpPr>
            <p:grpSpPr>
              <a:xfrm rot="2700000">
                <a:off x="140502" y="4460924"/>
                <a:ext cx="524584" cy="502337"/>
                <a:chOff x="1189791" y="-1767331"/>
                <a:chExt cx="904284" cy="865933"/>
              </a:xfrm>
            </p:grpSpPr>
            <p:sp>
              <p:nvSpPr>
                <p:cNvPr id="932" name="Google Shape;932;p34"/>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933" name="Google Shape;933;p34"/>
                <p:cNvGrpSpPr/>
                <p:nvPr/>
              </p:nvGrpSpPr>
              <p:grpSpPr>
                <a:xfrm>
                  <a:off x="1232795" y="-1740829"/>
                  <a:ext cx="717622" cy="717393"/>
                  <a:chOff x="1483457" y="3953671"/>
                  <a:chExt cx="717622" cy="717393"/>
                </a:xfrm>
              </p:grpSpPr>
              <p:sp>
                <p:nvSpPr>
                  <p:cNvPr id="934" name="Google Shape;934;p34"/>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35" name="Google Shape;935;p34"/>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36" name="Google Shape;936;p34"/>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37" name="Google Shape;937;p34"/>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38" name="Google Shape;938;p34"/>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939" name="Google Shape;939;p34"/>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940" name="Google Shape;940;p34"/>
            <p:cNvGrpSpPr/>
            <p:nvPr/>
          </p:nvGrpSpPr>
          <p:grpSpPr>
            <a:xfrm>
              <a:off x="955673" y="11"/>
              <a:ext cx="592576" cy="405260"/>
              <a:chOff x="39723" y="4349021"/>
              <a:chExt cx="1061964" cy="726143"/>
            </a:xfrm>
          </p:grpSpPr>
          <p:grpSp>
            <p:nvGrpSpPr>
              <p:cNvPr id="941" name="Google Shape;941;p34"/>
              <p:cNvGrpSpPr/>
              <p:nvPr/>
            </p:nvGrpSpPr>
            <p:grpSpPr>
              <a:xfrm rot="2700000">
                <a:off x="140502" y="4460924"/>
                <a:ext cx="524584" cy="502337"/>
                <a:chOff x="1189791" y="-1767331"/>
                <a:chExt cx="904284" cy="865933"/>
              </a:xfrm>
            </p:grpSpPr>
            <p:sp>
              <p:nvSpPr>
                <p:cNvPr id="942" name="Google Shape;942;p34"/>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943" name="Google Shape;943;p34"/>
                <p:cNvGrpSpPr/>
                <p:nvPr/>
              </p:nvGrpSpPr>
              <p:grpSpPr>
                <a:xfrm>
                  <a:off x="1232795" y="-1740829"/>
                  <a:ext cx="717622" cy="717393"/>
                  <a:chOff x="1483457" y="3953671"/>
                  <a:chExt cx="717622" cy="717393"/>
                </a:xfrm>
              </p:grpSpPr>
              <p:sp>
                <p:nvSpPr>
                  <p:cNvPr id="944" name="Google Shape;944;p34"/>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45" name="Google Shape;945;p34"/>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46" name="Google Shape;946;p34"/>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47" name="Google Shape;947;p34"/>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48" name="Google Shape;948;p34"/>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949" name="Google Shape;949;p34"/>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950" name="Google Shape;950;p34"/>
            <p:cNvGrpSpPr/>
            <p:nvPr/>
          </p:nvGrpSpPr>
          <p:grpSpPr>
            <a:xfrm>
              <a:off x="-1" y="621223"/>
              <a:ext cx="699940" cy="478601"/>
              <a:chOff x="39723" y="4349021"/>
              <a:chExt cx="1061964" cy="726143"/>
            </a:xfrm>
          </p:grpSpPr>
          <p:grpSp>
            <p:nvGrpSpPr>
              <p:cNvPr id="951" name="Google Shape;951;p34"/>
              <p:cNvGrpSpPr/>
              <p:nvPr/>
            </p:nvGrpSpPr>
            <p:grpSpPr>
              <a:xfrm rot="2700000">
                <a:off x="140502" y="4460924"/>
                <a:ext cx="524584" cy="502337"/>
                <a:chOff x="1189791" y="-1767331"/>
                <a:chExt cx="904284" cy="865933"/>
              </a:xfrm>
            </p:grpSpPr>
            <p:sp>
              <p:nvSpPr>
                <p:cNvPr id="952" name="Google Shape;952;p34"/>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953" name="Google Shape;953;p34"/>
                <p:cNvGrpSpPr/>
                <p:nvPr/>
              </p:nvGrpSpPr>
              <p:grpSpPr>
                <a:xfrm>
                  <a:off x="1232795" y="-1740829"/>
                  <a:ext cx="717622" cy="717393"/>
                  <a:chOff x="1483457" y="3953671"/>
                  <a:chExt cx="717622" cy="717393"/>
                </a:xfrm>
              </p:grpSpPr>
              <p:sp>
                <p:nvSpPr>
                  <p:cNvPr id="954" name="Google Shape;954;p34"/>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55" name="Google Shape;955;p34"/>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56" name="Google Shape;956;p34"/>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57" name="Google Shape;957;p34"/>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58" name="Google Shape;958;p34"/>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959" name="Google Shape;959;p34"/>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960" name="Google Shape;960;p34"/>
            <p:cNvGrpSpPr/>
            <p:nvPr/>
          </p:nvGrpSpPr>
          <p:grpSpPr>
            <a:xfrm rot="-8100000">
              <a:off x="540898" y="-1172741"/>
              <a:ext cx="2552124" cy="3347490"/>
              <a:chOff x="2976325" y="908175"/>
              <a:chExt cx="4028179" cy="5283555"/>
            </a:xfrm>
          </p:grpSpPr>
          <p:sp>
            <p:nvSpPr>
              <p:cNvPr id="961" name="Google Shape;961;p34"/>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62" name="Google Shape;962;p34"/>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63" name="Google Shape;963;p34"/>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Custom Layout">
  <p:cSld name="12_Custom Layout">
    <p:spTree>
      <p:nvGrpSpPr>
        <p:cNvPr id="964" name="Shape 964"/>
        <p:cNvGrpSpPr/>
        <p:nvPr/>
      </p:nvGrpSpPr>
      <p:grpSpPr>
        <a:xfrm>
          <a:off x="0" y="0"/>
          <a:ext cx="0" cy="0"/>
          <a:chOff x="0" y="0"/>
          <a:chExt cx="0" cy="0"/>
        </a:xfrm>
      </p:grpSpPr>
      <p:sp>
        <p:nvSpPr>
          <p:cNvPr id="965" name="Google Shape;965;p35"/>
          <p:cNvSpPr/>
          <p:nvPr>
            <p:ph idx="2" type="pic"/>
          </p:nvPr>
        </p:nvSpPr>
        <p:spPr>
          <a:xfrm>
            <a:off x="-1" y="622897"/>
            <a:ext cx="9337882" cy="2197036"/>
          </a:xfrm>
          <a:prstGeom prst="rect">
            <a:avLst/>
          </a:prstGeom>
          <a:solidFill>
            <a:schemeClr val="lt1"/>
          </a:solidFill>
          <a:ln>
            <a:noFill/>
          </a:ln>
        </p:spPr>
      </p:sp>
      <p:pic>
        <p:nvPicPr>
          <p:cNvPr id="966" name="Google Shape;966;p35"/>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Custom Layout">
  <p:cSld name="13_Custom Layout">
    <p:spTree>
      <p:nvGrpSpPr>
        <p:cNvPr id="967" name="Shape 967"/>
        <p:cNvGrpSpPr/>
        <p:nvPr/>
      </p:nvGrpSpPr>
      <p:grpSpPr>
        <a:xfrm>
          <a:off x="0" y="0"/>
          <a:ext cx="0" cy="0"/>
          <a:chOff x="0" y="0"/>
          <a:chExt cx="0" cy="0"/>
        </a:xfrm>
      </p:grpSpPr>
      <p:sp>
        <p:nvSpPr>
          <p:cNvPr id="968" name="Google Shape;968;p36"/>
          <p:cNvSpPr/>
          <p:nvPr>
            <p:ph idx="2" type="pic"/>
          </p:nvPr>
        </p:nvSpPr>
        <p:spPr>
          <a:xfrm>
            <a:off x="1481266" y="3350560"/>
            <a:ext cx="2370770" cy="2370770"/>
          </a:xfrm>
          <a:prstGeom prst="rect">
            <a:avLst/>
          </a:prstGeom>
          <a:solidFill>
            <a:schemeClr val="lt1"/>
          </a:solidFill>
          <a:ln>
            <a:noFill/>
          </a:ln>
        </p:spPr>
      </p:sp>
      <p:sp>
        <p:nvSpPr>
          <p:cNvPr id="969" name="Google Shape;969;p36"/>
          <p:cNvSpPr/>
          <p:nvPr>
            <p:ph idx="3" type="pic"/>
          </p:nvPr>
        </p:nvSpPr>
        <p:spPr>
          <a:xfrm>
            <a:off x="4169396" y="3350560"/>
            <a:ext cx="2370770" cy="2370770"/>
          </a:xfrm>
          <a:prstGeom prst="rect">
            <a:avLst/>
          </a:prstGeom>
          <a:solidFill>
            <a:schemeClr val="lt1"/>
          </a:solidFill>
          <a:ln>
            <a:noFill/>
          </a:ln>
        </p:spPr>
      </p:sp>
      <p:sp>
        <p:nvSpPr>
          <p:cNvPr id="970" name="Google Shape;970;p36"/>
          <p:cNvSpPr/>
          <p:nvPr>
            <p:ph idx="4" type="pic"/>
          </p:nvPr>
        </p:nvSpPr>
        <p:spPr>
          <a:xfrm>
            <a:off x="6857527" y="3350560"/>
            <a:ext cx="2370770" cy="2370770"/>
          </a:xfrm>
          <a:prstGeom prst="rect">
            <a:avLst/>
          </a:prstGeom>
          <a:solidFill>
            <a:schemeClr val="lt1"/>
          </a:solidFill>
          <a:ln>
            <a:noFill/>
          </a:ln>
        </p:spPr>
      </p:sp>
      <p:pic>
        <p:nvPicPr>
          <p:cNvPr id="971" name="Google Shape;971;p36"/>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Custom Layout">
  <p:cSld name="14_Custom Layout">
    <p:spTree>
      <p:nvGrpSpPr>
        <p:cNvPr id="972" name="Shape 972"/>
        <p:cNvGrpSpPr/>
        <p:nvPr/>
      </p:nvGrpSpPr>
      <p:grpSpPr>
        <a:xfrm>
          <a:off x="0" y="0"/>
          <a:ext cx="0" cy="0"/>
          <a:chOff x="0" y="0"/>
          <a:chExt cx="0" cy="0"/>
        </a:xfrm>
      </p:grpSpPr>
      <p:sp>
        <p:nvSpPr>
          <p:cNvPr id="973" name="Google Shape;973;p37"/>
          <p:cNvSpPr/>
          <p:nvPr>
            <p:ph idx="2" type="pic"/>
          </p:nvPr>
        </p:nvSpPr>
        <p:spPr>
          <a:xfrm>
            <a:off x="5653560" y="672033"/>
            <a:ext cx="1690792" cy="1690792"/>
          </a:xfrm>
          <a:prstGeom prst="rect">
            <a:avLst/>
          </a:prstGeom>
          <a:solidFill>
            <a:schemeClr val="lt1"/>
          </a:solidFill>
          <a:ln>
            <a:noFill/>
          </a:ln>
        </p:spPr>
      </p:sp>
      <p:sp>
        <p:nvSpPr>
          <p:cNvPr id="974" name="Google Shape;974;p37"/>
          <p:cNvSpPr/>
          <p:nvPr>
            <p:ph idx="3" type="pic"/>
          </p:nvPr>
        </p:nvSpPr>
        <p:spPr>
          <a:xfrm>
            <a:off x="5653560" y="2583602"/>
            <a:ext cx="1690792" cy="1690792"/>
          </a:xfrm>
          <a:prstGeom prst="rect">
            <a:avLst/>
          </a:prstGeom>
          <a:solidFill>
            <a:schemeClr val="lt1"/>
          </a:solidFill>
          <a:ln>
            <a:noFill/>
          </a:ln>
        </p:spPr>
      </p:sp>
      <p:sp>
        <p:nvSpPr>
          <p:cNvPr id="975" name="Google Shape;975;p37"/>
          <p:cNvSpPr/>
          <p:nvPr>
            <p:ph idx="4" type="pic"/>
          </p:nvPr>
        </p:nvSpPr>
        <p:spPr>
          <a:xfrm>
            <a:off x="5653560" y="4495171"/>
            <a:ext cx="1690792" cy="1690792"/>
          </a:xfrm>
          <a:prstGeom prst="rect">
            <a:avLst/>
          </a:prstGeom>
          <a:solidFill>
            <a:schemeClr val="lt1"/>
          </a:solidFill>
          <a:ln>
            <a:noFill/>
          </a:ln>
        </p:spPr>
      </p:sp>
      <p:pic>
        <p:nvPicPr>
          <p:cNvPr id="976" name="Google Shape;976;p37"/>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Custom Layout">
  <p:cSld name="15_Custom Layout">
    <p:spTree>
      <p:nvGrpSpPr>
        <p:cNvPr id="977" name="Shape 977"/>
        <p:cNvGrpSpPr/>
        <p:nvPr/>
      </p:nvGrpSpPr>
      <p:grpSpPr>
        <a:xfrm>
          <a:off x="0" y="0"/>
          <a:ext cx="0" cy="0"/>
          <a:chOff x="0" y="0"/>
          <a:chExt cx="0" cy="0"/>
        </a:xfrm>
      </p:grpSpPr>
      <p:sp>
        <p:nvSpPr>
          <p:cNvPr id="978" name="Google Shape;978;p38"/>
          <p:cNvSpPr/>
          <p:nvPr>
            <p:ph idx="2" type="pic"/>
          </p:nvPr>
        </p:nvSpPr>
        <p:spPr>
          <a:xfrm>
            <a:off x="8231618" y="728382"/>
            <a:ext cx="2099690" cy="2099690"/>
          </a:xfrm>
          <a:prstGeom prst="rect">
            <a:avLst/>
          </a:prstGeom>
          <a:solidFill>
            <a:schemeClr val="lt1"/>
          </a:solidFill>
          <a:ln>
            <a:noFill/>
          </a:ln>
        </p:spPr>
      </p:sp>
      <p:sp>
        <p:nvSpPr>
          <p:cNvPr id="979" name="Google Shape;979;p38"/>
          <p:cNvSpPr/>
          <p:nvPr>
            <p:ph idx="3" type="pic"/>
          </p:nvPr>
        </p:nvSpPr>
        <p:spPr>
          <a:xfrm>
            <a:off x="5935846" y="728382"/>
            <a:ext cx="2099690" cy="2099690"/>
          </a:xfrm>
          <a:prstGeom prst="rect">
            <a:avLst/>
          </a:prstGeom>
          <a:solidFill>
            <a:schemeClr val="lt1"/>
          </a:solidFill>
          <a:ln>
            <a:noFill/>
          </a:ln>
        </p:spPr>
      </p:sp>
      <p:sp>
        <p:nvSpPr>
          <p:cNvPr id="980" name="Google Shape;980;p38"/>
          <p:cNvSpPr/>
          <p:nvPr>
            <p:ph idx="4" type="pic"/>
          </p:nvPr>
        </p:nvSpPr>
        <p:spPr>
          <a:xfrm>
            <a:off x="-1" y="3366773"/>
            <a:ext cx="4525530" cy="2435478"/>
          </a:xfrm>
          <a:prstGeom prst="rect">
            <a:avLst/>
          </a:prstGeom>
          <a:solidFill>
            <a:schemeClr val="lt1"/>
          </a:solidFill>
          <a:ln>
            <a:noFill/>
          </a:ln>
        </p:spPr>
      </p:sp>
      <p:pic>
        <p:nvPicPr>
          <p:cNvPr id="981" name="Google Shape;981;p38"/>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Custom Layout">
  <p:cSld name="16_Custom Layout">
    <p:spTree>
      <p:nvGrpSpPr>
        <p:cNvPr id="982" name="Shape 982"/>
        <p:cNvGrpSpPr/>
        <p:nvPr/>
      </p:nvGrpSpPr>
      <p:grpSpPr>
        <a:xfrm>
          <a:off x="0" y="0"/>
          <a:ext cx="0" cy="0"/>
          <a:chOff x="0" y="0"/>
          <a:chExt cx="0" cy="0"/>
        </a:xfrm>
      </p:grpSpPr>
      <p:sp>
        <p:nvSpPr>
          <p:cNvPr id="983" name="Google Shape;983;p39"/>
          <p:cNvSpPr/>
          <p:nvPr>
            <p:ph idx="2" type="pic"/>
          </p:nvPr>
        </p:nvSpPr>
        <p:spPr>
          <a:xfrm>
            <a:off x="889964" y="1372128"/>
            <a:ext cx="2137654" cy="4113740"/>
          </a:xfrm>
          <a:prstGeom prst="rect">
            <a:avLst/>
          </a:prstGeom>
          <a:solidFill>
            <a:schemeClr val="lt1"/>
          </a:solidFill>
          <a:ln>
            <a:noFill/>
          </a:ln>
        </p:spPr>
      </p:sp>
      <p:sp>
        <p:nvSpPr>
          <p:cNvPr id="984" name="Google Shape;984;p39"/>
          <p:cNvSpPr/>
          <p:nvPr>
            <p:ph idx="3" type="pic"/>
          </p:nvPr>
        </p:nvSpPr>
        <p:spPr>
          <a:xfrm>
            <a:off x="3210142" y="1372128"/>
            <a:ext cx="2137654" cy="4113740"/>
          </a:xfrm>
          <a:prstGeom prst="rect">
            <a:avLst/>
          </a:prstGeom>
          <a:solidFill>
            <a:schemeClr val="lt1"/>
          </a:solidFill>
          <a:ln>
            <a:noFill/>
          </a:ln>
        </p:spPr>
      </p:sp>
      <p:pic>
        <p:nvPicPr>
          <p:cNvPr id="985" name="Google Shape;985;p39"/>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Custom Layout">
  <p:cSld name="17_Custom Layout">
    <p:spTree>
      <p:nvGrpSpPr>
        <p:cNvPr id="986" name="Shape 986"/>
        <p:cNvGrpSpPr/>
        <p:nvPr/>
      </p:nvGrpSpPr>
      <p:grpSpPr>
        <a:xfrm>
          <a:off x="0" y="0"/>
          <a:ext cx="0" cy="0"/>
          <a:chOff x="0" y="0"/>
          <a:chExt cx="0" cy="0"/>
        </a:xfrm>
      </p:grpSpPr>
      <p:sp>
        <p:nvSpPr>
          <p:cNvPr id="987" name="Google Shape;987;p40"/>
          <p:cNvSpPr/>
          <p:nvPr>
            <p:ph idx="2" type="pic"/>
          </p:nvPr>
        </p:nvSpPr>
        <p:spPr>
          <a:xfrm>
            <a:off x="6896192" y="1655804"/>
            <a:ext cx="2800470" cy="5202195"/>
          </a:xfrm>
          <a:prstGeom prst="rect">
            <a:avLst/>
          </a:prstGeom>
          <a:solidFill>
            <a:schemeClr val="lt1"/>
          </a:solidFill>
          <a:ln>
            <a:noFill/>
          </a:ln>
        </p:spPr>
      </p:sp>
      <p:pic>
        <p:nvPicPr>
          <p:cNvPr id="988" name="Google Shape;988;p40"/>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Custom Layout">
  <p:cSld name="18_Custom Layout">
    <p:spTree>
      <p:nvGrpSpPr>
        <p:cNvPr id="989" name="Shape 989"/>
        <p:cNvGrpSpPr/>
        <p:nvPr/>
      </p:nvGrpSpPr>
      <p:grpSpPr>
        <a:xfrm>
          <a:off x="0" y="0"/>
          <a:ext cx="0" cy="0"/>
          <a:chOff x="0" y="0"/>
          <a:chExt cx="0" cy="0"/>
        </a:xfrm>
      </p:grpSpPr>
      <p:sp>
        <p:nvSpPr>
          <p:cNvPr id="990" name="Google Shape;990;p41"/>
          <p:cNvSpPr/>
          <p:nvPr>
            <p:ph idx="2" type="pic"/>
          </p:nvPr>
        </p:nvSpPr>
        <p:spPr>
          <a:xfrm>
            <a:off x="1179006" y="1014481"/>
            <a:ext cx="2768300" cy="4122516"/>
          </a:xfrm>
          <a:prstGeom prst="rect">
            <a:avLst/>
          </a:prstGeom>
          <a:solidFill>
            <a:schemeClr val="lt1"/>
          </a:solidFill>
          <a:ln>
            <a:noFill/>
          </a:ln>
        </p:spPr>
      </p:sp>
      <p:pic>
        <p:nvPicPr>
          <p:cNvPr id="991" name="Google Shape;991;p41"/>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Custom Layout">
  <p:cSld name="19_Custom Layout">
    <p:spTree>
      <p:nvGrpSpPr>
        <p:cNvPr id="992" name="Shape 992"/>
        <p:cNvGrpSpPr/>
        <p:nvPr/>
      </p:nvGrpSpPr>
      <p:grpSpPr>
        <a:xfrm>
          <a:off x="0" y="0"/>
          <a:ext cx="0" cy="0"/>
          <a:chOff x="0" y="0"/>
          <a:chExt cx="0" cy="0"/>
        </a:xfrm>
      </p:grpSpPr>
      <p:sp>
        <p:nvSpPr>
          <p:cNvPr id="993" name="Google Shape;993;p42"/>
          <p:cNvSpPr/>
          <p:nvPr>
            <p:ph idx="2" type="pic"/>
          </p:nvPr>
        </p:nvSpPr>
        <p:spPr>
          <a:xfrm>
            <a:off x="4930282" y="1031838"/>
            <a:ext cx="5779279" cy="2934822"/>
          </a:xfrm>
          <a:prstGeom prst="rect">
            <a:avLst/>
          </a:prstGeom>
          <a:solidFill>
            <a:schemeClr val="lt1"/>
          </a:solidFill>
          <a:ln>
            <a:noFill/>
          </a:ln>
        </p:spPr>
      </p:sp>
      <p:pic>
        <p:nvPicPr>
          <p:cNvPr id="994" name="Google Shape;994;p42"/>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Custom Layout">
  <p:cSld name="20_Custom Layout">
    <p:spTree>
      <p:nvGrpSpPr>
        <p:cNvPr id="995" name="Shape 995"/>
        <p:cNvGrpSpPr/>
        <p:nvPr/>
      </p:nvGrpSpPr>
      <p:grpSpPr>
        <a:xfrm>
          <a:off x="0" y="0"/>
          <a:ext cx="0" cy="0"/>
          <a:chOff x="0" y="0"/>
          <a:chExt cx="0" cy="0"/>
        </a:xfrm>
      </p:grpSpPr>
      <p:sp>
        <p:nvSpPr>
          <p:cNvPr id="996" name="Google Shape;996;p43"/>
          <p:cNvSpPr/>
          <p:nvPr>
            <p:ph idx="2" type="pic"/>
          </p:nvPr>
        </p:nvSpPr>
        <p:spPr>
          <a:xfrm>
            <a:off x="3220234" y="2120348"/>
            <a:ext cx="2279374" cy="2279374"/>
          </a:xfrm>
          <a:prstGeom prst="rect">
            <a:avLst/>
          </a:prstGeom>
          <a:solidFill>
            <a:schemeClr val="lt1"/>
          </a:solidFill>
          <a:ln>
            <a:noFill/>
          </a:ln>
        </p:spPr>
      </p:sp>
      <p:sp>
        <p:nvSpPr>
          <p:cNvPr id="997" name="Google Shape;997;p43"/>
          <p:cNvSpPr/>
          <p:nvPr>
            <p:ph idx="3" type="pic"/>
          </p:nvPr>
        </p:nvSpPr>
        <p:spPr>
          <a:xfrm>
            <a:off x="5712651" y="2120348"/>
            <a:ext cx="2279374" cy="2279374"/>
          </a:xfrm>
          <a:prstGeom prst="rect">
            <a:avLst/>
          </a:prstGeom>
          <a:solidFill>
            <a:schemeClr val="lt1"/>
          </a:solidFill>
          <a:ln>
            <a:noFill/>
          </a:ln>
        </p:spPr>
      </p:sp>
      <p:sp>
        <p:nvSpPr>
          <p:cNvPr id="998" name="Google Shape;998;p43"/>
          <p:cNvSpPr/>
          <p:nvPr>
            <p:ph idx="4" type="pic"/>
          </p:nvPr>
        </p:nvSpPr>
        <p:spPr>
          <a:xfrm>
            <a:off x="8205068" y="2120348"/>
            <a:ext cx="2279374" cy="2279374"/>
          </a:xfrm>
          <a:prstGeom prst="rect">
            <a:avLst/>
          </a:prstGeom>
          <a:solidFill>
            <a:schemeClr val="lt1"/>
          </a:solidFill>
          <a:ln>
            <a:noFill/>
          </a:ln>
        </p:spPr>
      </p:sp>
      <p:pic>
        <p:nvPicPr>
          <p:cNvPr id="999" name="Google Shape;999;p43"/>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1000" name="Google Shape;1000;p43"/>
          <p:cNvGrpSpPr/>
          <p:nvPr/>
        </p:nvGrpSpPr>
        <p:grpSpPr>
          <a:xfrm>
            <a:off x="-680840" y="-2290628"/>
            <a:ext cx="5862929" cy="5562209"/>
            <a:chOff x="-494405" y="-1584825"/>
            <a:chExt cx="4397193" cy="4171657"/>
          </a:xfrm>
        </p:grpSpPr>
        <p:grpSp>
          <p:nvGrpSpPr>
            <p:cNvPr id="1001" name="Google Shape;1001;p43"/>
            <p:cNvGrpSpPr/>
            <p:nvPr/>
          </p:nvGrpSpPr>
          <p:grpSpPr>
            <a:xfrm>
              <a:off x="-494405" y="-252396"/>
              <a:ext cx="1741563" cy="1288563"/>
              <a:chOff x="-494405" y="-252396"/>
              <a:chExt cx="1741563" cy="1288563"/>
            </a:xfrm>
          </p:grpSpPr>
          <p:sp>
            <p:nvSpPr>
              <p:cNvPr id="1002" name="Google Shape;1002;p43"/>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03" name="Google Shape;1003;p43"/>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004" name="Google Shape;1004;p43"/>
            <p:cNvGrpSpPr/>
            <p:nvPr/>
          </p:nvGrpSpPr>
          <p:grpSpPr>
            <a:xfrm>
              <a:off x="245875" y="-51824"/>
              <a:ext cx="208200" cy="1824700"/>
              <a:chOff x="1040050" y="3812126"/>
              <a:chExt cx="208200" cy="1824700"/>
            </a:xfrm>
          </p:grpSpPr>
          <p:sp>
            <p:nvSpPr>
              <p:cNvPr id="1005" name="Google Shape;1005;p43"/>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5098"/>
                    </a:srgbClr>
                  </a:gs>
                  <a:gs pos="100000">
                    <a:srgbClr val="FFFFFF">
                      <a:alpha val="45098"/>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06" name="Google Shape;1006;p43"/>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5098"/>
                    </a:srgbClr>
                  </a:gs>
                  <a:gs pos="78000">
                    <a:srgbClr val="F5F8FF">
                      <a:alpha val="45098"/>
                    </a:srgbClr>
                  </a:gs>
                  <a:gs pos="100000">
                    <a:srgbClr val="F5F8FF">
                      <a:alpha val="45098"/>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007" name="Google Shape;1007;p43"/>
            <p:cNvGrpSpPr/>
            <p:nvPr/>
          </p:nvGrpSpPr>
          <p:grpSpPr>
            <a:xfrm>
              <a:off x="441574" y="-36652"/>
              <a:ext cx="699940" cy="478601"/>
              <a:chOff x="39723" y="4349021"/>
              <a:chExt cx="1061964" cy="726143"/>
            </a:xfrm>
          </p:grpSpPr>
          <p:grpSp>
            <p:nvGrpSpPr>
              <p:cNvPr id="1008" name="Google Shape;1008;p43"/>
              <p:cNvGrpSpPr/>
              <p:nvPr/>
            </p:nvGrpSpPr>
            <p:grpSpPr>
              <a:xfrm rot="2700000">
                <a:off x="140502" y="4460924"/>
                <a:ext cx="524584" cy="502337"/>
                <a:chOff x="1189791" y="-1767331"/>
                <a:chExt cx="904284" cy="865933"/>
              </a:xfrm>
            </p:grpSpPr>
            <p:sp>
              <p:nvSpPr>
                <p:cNvPr id="1009" name="Google Shape;1009;p4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010" name="Google Shape;1010;p43"/>
                <p:cNvGrpSpPr/>
                <p:nvPr/>
              </p:nvGrpSpPr>
              <p:grpSpPr>
                <a:xfrm>
                  <a:off x="1232795" y="-1740829"/>
                  <a:ext cx="717622" cy="717393"/>
                  <a:chOff x="1483457" y="3953671"/>
                  <a:chExt cx="717622" cy="717393"/>
                </a:xfrm>
              </p:grpSpPr>
              <p:sp>
                <p:nvSpPr>
                  <p:cNvPr id="1011" name="Google Shape;1011;p4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12" name="Google Shape;1012;p4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13" name="Google Shape;1013;p4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14" name="Google Shape;1014;p4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15" name="Google Shape;1015;p4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016" name="Google Shape;1016;p4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017" name="Google Shape;1017;p43"/>
            <p:cNvGrpSpPr/>
            <p:nvPr/>
          </p:nvGrpSpPr>
          <p:grpSpPr>
            <a:xfrm>
              <a:off x="955673" y="11"/>
              <a:ext cx="592576" cy="405260"/>
              <a:chOff x="39723" y="4349021"/>
              <a:chExt cx="1061964" cy="726143"/>
            </a:xfrm>
          </p:grpSpPr>
          <p:grpSp>
            <p:nvGrpSpPr>
              <p:cNvPr id="1018" name="Google Shape;1018;p43"/>
              <p:cNvGrpSpPr/>
              <p:nvPr/>
            </p:nvGrpSpPr>
            <p:grpSpPr>
              <a:xfrm rot="2700000">
                <a:off x="140502" y="4460924"/>
                <a:ext cx="524584" cy="502337"/>
                <a:chOff x="1189791" y="-1767331"/>
                <a:chExt cx="904284" cy="865933"/>
              </a:xfrm>
            </p:grpSpPr>
            <p:sp>
              <p:nvSpPr>
                <p:cNvPr id="1019" name="Google Shape;1019;p4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020" name="Google Shape;1020;p43"/>
                <p:cNvGrpSpPr/>
                <p:nvPr/>
              </p:nvGrpSpPr>
              <p:grpSpPr>
                <a:xfrm>
                  <a:off x="1232795" y="-1740829"/>
                  <a:ext cx="717622" cy="717393"/>
                  <a:chOff x="1483457" y="3953671"/>
                  <a:chExt cx="717622" cy="717393"/>
                </a:xfrm>
              </p:grpSpPr>
              <p:sp>
                <p:nvSpPr>
                  <p:cNvPr id="1021" name="Google Shape;1021;p4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22" name="Google Shape;1022;p4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23" name="Google Shape;1023;p4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24" name="Google Shape;1024;p4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25" name="Google Shape;1025;p4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026" name="Google Shape;1026;p4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027" name="Google Shape;1027;p43"/>
            <p:cNvGrpSpPr/>
            <p:nvPr/>
          </p:nvGrpSpPr>
          <p:grpSpPr>
            <a:xfrm>
              <a:off x="-1" y="621223"/>
              <a:ext cx="699940" cy="478601"/>
              <a:chOff x="39723" y="4349021"/>
              <a:chExt cx="1061964" cy="726143"/>
            </a:xfrm>
          </p:grpSpPr>
          <p:grpSp>
            <p:nvGrpSpPr>
              <p:cNvPr id="1028" name="Google Shape;1028;p43"/>
              <p:cNvGrpSpPr/>
              <p:nvPr/>
            </p:nvGrpSpPr>
            <p:grpSpPr>
              <a:xfrm rot="2700000">
                <a:off x="140502" y="4460924"/>
                <a:ext cx="524584" cy="502337"/>
                <a:chOff x="1189791" y="-1767331"/>
                <a:chExt cx="904284" cy="865933"/>
              </a:xfrm>
            </p:grpSpPr>
            <p:sp>
              <p:nvSpPr>
                <p:cNvPr id="1029" name="Google Shape;1029;p4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030" name="Google Shape;1030;p43"/>
                <p:cNvGrpSpPr/>
                <p:nvPr/>
              </p:nvGrpSpPr>
              <p:grpSpPr>
                <a:xfrm>
                  <a:off x="1232795" y="-1740829"/>
                  <a:ext cx="717622" cy="717393"/>
                  <a:chOff x="1483457" y="3953671"/>
                  <a:chExt cx="717622" cy="717393"/>
                </a:xfrm>
              </p:grpSpPr>
              <p:sp>
                <p:nvSpPr>
                  <p:cNvPr id="1031" name="Google Shape;1031;p4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32" name="Google Shape;1032;p4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33" name="Google Shape;1033;p4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34" name="Google Shape;1034;p4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35" name="Google Shape;1035;p4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098"/>
                        </a:srgbClr>
                      </a:gs>
                      <a:gs pos="100000">
                        <a:srgbClr val="FFFFFF">
                          <a:alpha val="4509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036" name="Google Shape;1036;p4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037" name="Google Shape;1037;p43"/>
            <p:cNvGrpSpPr/>
            <p:nvPr/>
          </p:nvGrpSpPr>
          <p:grpSpPr>
            <a:xfrm rot="-8100000">
              <a:off x="540898" y="-1172741"/>
              <a:ext cx="2552124" cy="3347490"/>
              <a:chOff x="2976325" y="908175"/>
              <a:chExt cx="4028179" cy="5283555"/>
            </a:xfrm>
          </p:grpSpPr>
          <p:sp>
            <p:nvSpPr>
              <p:cNvPr id="1038" name="Google Shape;1038;p43"/>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39" name="Google Shape;1039;p43"/>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40" name="Google Shape;1040;p43"/>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Custom Layout">
  <p:cSld name="21_Custom Layout">
    <p:spTree>
      <p:nvGrpSpPr>
        <p:cNvPr id="1041" name="Shape 1041"/>
        <p:cNvGrpSpPr/>
        <p:nvPr/>
      </p:nvGrpSpPr>
      <p:grpSpPr>
        <a:xfrm>
          <a:off x="0" y="0"/>
          <a:ext cx="0" cy="0"/>
          <a:chOff x="0" y="0"/>
          <a:chExt cx="0" cy="0"/>
        </a:xfrm>
      </p:grpSpPr>
      <p:sp>
        <p:nvSpPr>
          <p:cNvPr id="1042" name="Google Shape;1042;p44"/>
          <p:cNvSpPr/>
          <p:nvPr>
            <p:ph idx="2" type="pic"/>
          </p:nvPr>
        </p:nvSpPr>
        <p:spPr>
          <a:xfrm>
            <a:off x="1" y="833261"/>
            <a:ext cx="4270431" cy="2504394"/>
          </a:xfrm>
          <a:prstGeom prst="rect">
            <a:avLst/>
          </a:prstGeom>
          <a:solidFill>
            <a:schemeClr val="lt1"/>
          </a:solidFill>
          <a:ln>
            <a:noFill/>
          </a:ln>
        </p:spPr>
      </p:sp>
      <p:sp>
        <p:nvSpPr>
          <p:cNvPr id="1043" name="Google Shape;1043;p44"/>
          <p:cNvSpPr/>
          <p:nvPr>
            <p:ph idx="3" type="pic"/>
          </p:nvPr>
        </p:nvSpPr>
        <p:spPr>
          <a:xfrm>
            <a:off x="1" y="3520340"/>
            <a:ext cx="4270431" cy="2504394"/>
          </a:xfrm>
          <a:prstGeom prst="rect">
            <a:avLst/>
          </a:prstGeom>
          <a:solidFill>
            <a:schemeClr val="lt1"/>
          </a:solidFill>
          <a:ln>
            <a:noFill/>
          </a:ln>
        </p:spPr>
      </p:sp>
      <p:pic>
        <p:nvPicPr>
          <p:cNvPr id="1044" name="Google Shape;1044;p44"/>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Custom Layout">
  <p:cSld name="22_Custom Layout">
    <p:spTree>
      <p:nvGrpSpPr>
        <p:cNvPr id="1045" name="Shape 1045"/>
        <p:cNvGrpSpPr/>
        <p:nvPr/>
      </p:nvGrpSpPr>
      <p:grpSpPr>
        <a:xfrm>
          <a:off x="0" y="0"/>
          <a:ext cx="0" cy="0"/>
          <a:chOff x="0" y="0"/>
          <a:chExt cx="0" cy="0"/>
        </a:xfrm>
      </p:grpSpPr>
      <p:sp>
        <p:nvSpPr>
          <p:cNvPr id="1046" name="Google Shape;1046;p45"/>
          <p:cNvSpPr/>
          <p:nvPr>
            <p:ph idx="2" type="pic"/>
          </p:nvPr>
        </p:nvSpPr>
        <p:spPr>
          <a:xfrm>
            <a:off x="7405685" y="757036"/>
            <a:ext cx="3303874" cy="2235200"/>
          </a:xfrm>
          <a:prstGeom prst="rect">
            <a:avLst/>
          </a:prstGeom>
          <a:solidFill>
            <a:schemeClr val="lt1"/>
          </a:solidFill>
          <a:ln>
            <a:noFill/>
          </a:ln>
        </p:spPr>
      </p:sp>
      <p:sp>
        <p:nvSpPr>
          <p:cNvPr id="1047" name="Google Shape;1047;p45"/>
          <p:cNvSpPr/>
          <p:nvPr>
            <p:ph idx="3" type="pic"/>
          </p:nvPr>
        </p:nvSpPr>
        <p:spPr>
          <a:xfrm>
            <a:off x="4975112" y="757036"/>
            <a:ext cx="2235200" cy="2235200"/>
          </a:xfrm>
          <a:prstGeom prst="rect">
            <a:avLst/>
          </a:prstGeom>
          <a:solidFill>
            <a:schemeClr val="lt1"/>
          </a:solidFill>
          <a:ln>
            <a:noFill/>
          </a:ln>
        </p:spPr>
      </p:sp>
      <p:sp>
        <p:nvSpPr>
          <p:cNvPr id="1048" name="Google Shape;1048;p45"/>
          <p:cNvSpPr/>
          <p:nvPr>
            <p:ph idx="4" type="pic"/>
          </p:nvPr>
        </p:nvSpPr>
        <p:spPr>
          <a:xfrm>
            <a:off x="1372980" y="3265714"/>
            <a:ext cx="2430322" cy="3592286"/>
          </a:xfrm>
          <a:prstGeom prst="rect">
            <a:avLst/>
          </a:prstGeom>
          <a:solidFill>
            <a:schemeClr val="lt1"/>
          </a:solidFill>
          <a:ln>
            <a:noFill/>
          </a:ln>
        </p:spPr>
      </p:sp>
      <p:pic>
        <p:nvPicPr>
          <p:cNvPr id="1049" name="Google Shape;1049;p45"/>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_Custom Layout">
  <p:cSld name="23_Custom Layout">
    <p:spTree>
      <p:nvGrpSpPr>
        <p:cNvPr id="1050" name="Shape 1050"/>
        <p:cNvGrpSpPr/>
        <p:nvPr/>
      </p:nvGrpSpPr>
      <p:grpSpPr>
        <a:xfrm>
          <a:off x="0" y="0"/>
          <a:ext cx="0" cy="0"/>
          <a:chOff x="0" y="0"/>
          <a:chExt cx="0" cy="0"/>
        </a:xfrm>
      </p:grpSpPr>
      <p:sp>
        <p:nvSpPr>
          <p:cNvPr id="1051" name="Google Shape;1051;p46"/>
          <p:cNvSpPr/>
          <p:nvPr>
            <p:ph idx="2" type="pic"/>
          </p:nvPr>
        </p:nvSpPr>
        <p:spPr>
          <a:xfrm>
            <a:off x="945565" y="4375786"/>
            <a:ext cx="1642576" cy="1642576"/>
          </a:xfrm>
          <a:prstGeom prst="rect">
            <a:avLst/>
          </a:prstGeom>
          <a:solidFill>
            <a:schemeClr val="lt1"/>
          </a:solidFill>
          <a:ln>
            <a:noFill/>
          </a:ln>
        </p:spPr>
      </p:sp>
      <p:sp>
        <p:nvSpPr>
          <p:cNvPr id="1052" name="Google Shape;1052;p46"/>
          <p:cNvSpPr/>
          <p:nvPr>
            <p:ph idx="3" type="pic"/>
          </p:nvPr>
        </p:nvSpPr>
        <p:spPr>
          <a:xfrm>
            <a:off x="6786169" y="839634"/>
            <a:ext cx="2952916" cy="5178729"/>
          </a:xfrm>
          <a:prstGeom prst="rect">
            <a:avLst/>
          </a:prstGeom>
          <a:solidFill>
            <a:schemeClr val="lt1"/>
          </a:solidFill>
          <a:ln>
            <a:noFill/>
          </a:ln>
        </p:spPr>
      </p:sp>
      <p:pic>
        <p:nvPicPr>
          <p:cNvPr id="1053" name="Google Shape;1053;p46"/>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_Custom Layout">
  <p:cSld name="24_Custom Layout">
    <p:spTree>
      <p:nvGrpSpPr>
        <p:cNvPr id="1054" name="Shape 1054"/>
        <p:cNvGrpSpPr/>
        <p:nvPr/>
      </p:nvGrpSpPr>
      <p:grpSpPr>
        <a:xfrm>
          <a:off x="0" y="0"/>
          <a:ext cx="0" cy="0"/>
          <a:chOff x="0" y="0"/>
          <a:chExt cx="0" cy="0"/>
        </a:xfrm>
      </p:grpSpPr>
      <p:sp>
        <p:nvSpPr>
          <p:cNvPr id="1055" name="Google Shape;1055;p47"/>
          <p:cNvSpPr/>
          <p:nvPr>
            <p:ph idx="2" type="pic"/>
          </p:nvPr>
        </p:nvSpPr>
        <p:spPr>
          <a:xfrm>
            <a:off x="6231818" y="3918532"/>
            <a:ext cx="4477745" cy="2046192"/>
          </a:xfrm>
          <a:prstGeom prst="rect">
            <a:avLst/>
          </a:prstGeom>
          <a:solidFill>
            <a:schemeClr val="lt1"/>
          </a:solidFill>
          <a:ln>
            <a:noFill/>
          </a:ln>
        </p:spPr>
      </p:sp>
      <p:sp>
        <p:nvSpPr>
          <p:cNvPr id="1056" name="Google Shape;1056;p47"/>
          <p:cNvSpPr/>
          <p:nvPr>
            <p:ph idx="3" type="pic"/>
          </p:nvPr>
        </p:nvSpPr>
        <p:spPr>
          <a:xfrm>
            <a:off x="1" y="512772"/>
            <a:ext cx="5393169" cy="2693448"/>
          </a:xfrm>
          <a:prstGeom prst="rect">
            <a:avLst/>
          </a:prstGeom>
          <a:solidFill>
            <a:schemeClr val="lt1"/>
          </a:solidFill>
          <a:ln>
            <a:noFill/>
          </a:ln>
        </p:spPr>
      </p:sp>
      <p:pic>
        <p:nvPicPr>
          <p:cNvPr id="1057" name="Google Shape;1057;p47"/>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_Custom Layout">
  <p:cSld name="25_Custom Layout">
    <p:spTree>
      <p:nvGrpSpPr>
        <p:cNvPr id="1058" name="Shape 1058"/>
        <p:cNvGrpSpPr/>
        <p:nvPr/>
      </p:nvGrpSpPr>
      <p:grpSpPr>
        <a:xfrm>
          <a:off x="0" y="0"/>
          <a:ext cx="0" cy="0"/>
          <a:chOff x="0" y="0"/>
          <a:chExt cx="0" cy="0"/>
        </a:xfrm>
      </p:grpSpPr>
      <p:sp>
        <p:nvSpPr>
          <p:cNvPr id="1059" name="Google Shape;1059;p48"/>
          <p:cNvSpPr/>
          <p:nvPr>
            <p:ph idx="2" type="pic"/>
          </p:nvPr>
        </p:nvSpPr>
        <p:spPr>
          <a:xfrm>
            <a:off x="5370288" y="616476"/>
            <a:ext cx="2965624" cy="5625045"/>
          </a:xfrm>
          <a:prstGeom prst="rect">
            <a:avLst/>
          </a:prstGeom>
          <a:solidFill>
            <a:schemeClr val="lt1"/>
          </a:solidFill>
          <a:ln>
            <a:noFill/>
          </a:ln>
        </p:spPr>
      </p:sp>
      <p:sp>
        <p:nvSpPr>
          <p:cNvPr id="1060" name="Google Shape;1060;p48"/>
          <p:cNvSpPr/>
          <p:nvPr>
            <p:ph idx="3" type="pic"/>
          </p:nvPr>
        </p:nvSpPr>
        <p:spPr>
          <a:xfrm>
            <a:off x="8505736" y="616474"/>
            <a:ext cx="2034005" cy="1778726"/>
          </a:xfrm>
          <a:prstGeom prst="rect">
            <a:avLst/>
          </a:prstGeom>
          <a:solidFill>
            <a:schemeClr val="lt1"/>
          </a:solidFill>
          <a:ln>
            <a:noFill/>
          </a:ln>
        </p:spPr>
      </p:sp>
      <p:sp>
        <p:nvSpPr>
          <p:cNvPr id="1061" name="Google Shape;1061;p48"/>
          <p:cNvSpPr/>
          <p:nvPr>
            <p:ph idx="4" type="pic"/>
          </p:nvPr>
        </p:nvSpPr>
        <p:spPr>
          <a:xfrm>
            <a:off x="8505736" y="2539633"/>
            <a:ext cx="2034005" cy="1778726"/>
          </a:xfrm>
          <a:prstGeom prst="rect">
            <a:avLst/>
          </a:prstGeom>
          <a:solidFill>
            <a:schemeClr val="lt1"/>
          </a:solidFill>
          <a:ln>
            <a:noFill/>
          </a:ln>
        </p:spPr>
      </p:sp>
      <p:sp>
        <p:nvSpPr>
          <p:cNvPr id="1062" name="Google Shape;1062;p48"/>
          <p:cNvSpPr/>
          <p:nvPr>
            <p:ph idx="5" type="pic"/>
          </p:nvPr>
        </p:nvSpPr>
        <p:spPr>
          <a:xfrm>
            <a:off x="8505736" y="4462792"/>
            <a:ext cx="2034005" cy="1778726"/>
          </a:xfrm>
          <a:prstGeom prst="rect">
            <a:avLst/>
          </a:prstGeom>
          <a:solidFill>
            <a:schemeClr val="lt1"/>
          </a:solidFill>
          <a:ln>
            <a:noFill/>
          </a:ln>
        </p:spPr>
      </p:sp>
      <p:pic>
        <p:nvPicPr>
          <p:cNvPr id="1063" name="Google Shape;1063;p48"/>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Custom Layout">
  <p:cSld name="26_Custom Layout">
    <p:spTree>
      <p:nvGrpSpPr>
        <p:cNvPr id="1064" name="Shape 1064"/>
        <p:cNvGrpSpPr/>
        <p:nvPr/>
      </p:nvGrpSpPr>
      <p:grpSpPr>
        <a:xfrm>
          <a:off x="0" y="0"/>
          <a:ext cx="0" cy="0"/>
          <a:chOff x="0" y="0"/>
          <a:chExt cx="0" cy="0"/>
        </a:xfrm>
      </p:grpSpPr>
      <p:sp>
        <p:nvSpPr>
          <p:cNvPr id="1065" name="Google Shape;1065;p49"/>
          <p:cNvSpPr/>
          <p:nvPr>
            <p:ph idx="2" type="pic"/>
          </p:nvPr>
        </p:nvSpPr>
        <p:spPr>
          <a:xfrm>
            <a:off x="1323522" y="1123950"/>
            <a:ext cx="2120149" cy="4578350"/>
          </a:xfrm>
          <a:prstGeom prst="rect">
            <a:avLst/>
          </a:prstGeom>
          <a:solidFill>
            <a:schemeClr val="lt1"/>
          </a:solidFill>
          <a:ln>
            <a:noFill/>
          </a:ln>
        </p:spPr>
      </p:sp>
      <p:sp>
        <p:nvSpPr>
          <p:cNvPr id="1066" name="Google Shape;1066;p49"/>
          <p:cNvSpPr/>
          <p:nvPr>
            <p:ph idx="3" type="pic"/>
          </p:nvPr>
        </p:nvSpPr>
        <p:spPr>
          <a:xfrm>
            <a:off x="7849986" y="0"/>
            <a:ext cx="2120149" cy="2970706"/>
          </a:xfrm>
          <a:prstGeom prst="rect">
            <a:avLst/>
          </a:prstGeom>
          <a:solidFill>
            <a:schemeClr val="lt1"/>
          </a:solidFill>
          <a:ln>
            <a:noFill/>
          </a:ln>
        </p:spPr>
      </p:sp>
      <p:pic>
        <p:nvPicPr>
          <p:cNvPr id="1067" name="Google Shape;1067;p49"/>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Custom Layout">
  <p:cSld name="27_Custom Layout">
    <p:spTree>
      <p:nvGrpSpPr>
        <p:cNvPr id="1068" name="Shape 1068"/>
        <p:cNvGrpSpPr/>
        <p:nvPr/>
      </p:nvGrpSpPr>
      <p:grpSpPr>
        <a:xfrm>
          <a:off x="0" y="0"/>
          <a:ext cx="0" cy="0"/>
          <a:chOff x="0" y="0"/>
          <a:chExt cx="0" cy="0"/>
        </a:xfrm>
      </p:grpSpPr>
      <p:sp>
        <p:nvSpPr>
          <p:cNvPr id="1069" name="Google Shape;1069;p50"/>
          <p:cNvSpPr/>
          <p:nvPr>
            <p:ph idx="2" type="pic"/>
          </p:nvPr>
        </p:nvSpPr>
        <p:spPr>
          <a:xfrm>
            <a:off x="1451036" y="3571877"/>
            <a:ext cx="3685820" cy="2333621"/>
          </a:xfrm>
          <a:prstGeom prst="rect">
            <a:avLst/>
          </a:prstGeom>
          <a:solidFill>
            <a:schemeClr val="lt1"/>
          </a:solidFill>
          <a:ln>
            <a:noFill/>
          </a:ln>
        </p:spPr>
      </p:sp>
      <p:pic>
        <p:nvPicPr>
          <p:cNvPr id="1070" name="Google Shape;1070;p50"/>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Custom Layout">
  <p:cSld name="28_Custom Layout">
    <p:spTree>
      <p:nvGrpSpPr>
        <p:cNvPr id="1071" name="Shape 1071"/>
        <p:cNvGrpSpPr/>
        <p:nvPr/>
      </p:nvGrpSpPr>
      <p:grpSpPr>
        <a:xfrm>
          <a:off x="0" y="0"/>
          <a:ext cx="0" cy="0"/>
          <a:chOff x="0" y="0"/>
          <a:chExt cx="0" cy="0"/>
        </a:xfrm>
      </p:grpSpPr>
      <p:sp>
        <p:nvSpPr>
          <p:cNvPr id="1072" name="Google Shape;1072;p51"/>
          <p:cNvSpPr/>
          <p:nvPr>
            <p:ph idx="2" type="pic"/>
          </p:nvPr>
        </p:nvSpPr>
        <p:spPr>
          <a:xfrm>
            <a:off x="0" y="4094373"/>
            <a:ext cx="3536627" cy="2156587"/>
          </a:xfrm>
          <a:prstGeom prst="rect">
            <a:avLst/>
          </a:prstGeom>
          <a:solidFill>
            <a:schemeClr val="lt1"/>
          </a:solidFill>
          <a:ln>
            <a:noFill/>
          </a:ln>
        </p:spPr>
      </p:sp>
      <p:sp>
        <p:nvSpPr>
          <p:cNvPr id="1073" name="Google Shape;1073;p51"/>
          <p:cNvSpPr/>
          <p:nvPr>
            <p:ph idx="3" type="pic"/>
          </p:nvPr>
        </p:nvSpPr>
        <p:spPr>
          <a:xfrm>
            <a:off x="7199085" y="1"/>
            <a:ext cx="2577954" cy="3316713"/>
          </a:xfrm>
          <a:prstGeom prst="rect">
            <a:avLst/>
          </a:prstGeom>
          <a:solidFill>
            <a:schemeClr val="lt1"/>
          </a:solidFill>
          <a:ln>
            <a:noFill/>
          </a:ln>
        </p:spPr>
      </p:sp>
      <p:pic>
        <p:nvPicPr>
          <p:cNvPr id="1074" name="Google Shape;1074;p51"/>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75" name="Shape 1075"/>
        <p:cNvGrpSpPr/>
        <p:nvPr/>
      </p:nvGrpSpPr>
      <p:grpSpPr>
        <a:xfrm>
          <a:off x="0" y="0"/>
          <a:ext cx="0" cy="0"/>
          <a:chOff x="0" y="0"/>
          <a:chExt cx="0" cy="0"/>
        </a:xfrm>
      </p:grpSpPr>
      <p:sp>
        <p:nvSpPr>
          <p:cNvPr id="1076" name="Google Shape;1076;p52"/>
          <p:cNvSpPr/>
          <p:nvPr/>
        </p:nvSpPr>
        <p:spPr>
          <a:xfrm>
            <a:off x="0" y="0"/>
            <a:ext cx="12192000" cy="6858000"/>
          </a:xfrm>
          <a:prstGeom prst="rect">
            <a:avLst/>
          </a:prstGeom>
          <a:solidFill>
            <a:srgbClr val="C2D4FF"/>
          </a:solidFill>
          <a:ln>
            <a:noFill/>
          </a:ln>
        </p:spPr>
        <p:txBody>
          <a:bodyPr anchorCtr="0" anchor="ctr" bIns="76200" lIns="76200" spcFirstLastPara="1" rIns="76200" wrap="square" tIns="76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7" name="Google Shape;1077;p52"/>
          <p:cNvSpPr/>
          <p:nvPr/>
        </p:nvSpPr>
        <p:spPr>
          <a:xfrm>
            <a:off x="0" y="0"/>
            <a:ext cx="12192000" cy="6858000"/>
          </a:xfrm>
          <a:prstGeom prst="rect">
            <a:avLst/>
          </a:prstGeom>
          <a:solidFill>
            <a:srgbClr val="F5F8FF"/>
          </a:solidFill>
          <a:ln>
            <a:noFill/>
          </a:ln>
        </p:spPr>
        <p:txBody>
          <a:bodyPr anchorCtr="0" anchor="ctr" bIns="76200" lIns="76200" spcFirstLastPara="1" rIns="76200" wrap="square" tIns="76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78" name="Google Shape;1078;p52"/>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1079" name="Google Shape;1079;p52"/>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080" name="Shape 1080"/>
        <p:cNvGrpSpPr/>
        <p:nvPr/>
      </p:nvGrpSpPr>
      <p:grpSpPr>
        <a:xfrm>
          <a:off x="0" y="0"/>
          <a:ext cx="0" cy="0"/>
          <a:chOff x="0" y="0"/>
          <a:chExt cx="0" cy="0"/>
        </a:xfrm>
      </p:grpSpPr>
      <p:sp>
        <p:nvSpPr>
          <p:cNvPr id="1081" name="Google Shape;1081;p53"/>
          <p:cNvSpPr/>
          <p:nvPr/>
        </p:nvSpPr>
        <p:spPr>
          <a:xfrm>
            <a:off x="0" y="0"/>
            <a:ext cx="12192000" cy="6858000"/>
          </a:xfrm>
          <a:prstGeom prst="rect">
            <a:avLst/>
          </a:prstGeom>
          <a:solidFill>
            <a:srgbClr val="C2D4FF"/>
          </a:solidFill>
          <a:ln>
            <a:noFill/>
          </a:ln>
        </p:spPr>
        <p:txBody>
          <a:bodyPr anchorCtr="0" anchor="ctr" bIns="76200" lIns="76200" spcFirstLastPara="1" rIns="76200" wrap="square" tIns="76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2" name="Google Shape;1082;p53"/>
          <p:cNvSpPr/>
          <p:nvPr/>
        </p:nvSpPr>
        <p:spPr>
          <a:xfrm>
            <a:off x="0" y="0"/>
            <a:ext cx="12192000" cy="6858000"/>
          </a:xfrm>
          <a:prstGeom prst="rect">
            <a:avLst/>
          </a:prstGeom>
          <a:solidFill>
            <a:srgbClr val="F5F8FF"/>
          </a:solidFill>
          <a:ln>
            <a:noFill/>
          </a:ln>
        </p:spPr>
        <p:txBody>
          <a:bodyPr anchorCtr="0" anchor="ctr" bIns="76200" lIns="76200" spcFirstLastPara="1" rIns="76200" wrap="square" tIns="76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83" name="Google Shape;1083;p53"/>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1084" name="Google Shape;1084;p53"/>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ustom Layout 1">
  <p:cSld name="4_Custom Layout_1">
    <p:spTree>
      <p:nvGrpSpPr>
        <p:cNvPr id="1085" name="Shape 1085"/>
        <p:cNvGrpSpPr/>
        <p:nvPr/>
      </p:nvGrpSpPr>
      <p:grpSpPr>
        <a:xfrm>
          <a:off x="0" y="0"/>
          <a:ext cx="0" cy="0"/>
          <a:chOff x="0" y="0"/>
          <a:chExt cx="0" cy="0"/>
        </a:xfrm>
      </p:grpSpPr>
      <p:sp>
        <p:nvSpPr>
          <p:cNvPr id="1086" name="Google Shape;1086;p54"/>
          <p:cNvSpPr/>
          <p:nvPr>
            <p:ph idx="2" type="pic"/>
          </p:nvPr>
        </p:nvSpPr>
        <p:spPr>
          <a:xfrm>
            <a:off x="0" y="2670629"/>
            <a:ext cx="9243000" cy="4187400"/>
          </a:xfrm>
          <a:prstGeom prst="rect">
            <a:avLst/>
          </a:prstGeom>
          <a:solidFill>
            <a:schemeClr val="lt1"/>
          </a:solidFill>
          <a:ln>
            <a:noFill/>
          </a:ln>
        </p:spPr>
      </p:sp>
      <p:pic>
        <p:nvPicPr>
          <p:cNvPr id="1087" name="Google Shape;1087;p54"/>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pic>
        <p:nvPicPr>
          <p:cNvPr id="1088" name="Google Shape;1088;p54"/>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1089" name="Google Shape;1089;p54"/>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36" Type="http://schemas.openxmlformats.org/officeDocument/2006/relationships/theme" Target="../theme/theme3.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55.xml"/><Relationship Id="rId22" Type="http://schemas.openxmlformats.org/officeDocument/2006/relationships/slideLayout" Target="../slideLayouts/slideLayout57.xml"/><Relationship Id="rId21" Type="http://schemas.openxmlformats.org/officeDocument/2006/relationships/slideLayout" Target="../slideLayouts/slideLayout56.xml"/><Relationship Id="rId24" Type="http://schemas.openxmlformats.org/officeDocument/2006/relationships/slideLayout" Target="../slideLayouts/slideLayout59.xml"/><Relationship Id="rId23" Type="http://schemas.openxmlformats.org/officeDocument/2006/relationships/slideLayout" Target="../slideLayouts/slideLayout58.xml"/><Relationship Id="rId1" Type="http://schemas.openxmlformats.org/officeDocument/2006/relationships/slideLayout" Target="../slideLayouts/slideLayout36.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9" Type="http://schemas.openxmlformats.org/officeDocument/2006/relationships/slideLayout" Target="../slideLayouts/slideLayout44.xml"/><Relationship Id="rId26" Type="http://schemas.openxmlformats.org/officeDocument/2006/relationships/slideLayout" Target="../slideLayouts/slideLayout61.xml"/><Relationship Id="rId25" Type="http://schemas.openxmlformats.org/officeDocument/2006/relationships/slideLayout" Target="../slideLayouts/slideLayout60.xml"/><Relationship Id="rId28" Type="http://schemas.openxmlformats.org/officeDocument/2006/relationships/slideLayout" Target="../slideLayouts/slideLayout63.xml"/><Relationship Id="rId27" Type="http://schemas.openxmlformats.org/officeDocument/2006/relationships/slideLayout" Target="../slideLayouts/slideLayout62.xml"/><Relationship Id="rId5" Type="http://schemas.openxmlformats.org/officeDocument/2006/relationships/slideLayout" Target="../slideLayouts/slideLayout40.xml"/><Relationship Id="rId6" Type="http://schemas.openxmlformats.org/officeDocument/2006/relationships/slideLayout" Target="../slideLayouts/slideLayout41.xml"/><Relationship Id="rId29" Type="http://schemas.openxmlformats.org/officeDocument/2006/relationships/slideLayout" Target="../slideLayouts/slideLayout64.xml"/><Relationship Id="rId7" Type="http://schemas.openxmlformats.org/officeDocument/2006/relationships/slideLayout" Target="../slideLayouts/slideLayout42.xml"/><Relationship Id="rId8" Type="http://schemas.openxmlformats.org/officeDocument/2006/relationships/slideLayout" Target="../slideLayouts/slideLayout43.xml"/><Relationship Id="rId31" Type="http://schemas.openxmlformats.org/officeDocument/2006/relationships/slideLayout" Target="../slideLayouts/slideLayout66.xml"/><Relationship Id="rId30" Type="http://schemas.openxmlformats.org/officeDocument/2006/relationships/slideLayout" Target="../slideLayouts/slideLayout65.xml"/><Relationship Id="rId11" Type="http://schemas.openxmlformats.org/officeDocument/2006/relationships/slideLayout" Target="../slideLayouts/slideLayout46.xml"/><Relationship Id="rId33" Type="http://schemas.openxmlformats.org/officeDocument/2006/relationships/slideLayout" Target="../slideLayouts/slideLayout68.xml"/><Relationship Id="rId10" Type="http://schemas.openxmlformats.org/officeDocument/2006/relationships/slideLayout" Target="../slideLayouts/slideLayout45.xml"/><Relationship Id="rId32" Type="http://schemas.openxmlformats.org/officeDocument/2006/relationships/slideLayout" Target="../slideLayouts/slideLayout67.xml"/><Relationship Id="rId13" Type="http://schemas.openxmlformats.org/officeDocument/2006/relationships/slideLayout" Target="../slideLayouts/slideLayout48.xml"/><Relationship Id="rId35" Type="http://schemas.openxmlformats.org/officeDocument/2006/relationships/theme" Target="../theme/theme2.xml"/><Relationship Id="rId12" Type="http://schemas.openxmlformats.org/officeDocument/2006/relationships/slideLayout" Target="../slideLayouts/slideLayout47.xml"/><Relationship Id="rId34" Type="http://schemas.openxmlformats.org/officeDocument/2006/relationships/slideLayout" Target="../slideLayouts/slideLayout69.xml"/><Relationship Id="rId15" Type="http://schemas.openxmlformats.org/officeDocument/2006/relationships/slideLayout" Target="../slideLayouts/slideLayout50.xml"/><Relationship Id="rId14" Type="http://schemas.openxmlformats.org/officeDocument/2006/relationships/slideLayout" Target="../slideLayouts/slideLayout49.xml"/><Relationship Id="rId17" Type="http://schemas.openxmlformats.org/officeDocument/2006/relationships/slideLayout" Target="../slideLayouts/slideLayout52.xml"/><Relationship Id="rId16" Type="http://schemas.openxmlformats.org/officeDocument/2006/relationships/slideLayout" Target="../slideLayouts/slideLayout51.xml"/><Relationship Id="rId19" Type="http://schemas.openxmlformats.org/officeDocument/2006/relationships/slideLayout" Target="../slideLayouts/slideLayout54.xml"/><Relationship Id="rId18"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F"/>
        </a:solidFill>
      </p:bgPr>
    </p:bg>
    <p:spTree>
      <p:nvGrpSpPr>
        <p:cNvPr id="5" name="Shape 5"/>
        <p:cNvGrpSpPr/>
        <p:nvPr/>
      </p:nvGrpSpPr>
      <p:grpSpPr>
        <a:xfrm>
          <a:off x="0" y="0"/>
          <a:ext cx="0" cy="0"/>
          <a:chOff x="0" y="0"/>
          <a:chExt cx="0" cy="0"/>
        </a:xfrm>
      </p:grpSpPr>
      <p:sp>
        <p:nvSpPr>
          <p:cNvPr id="6" name="Google Shape;6;g372a3a90f18_0_1743"/>
          <p:cNvSpPr txBox="1"/>
          <p:nvPr/>
        </p:nvSpPr>
        <p:spPr>
          <a:xfrm>
            <a:off x="205350" y="6441875"/>
            <a:ext cx="4053300" cy="29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IN" sz="1200" u="none" cap="none" strike="noStrike">
                <a:solidFill>
                  <a:srgbClr val="474747"/>
                </a:solidFill>
                <a:latin typeface="IBM Plex Mono Light"/>
                <a:ea typeface="IBM Plex Mono Light"/>
                <a:cs typeface="IBM Plex Mono Light"/>
                <a:sym typeface="IBM Plex Mono Light"/>
              </a:rPr>
              <a:t>© </a:t>
            </a:r>
            <a:r>
              <a:rPr b="0" i="0" lang="en-IN" sz="1000" u="none" cap="none" strike="noStrike">
                <a:solidFill>
                  <a:srgbClr val="262626"/>
                </a:solidFill>
                <a:latin typeface="Open Sans Light"/>
                <a:ea typeface="Open Sans Light"/>
                <a:cs typeface="Open Sans Light"/>
                <a:sym typeface="Open Sans Light"/>
              </a:rPr>
              <a:t>CodeHub AI, all rights reserved</a:t>
            </a:r>
            <a:endParaRPr b="0" i="0" sz="1000" u="none" cap="none" strike="noStrike">
              <a:solidFill>
                <a:srgbClr val="262626"/>
              </a:solidFill>
              <a:latin typeface="Open Sans Light"/>
              <a:ea typeface="Open Sans Light"/>
              <a:cs typeface="Open Sans Light"/>
              <a:sym typeface="Open Sans Light"/>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F"/>
        </a:solidFill>
      </p:bgPr>
    </p:bg>
    <p:spTree>
      <p:nvGrpSpPr>
        <p:cNvPr id="570" name="Shape 570"/>
        <p:cNvGrpSpPr/>
        <p:nvPr/>
      </p:nvGrpSpPr>
      <p:grpSpPr>
        <a:xfrm>
          <a:off x="0" y="0"/>
          <a:ext cx="0" cy="0"/>
          <a:chOff x="0" y="0"/>
          <a:chExt cx="0" cy="0"/>
        </a:xfrm>
      </p:grpSpPr>
      <p:sp>
        <p:nvSpPr>
          <p:cNvPr id="571" name="Google Shape;571;p20"/>
          <p:cNvSpPr txBox="1"/>
          <p:nvPr/>
        </p:nvSpPr>
        <p:spPr>
          <a:xfrm>
            <a:off x="205350" y="6441875"/>
            <a:ext cx="4053300" cy="29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IN" sz="1200" u="none" cap="none" strike="noStrike">
                <a:solidFill>
                  <a:srgbClr val="474747"/>
                </a:solidFill>
                <a:latin typeface="IBM Plex Mono Light"/>
                <a:ea typeface="IBM Plex Mono Light"/>
                <a:cs typeface="IBM Plex Mono Light"/>
                <a:sym typeface="IBM Plex Mono Light"/>
              </a:rPr>
              <a:t>© </a:t>
            </a:r>
            <a:r>
              <a:rPr b="0" i="0" lang="en-IN" sz="1000" u="none" cap="none" strike="noStrike">
                <a:solidFill>
                  <a:srgbClr val="262626"/>
                </a:solidFill>
                <a:latin typeface="Open Sans Light"/>
                <a:ea typeface="Open Sans Light"/>
                <a:cs typeface="Open Sans Light"/>
                <a:sym typeface="Open Sans Light"/>
              </a:rPr>
              <a:t>CodeHub AI, all rights reserved</a:t>
            </a:r>
            <a:endParaRPr b="0" i="0" sz="1000" u="none" cap="none" strike="noStrike">
              <a:solidFill>
                <a:srgbClr val="262626"/>
              </a:solidFill>
              <a:latin typeface="Open Sans Light"/>
              <a:ea typeface="Open Sans Light"/>
              <a:cs typeface="Open Sans Light"/>
              <a:sym typeface="Open Sans Light"/>
            </a:endParaRPr>
          </a:p>
        </p:txBody>
      </p:sp>
    </p:spTree>
  </p:cSld>
  <p:clrMap accent1="accent1" accent2="accent2" accent3="accent3" accent4="accent4" accent5="accent5" accent6="accent6" bg1="lt1" bg2="dk2" tx1="dk1" tx2="lt2" folHlink="folHlink" hlink="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6" r:id="rId22"/>
    <p:sldLayoutId id="2147483707" r:id="rId23"/>
    <p:sldLayoutId id="2147483708" r:id="rId24"/>
    <p:sldLayoutId id="2147483709" r:id="rId25"/>
    <p:sldLayoutId id="2147483710" r:id="rId26"/>
    <p:sldLayoutId id="2147483711" r:id="rId27"/>
    <p:sldLayoutId id="2147483712" r:id="rId28"/>
    <p:sldLayoutId id="2147483713" r:id="rId29"/>
    <p:sldLayoutId id="2147483714" r:id="rId30"/>
    <p:sldLayoutId id="2147483715" r:id="rId31"/>
    <p:sldLayoutId id="2147483716" r:id="rId32"/>
    <p:sldLayoutId id="2147483717" r:id="rId33"/>
    <p:sldLayoutId id="2147483718" r:id="rId3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8.png"/><Relationship Id="rId5"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11.png"/><Relationship Id="rId9" Type="http://schemas.openxmlformats.org/officeDocument/2006/relationships/image" Target="../media/image8.png"/><Relationship Id="rId5" Type="http://schemas.openxmlformats.org/officeDocument/2006/relationships/image" Target="../media/image12.png"/><Relationship Id="rId6" Type="http://schemas.openxmlformats.org/officeDocument/2006/relationships/image" Target="../media/image14.png"/><Relationship Id="rId7" Type="http://schemas.openxmlformats.org/officeDocument/2006/relationships/image" Target="../media/image19.png"/><Relationship Id="rId8"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21.png"/><Relationship Id="rId5" Type="http://schemas.openxmlformats.org/officeDocument/2006/relationships/image" Target="../media/image51.png"/><Relationship Id="rId6" Type="http://schemas.openxmlformats.org/officeDocument/2006/relationships/image" Target="../media/image17.png"/><Relationship Id="rId7"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16.png"/><Relationship Id="rId5" Type="http://schemas.openxmlformats.org/officeDocument/2006/relationships/image" Target="../media/image25.png"/><Relationship Id="rId6" Type="http://schemas.openxmlformats.org/officeDocument/2006/relationships/image" Target="../media/image30.png"/><Relationship Id="rId7" Type="http://schemas.openxmlformats.org/officeDocument/2006/relationships/image" Target="../media/image22.png"/><Relationship Id="rId8"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27.png"/><Relationship Id="rId9" Type="http://schemas.openxmlformats.org/officeDocument/2006/relationships/image" Target="../media/image52.png"/><Relationship Id="rId5" Type="http://schemas.openxmlformats.org/officeDocument/2006/relationships/image" Target="../media/image26.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image" Target="../media/image2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32.png"/><Relationship Id="rId5" Type="http://schemas.openxmlformats.org/officeDocument/2006/relationships/image" Target="../media/image49.png"/><Relationship Id="rId6" Type="http://schemas.openxmlformats.org/officeDocument/2006/relationships/image" Target="../media/image43.png"/><Relationship Id="rId7" Type="http://schemas.openxmlformats.org/officeDocument/2006/relationships/image" Target="../media/image36.png"/><Relationship Id="rId8" Type="http://schemas.openxmlformats.org/officeDocument/2006/relationships/image" Target="../media/image4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42.png"/><Relationship Id="rId5" Type="http://schemas.openxmlformats.org/officeDocument/2006/relationships/image" Target="../media/image29.png"/><Relationship Id="rId6" Type="http://schemas.openxmlformats.org/officeDocument/2006/relationships/image" Target="../media/image23.png"/><Relationship Id="rId7" Type="http://schemas.openxmlformats.org/officeDocument/2006/relationships/image" Target="../media/image17.png"/><Relationship Id="rId8" Type="http://schemas.openxmlformats.org/officeDocument/2006/relationships/image" Target="../media/image5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37.png"/><Relationship Id="rId5" Type="http://schemas.openxmlformats.org/officeDocument/2006/relationships/image" Target="../media/image41.png"/><Relationship Id="rId6" Type="http://schemas.openxmlformats.org/officeDocument/2006/relationships/image" Target="../media/image47.png"/><Relationship Id="rId7" Type="http://schemas.openxmlformats.org/officeDocument/2006/relationships/image" Target="../media/image46.png"/><Relationship Id="rId8" Type="http://schemas.openxmlformats.org/officeDocument/2006/relationships/image" Target="../media/image4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9.png"/><Relationship Id="rId4" Type="http://schemas.openxmlformats.org/officeDocument/2006/relationships/image" Target="../media/image48.png"/><Relationship Id="rId5" Type="http://schemas.openxmlformats.org/officeDocument/2006/relationships/image" Target="../media/image38.png"/><Relationship Id="rId6" Type="http://schemas.openxmlformats.org/officeDocument/2006/relationships/image" Target="../media/image4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3" name="Shape 1093"/>
        <p:cNvGrpSpPr/>
        <p:nvPr/>
      </p:nvGrpSpPr>
      <p:grpSpPr>
        <a:xfrm>
          <a:off x="0" y="0"/>
          <a:ext cx="0" cy="0"/>
          <a:chOff x="0" y="0"/>
          <a:chExt cx="0" cy="0"/>
        </a:xfrm>
      </p:grpSpPr>
      <p:pic>
        <p:nvPicPr>
          <p:cNvPr id="1094" name="Google Shape;1094;g372a3a90f18_0_582"/>
          <p:cNvPicPr preferRelativeResize="0"/>
          <p:nvPr/>
        </p:nvPicPr>
        <p:blipFill rotWithShape="1">
          <a:blip r:embed="rId3">
            <a:alphaModFix/>
          </a:blip>
          <a:srcRect b="0" l="0" r="0" t="0"/>
          <a:stretch/>
        </p:blipFill>
        <p:spPr>
          <a:xfrm>
            <a:off x="3881323" y="760452"/>
            <a:ext cx="3742753" cy="3742753"/>
          </a:xfrm>
          <a:prstGeom prst="rect">
            <a:avLst/>
          </a:prstGeom>
          <a:noFill/>
          <a:ln>
            <a:noFill/>
          </a:ln>
        </p:spPr>
      </p:pic>
      <p:sp>
        <p:nvSpPr>
          <p:cNvPr id="1095" name="Google Shape;1095;g372a3a90f18_0_582"/>
          <p:cNvSpPr txBox="1"/>
          <p:nvPr/>
        </p:nvSpPr>
        <p:spPr>
          <a:xfrm>
            <a:off x="3954538" y="3682248"/>
            <a:ext cx="5001600" cy="92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5400"/>
              <a:buFont typeface="Arial"/>
              <a:buNone/>
            </a:pPr>
            <a:r>
              <a:rPr b="1" i="0" lang="en-IN" sz="5400" u="none" cap="none" strike="noStrike">
                <a:solidFill>
                  <a:srgbClr val="06B3F3"/>
                </a:solidFill>
                <a:latin typeface="Poppins"/>
                <a:ea typeface="Poppins"/>
                <a:cs typeface="Poppins"/>
                <a:sym typeface="Poppins"/>
              </a:rPr>
              <a:t>Generative AI </a:t>
            </a:r>
            <a:endParaRPr b="0" i="0" sz="1400" u="none" cap="none" strike="noStrike">
              <a:solidFill>
                <a:srgbClr val="000000"/>
              </a:solidFill>
              <a:latin typeface="Arial"/>
              <a:ea typeface="Arial"/>
              <a:cs typeface="Arial"/>
              <a:sym typeface="Arial"/>
            </a:endParaRPr>
          </a:p>
        </p:txBody>
      </p:sp>
      <p:sp>
        <p:nvSpPr>
          <p:cNvPr id="1096" name="Google Shape;1096;g372a3a90f18_0_582"/>
          <p:cNvSpPr txBox="1"/>
          <p:nvPr/>
        </p:nvSpPr>
        <p:spPr>
          <a:xfrm>
            <a:off x="4044650" y="4418675"/>
            <a:ext cx="81879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i="0" lang="en-IN" sz="4800" u="none" cap="none" strike="noStrike">
                <a:solidFill>
                  <a:srgbClr val="262626"/>
                </a:solidFill>
                <a:latin typeface="Poppins"/>
                <a:ea typeface="Poppins"/>
                <a:cs typeface="Poppins"/>
                <a:sym typeface="Poppins"/>
              </a:rPr>
              <a:t>Full Stack Developer</a:t>
            </a:r>
            <a:endParaRPr b="0" i="0" sz="4800" u="none" cap="none" strike="noStrike">
              <a:solidFill>
                <a:srgbClr val="7F7F7F"/>
              </a:solidFill>
              <a:latin typeface="Open Sans"/>
              <a:ea typeface="Open Sans"/>
              <a:cs typeface="Open Sans"/>
              <a:sym typeface="Open Sans"/>
            </a:endParaRPr>
          </a:p>
        </p:txBody>
      </p:sp>
      <p:sp>
        <p:nvSpPr>
          <p:cNvPr id="1097" name="Google Shape;1097;g372a3a90f18_0_582"/>
          <p:cNvSpPr txBox="1"/>
          <p:nvPr/>
        </p:nvSpPr>
        <p:spPr>
          <a:xfrm>
            <a:off x="11298540" y="6506726"/>
            <a:ext cx="3435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IN" sz="1200" u="none" cap="none" strike="noStrike">
                <a:solidFill>
                  <a:srgbClr val="262626"/>
                </a:solidFill>
                <a:latin typeface="Poppins"/>
                <a:ea typeface="Poppins"/>
                <a:cs typeface="Poppins"/>
                <a:sym typeface="Poppins"/>
              </a:rPr>
              <a:t>01</a:t>
            </a:r>
            <a:endParaRPr b="0" i="0" sz="1400" u="none" cap="none" strike="noStrike">
              <a:solidFill>
                <a:srgbClr val="000000"/>
              </a:solidFill>
              <a:latin typeface="Arial"/>
              <a:ea typeface="Arial"/>
              <a:cs typeface="Arial"/>
              <a:sym typeface="Arial"/>
            </a:endParaRPr>
          </a:p>
        </p:txBody>
      </p:sp>
      <p:sp>
        <p:nvSpPr>
          <p:cNvPr id="1098" name="Google Shape;1098;g372a3a90f18_0_582"/>
          <p:cNvSpPr/>
          <p:nvPr/>
        </p:nvSpPr>
        <p:spPr>
          <a:xfrm>
            <a:off x="4080325" y="3723225"/>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099" name="Google Shape;1099;g372a3a90f18_0_582"/>
          <p:cNvPicPr preferRelativeResize="0"/>
          <p:nvPr/>
        </p:nvPicPr>
        <p:blipFill rotWithShape="1">
          <a:blip r:embed="rId4">
            <a:alphaModFix/>
          </a:blip>
          <a:srcRect b="0" l="0" r="0" t="0"/>
          <a:stretch/>
        </p:blipFill>
        <p:spPr>
          <a:xfrm>
            <a:off x="997275" y="3026375"/>
            <a:ext cx="2811375" cy="21685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grpSp>
        <p:nvGrpSpPr>
          <p:cNvPr id="1104" name="Google Shape;1104;g372a3a90f18_0_591"/>
          <p:cNvGrpSpPr/>
          <p:nvPr/>
        </p:nvGrpSpPr>
        <p:grpSpPr>
          <a:xfrm>
            <a:off x="906789" y="2249474"/>
            <a:ext cx="10553400" cy="1232101"/>
            <a:chOff x="1181464" y="1101747"/>
            <a:chExt cx="10553400" cy="1232101"/>
          </a:xfrm>
        </p:grpSpPr>
        <p:sp>
          <p:nvSpPr>
            <p:cNvPr id="1105" name="Google Shape;1105;g372a3a90f18_0_591"/>
            <p:cNvSpPr txBox="1"/>
            <p:nvPr/>
          </p:nvSpPr>
          <p:spPr>
            <a:xfrm>
              <a:off x="1181464" y="1441048"/>
              <a:ext cx="10553400" cy="892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5200"/>
                <a:buFont typeface="Arial"/>
                <a:buNone/>
              </a:pPr>
              <a:r>
                <a:rPr b="1" i="0" lang="en-IN" sz="5200" u="none" cap="none" strike="noStrike">
                  <a:solidFill>
                    <a:schemeClr val="accent1"/>
                  </a:solidFill>
                  <a:latin typeface="Poppins"/>
                  <a:ea typeface="Poppins"/>
                  <a:cs typeface="Poppins"/>
                  <a:sym typeface="Poppins"/>
                </a:rPr>
                <a:t>Course A </a:t>
              </a:r>
              <a:r>
                <a:rPr b="1" i="0" lang="en-IN" sz="5200" u="none" cap="none" strike="noStrike">
                  <a:solidFill>
                    <a:srgbClr val="262626"/>
                  </a:solidFill>
                  <a:latin typeface="Poppins"/>
                  <a:ea typeface="Poppins"/>
                  <a:cs typeface="Poppins"/>
                  <a:sym typeface="Poppins"/>
                </a:rPr>
                <a:t>: Prompt Engineering</a:t>
              </a:r>
              <a:endParaRPr b="1" i="0" sz="5200" u="none" cap="none" strike="noStrike">
                <a:solidFill>
                  <a:srgbClr val="06B3F3"/>
                </a:solidFill>
                <a:latin typeface="Poppins"/>
                <a:ea typeface="Poppins"/>
                <a:cs typeface="Poppins"/>
                <a:sym typeface="Poppins"/>
              </a:endParaRPr>
            </a:p>
          </p:txBody>
        </p:sp>
        <p:sp>
          <p:nvSpPr>
            <p:cNvPr id="1106" name="Google Shape;1106;g372a3a90f18_0_591"/>
            <p:cNvSpPr/>
            <p:nvPr/>
          </p:nvSpPr>
          <p:spPr>
            <a:xfrm>
              <a:off x="1292220" y="1101747"/>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grpSp>
      <p:sp>
        <p:nvSpPr>
          <p:cNvPr id="1107" name="Google Shape;1107;g372a3a90f18_0_591"/>
          <p:cNvSpPr txBox="1"/>
          <p:nvPr/>
        </p:nvSpPr>
        <p:spPr>
          <a:xfrm>
            <a:off x="11298554" y="6506725"/>
            <a:ext cx="4665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IN" sz="1200" u="none" cap="none" strike="noStrike">
                <a:solidFill>
                  <a:srgbClr val="262626"/>
                </a:solidFill>
                <a:latin typeface="Poppins"/>
                <a:ea typeface="Poppins"/>
                <a:cs typeface="Poppins"/>
                <a:sym typeface="Poppins"/>
              </a:rPr>
              <a:t>05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grpSp>
        <p:nvGrpSpPr>
          <p:cNvPr id="1112" name="Google Shape;1112;p3"/>
          <p:cNvGrpSpPr/>
          <p:nvPr/>
        </p:nvGrpSpPr>
        <p:grpSpPr>
          <a:xfrm>
            <a:off x="1200514" y="1962028"/>
            <a:ext cx="10553400" cy="2025847"/>
            <a:chOff x="1181464" y="862101"/>
            <a:chExt cx="10553400" cy="2025847"/>
          </a:xfrm>
        </p:grpSpPr>
        <p:sp>
          <p:nvSpPr>
            <p:cNvPr id="1113" name="Google Shape;1113;p3"/>
            <p:cNvSpPr txBox="1"/>
            <p:nvPr/>
          </p:nvSpPr>
          <p:spPr>
            <a:xfrm>
              <a:off x="1181464" y="1441048"/>
              <a:ext cx="10553400" cy="144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n-IN" sz="4400" u="none" cap="none" strike="noStrike">
                  <a:solidFill>
                    <a:srgbClr val="000000"/>
                  </a:solidFill>
                  <a:latin typeface="Arial"/>
                  <a:ea typeface="Arial"/>
                  <a:cs typeface="Arial"/>
                  <a:sym typeface="Arial"/>
                </a:rPr>
                <a:t>LLM </a:t>
              </a:r>
              <a:br>
                <a:rPr b="1" i="0" lang="en-IN" sz="4400" u="none" cap="none" strike="noStrike">
                  <a:solidFill>
                    <a:srgbClr val="000000"/>
                  </a:solidFill>
                  <a:latin typeface="Arial"/>
                  <a:ea typeface="Arial"/>
                  <a:cs typeface="Arial"/>
                  <a:sym typeface="Arial"/>
                </a:rPr>
              </a:br>
              <a:r>
                <a:rPr b="1" i="0" lang="en-IN" sz="4400" u="none" cap="none" strike="noStrike">
                  <a:solidFill>
                    <a:schemeClr val="accent1"/>
                  </a:solidFill>
                  <a:latin typeface="Arial"/>
                  <a:ea typeface="Arial"/>
                  <a:cs typeface="Arial"/>
                  <a:sym typeface="Arial"/>
                </a:rPr>
                <a:t>Programing &amp; Best Practices</a:t>
              </a:r>
              <a:endParaRPr b="1" i="0" sz="4400" u="none" cap="none" strike="noStrike">
                <a:solidFill>
                  <a:schemeClr val="accent1"/>
                </a:solidFill>
                <a:latin typeface="Poppins"/>
                <a:ea typeface="Poppins"/>
                <a:cs typeface="Poppins"/>
                <a:sym typeface="Poppins"/>
              </a:endParaRPr>
            </a:p>
          </p:txBody>
        </p:sp>
        <p:sp>
          <p:nvSpPr>
            <p:cNvPr id="1114" name="Google Shape;1114;p3"/>
            <p:cNvSpPr/>
            <p:nvPr/>
          </p:nvSpPr>
          <p:spPr>
            <a:xfrm>
              <a:off x="1292220" y="1101747"/>
              <a:ext cx="994950" cy="105484"/>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sp>
          <p:nvSpPr>
            <p:cNvPr id="1115" name="Google Shape;1115;p3"/>
            <p:cNvSpPr txBox="1"/>
            <p:nvPr/>
          </p:nvSpPr>
          <p:spPr>
            <a:xfrm>
              <a:off x="2427026" y="862101"/>
              <a:ext cx="7935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IN" sz="3200" u="none" cap="none" strike="noStrike">
                  <a:solidFill>
                    <a:srgbClr val="06B3F3"/>
                  </a:solidFill>
                  <a:latin typeface="Poppins"/>
                  <a:ea typeface="Poppins"/>
                  <a:cs typeface="Poppins"/>
                  <a:sym typeface="Poppins"/>
                </a:rPr>
                <a:t>03</a:t>
              </a:r>
              <a:endParaRPr b="0" i="0" sz="1400" u="none" cap="none" strike="noStrike">
                <a:solidFill>
                  <a:srgbClr val="000000"/>
                </a:solidFill>
                <a:latin typeface="Arial"/>
                <a:ea typeface="Arial"/>
                <a:cs typeface="Arial"/>
                <a:sym typeface="Arial"/>
              </a:endParaRPr>
            </a:p>
          </p:txBody>
        </p:sp>
      </p:grpSp>
      <p:sp>
        <p:nvSpPr>
          <p:cNvPr id="1116" name="Google Shape;1116;p3"/>
          <p:cNvSpPr txBox="1"/>
          <p:nvPr/>
        </p:nvSpPr>
        <p:spPr>
          <a:xfrm>
            <a:off x="11298554" y="6506725"/>
            <a:ext cx="4665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IN" sz="1200" u="none" cap="none" strike="noStrike">
                <a:solidFill>
                  <a:srgbClr val="262626"/>
                </a:solidFill>
                <a:latin typeface="Poppins"/>
                <a:ea typeface="Poppins"/>
                <a:cs typeface="Poppins"/>
                <a:sym typeface="Poppins"/>
              </a:rPr>
              <a:t>05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g372a3a90f18_0_2308"/>
          <p:cNvSpPr txBox="1"/>
          <p:nvPr/>
        </p:nvSpPr>
        <p:spPr>
          <a:xfrm>
            <a:off x="1527172" y="964007"/>
            <a:ext cx="5557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2" name="Google Shape;1122;g372a3a90f18_0_2308"/>
          <p:cNvSpPr txBox="1"/>
          <p:nvPr/>
        </p:nvSpPr>
        <p:spPr>
          <a:xfrm>
            <a:off x="2028250" y="1763550"/>
            <a:ext cx="8434200" cy="3447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Session Focus:</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LLM programming best practices (quality, reliability), prompt design and tuning, model selection, API usage,</a:t>
            </a:r>
            <a:endParaRPr b="0" i="0" sz="16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performance/cost optimization.</a:t>
            </a:r>
            <a:endParaRPr b="0" i="0" sz="1600" u="none" cap="none" strike="noStrike">
              <a:solidFill>
                <a:srgbClr val="000000"/>
              </a:solidFill>
              <a:latin typeface="Poppins"/>
              <a:ea typeface="Poppins"/>
              <a:cs typeface="Poppins"/>
              <a:sym typeface="Poppins"/>
            </a:endParaRPr>
          </a:p>
          <a:p>
            <a:pPr indent="0" lvl="0" marL="45720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Poppins"/>
                <a:ea typeface="Poppins"/>
                <a:cs typeface="Poppins"/>
                <a:sym typeface="Poppins"/>
              </a:rPr>
              <a:t>Audience:</a:t>
            </a:r>
            <a:endParaRPr b="1" i="0" sz="1800" u="none" cap="none" strike="noStrike">
              <a:solidFill>
                <a:schemeClr val="dk1"/>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Poppins"/>
                <a:ea typeface="Poppins"/>
                <a:cs typeface="Poppins"/>
                <a:sym typeface="Poppins"/>
              </a:rPr>
              <a:t>Finance, Customer Service, and IT professionals looking to leverage LLMs effectively.</a:t>
            </a:r>
            <a:br>
              <a:rPr b="0" i="0" lang="en-IN" sz="1600" u="none" cap="none" strike="noStrike">
                <a:solidFill>
                  <a:schemeClr val="dk1"/>
                </a:solidFill>
                <a:latin typeface="Poppins"/>
                <a:ea typeface="Poppins"/>
                <a:cs typeface="Poppins"/>
                <a:sym typeface="Poppins"/>
              </a:rPr>
            </a:br>
            <a:endParaRPr b="0" i="0" sz="1600" u="none" cap="none" strike="noStrike">
              <a:solidFill>
                <a:schemeClr val="dk1"/>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Poppins"/>
                <a:ea typeface="Poppins"/>
                <a:cs typeface="Poppins"/>
                <a:sym typeface="Poppins"/>
              </a:rPr>
              <a:t>Guiding Principles:</a:t>
            </a:r>
            <a:endParaRPr b="1" i="0" sz="1800" u="none" cap="none" strike="noStrike">
              <a:solidFill>
                <a:schemeClr val="dk1"/>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Poppins"/>
                <a:ea typeface="Poppins"/>
                <a:cs typeface="Poppins"/>
                <a:sym typeface="Poppins"/>
              </a:rPr>
              <a:t>Clear instructions, iterative testing, and domain-specific adaptation for better outcomes.</a:t>
            </a:r>
            <a:endParaRPr b="0" i="0" sz="1600" u="none" cap="none" strike="noStrike">
              <a:solidFill>
                <a:schemeClr val="dk1"/>
              </a:solidFill>
              <a:latin typeface="Poppins"/>
              <a:ea typeface="Poppins"/>
              <a:cs typeface="Poppins"/>
              <a:sym typeface="Poppins"/>
            </a:endParaRPr>
          </a:p>
          <a:p>
            <a:pPr indent="0" lvl="0" marL="45720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Poppins"/>
              <a:ea typeface="Poppins"/>
              <a:cs typeface="Poppins"/>
              <a:sym typeface="Poppins"/>
            </a:endParaRPr>
          </a:p>
        </p:txBody>
      </p:sp>
      <p:sp>
        <p:nvSpPr>
          <p:cNvPr id="1123" name="Google Shape;1123;g372a3a90f18_0_2308"/>
          <p:cNvSpPr txBox="1"/>
          <p:nvPr/>
        </p:nvSpPr>
        <p:spPr>
          <a:xfrm>
            <a:off x="525548" y="543433"/>
            <a:ext cx="74688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IN" sz="3200" u="none" cap="none" strike="noStrike">
                <a:solidFill>
                  <a:schemeClr val="dk1"/>
                </a:solidFill>
                <a:latin typeface="Poppins"/>
                <a:ea typeface="Poppins"/>
                <a:cs typeface="Poppins"/>
                <a:sym typeface="Poppins"/>
              </a:rPr>
              <a:t>Introduction </a:t>
            </a:r>
            <a:r>
              <a:rPr b="1" i="0" lang="en-IN" sz="3200" u="none" cap="none" strike="noStrike">
                <a:solidFill>
                  <a:schemeClr val="accent1"/>
                </a:solidFill>
                <a:latin typeface="Poppins"/>
                <a:ea typeface="Poppins"/>
                <a:cs typeface="Poppins"/>
                <a:sym typeface="Poppins"/>
              </a:rPr>
              <a:t>&amp; </a:t>
            </a:r>
            <a:r>
              <a:rPr b="1" i="0" lang="en-IN" sz="3200" u="none" cap="none" strike="noStrike">
                <a:solidFill>
                  <a:schemeClr val="dk1"/>
                </a:solidFill>
                <a:latin typeface="Poppins"/>
                <a:ea typeface="Poppins"/>
                <a:cs typeface="Poppins"/>
                <a:sym typeface="Poppins"/>
              </a:rPr>
              <a:t>Objectives</a:t>
            </a:r>
            <a:endParaRPr b="1" i="0" sz="3200" u="none" cap="none" strike="noStrike">
              <a:solidFill>
                <a:schemeClr val="dk1"/>
              </a:solidFill>
              <a:latin typeface="Poppins"/>
              <a:ea typeface="Poppins"/>
              <a:cs typeface="Poppins"/>
              <a:sym typeface="Poppins"/>
            </a:endParaRPr>
          </a:p>
        </p:txBody>
      </p:sp>
      <p:sp>
        <p:nvSpPr>
          <p:cNvPr id="1124" name="Google Shape;1124;g372a3a90f18_0_2308"/>
          <p:cNvSpPr/>
          <p:nvPr/>
        </p:nvSpPr>
        <p:spPr>
          <a:xfrm>
            <a:off x="525560" y="395008"/>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125" name="Google Shape;1125;g372a3a90f18_0_2308"/>
          <p:cNvPicPr preferRelativeResize="0"/>
          <p:nvPr/>
        </p:nvPicPr>
        <p:blipFill rotWithShape="1">
          <a:blip r:embed="rId3">
            <a:alphaModFix/>
          </a:blip>
          <a:srcRect b="0" l="0" r="0" t="0"/>
          <a:stretch/>
        </p:blipFill>
        <p:spPr>
          <a:xfrm>
            <a:off x="1527175" y="1848455"/>
            <a:ext cx="348675" cy="348675"/>
          </a:xfrm>
          <a:prstGeom prst="rect">
            <a:avLst/>
          </a:prstGeom>
          <a:noFill/>
          <a:ln>
            <a:noFill/>
          </a:ln>
        </p:spPr>
      </p:pic>
      <p:pic>
        <p:nvPicPr>
          <p:cNvPr id="1126" name="Google Shape;1126;g372a3a90f18_0_2308"/>
          <p:cNvPicPr preferRelativeResize="0"/>
          <p:nvPr/>
        </p:nvPicPr>
        <p:blipFill rotWithShape="1">
          <a:blip r:embed="rId4">
            <a:alphaModFix/>
          </a:blip>
          <a:srcRect b="0" l="0" r="0" t="0"/>
          <a:stretch/>
        </p:blipFill>
        <p:spPr>
          <a:xfrm>
            <a:off x="1547603" y="3121201"/>
            <a:ext cx="307818" cy="307800"/>
          </a:xfrm>
          <a:prstGeom prst="rect">
            <a:avLst/>
          </a:prstGeom>
          <a:noFill/>
          <a:ln>
            <a:noFill/>
          </a:ln>
        </p:spPr>
      </p:pic>
      <p:pic>
        <p:nvPicPr>
          <p:cNvPr id="1127" name="Google Shape;1127;g372a3a90f18_0_2308"/>
          <p:cNvPicPr preferRelativeResize="0"/>
          <p:nvPr/>
        </p:nvPicPr>
        <p:blipFill rotWithShape="1">
          <a:blip r:embed="rId5">
            <a:alphaModFix/>
          </a:blip>
          <a:srcRect b="0" l="0" r="0" t="0"/>
          <a:stretch/>
        </p:blipFill>
        <p:spPr>
          <a:xfrm>
            <a:off x="1523912" y="4126376"/>
            <a:ext cx="355200" cy="355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g34550a05580_1_7"/>
          <p:cNvSpPr txBox="1"/>
          <p:nvPr/>
        </p:nvSpPr>
        <p:spPr>
          <a:xfrm>
            <a:off x="1527172" y="964007"/>
            <a:ext cx="5557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3" name="Google Shape;1133;g34550a05580_1_7"/>
          <p:cNvSpPr txBox="1"/>
          <p:nvPr/>
        </p:nvSpPr>
        <p:spPr>
          <a:xfrm>
            <a:off x="979075" y="1757050"/>
            <a:ext cx="3936900" cy="861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Monitoring &amp; Logging</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Track API usage, tokens, latency, and errors.</a:t>
            </a:r>
            <a:endParaRPr b="1" i="0" sz="1800" u="none" cap="none" strike="noStrike">
              <a:solidFill>
                <a:srgbClr val="000000"/>
              </a:solidFill>
              <a:latin typeface="Poppins"/>
              <a:ea typeface="Poppins"/>
              <a:cs typeface="Poppins"/>
              <a:sym typeface="Poppins"/>
            </a:endParaRPr>
          </a:p>
        </p:txBody>
      </p:sp>
      <p:sp>
        <p:nvSpPr>
          <p:cNvPr id="1134" name="Google Shape;1134;g34550a05580_1_7"/>
          <p:cNvSpPr txBox="1"/>
          <p:nvPr/>
        </p:nvSpPr>
        <p:spPr>
          <a:xfrm>
            <a:off x="525548" y="543433"/>
            <a:ext cx="74688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IN" sz="3200" u="none" cap="none" strike="noStrike">
                <a:solidFill>
                  <a:schemeClr val="dk1"/>
                </a:solidFill>
                <a:latin typeface="Poppins"/>
                <a:ea typeface="Poppins"/>
                <a:cs typeface="Poppins"/>
                <a:sym typeface="Poppins"/>
              </a:rPr>
              <a:t>Best Practices: </a:t>
            </a:r>
            <a:r>
              <a:rPr b="1" i="0" lang="en-IN" sz="3200" u="none" cap="none" strike="noStrike">
                <a:solidFill>
                  <a:schemeClr val="accent1"/>
                </a:solidFill>
                <a:latin typeface="Poppins"/>
                <a:ea typeface="Poppins"/>
                <a:cs typeface="Poppins"/>
                <a:sym typeface="Poppins"/>
              </a:rPr>
              <a:t>Quality</a:t>
            </a:r>
            <a:r>
              <a:rPr b="1" i="0" lang="en-IN" sz="3200" u="none" cap="none" strike="noStrike">
                <a:solidFill>
                  <a:schemeClr val="dk1"/>
                </a:solidFill>
                <a:latin typeface="Poppins"/>
                <a:ea typeface="Poppins"/>
                <a:cs typeface="Poppins"/>
                <a:sym typeface="Poppins"/>
              </a:rPr>
              <a:t> &amp; </a:t>
            </a:r>
            <a:r>
              <a:rPr b="1" i="0" lang="en-IN" sz="3200" u="none" cap="none" strike="noStrike">
                <a:solidFill>
                  <a:schemeClr val="accent1"/>
                </a:solidFill>
                <a:latin typeface="Poppins"/>
                <a:ea typeface="Poppins"/>
                <a:cs typeface="Poppins"/>
                <a:sym typeface="Poppins"/>
              </a:rPr>
              <a:t>Reliability</a:t>
            </a:r>
            <a:endParaRPr b="1" i="0" sz="3200" u="none" cap="none" strike="noStrike">
              <a:solidFill>
                <a:schemeClr val="accent1"/>
              </a:solidFill>
              <a:latin typeface="Poppins"/>
              <a:ea typeface="Poppins"/>
              <a:cs typeface="Poppins"/>
              <a:sym typeface="Poppins"/>
            </a:endParaRPr>
          </a:p>
        </p:txBody>
      </p:sp>
      <p:sp>
        <p:nvSpPr>
          <p:cNvPr id="1135" name="Google Shape;1135;g34550a05580_1_7"/>
          <p:cNvSpPr/>
          <p:nvPr/>
        </p:nvSpPr>
        <p:spPr>
          <a:xfrm>
            <a:off x="525560" y="395008"/>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136" name="Google Shape;1136;g34550a05580_1_7"/>
          <p:cNvPicPr preferRelativeResize="0"/>
          <p:nvPr/>
        </p:nvPicPr>
        <p:blipFill rotWithShape="1">
          <a:blip r:embed="rId3">
            <a:alphaModFix/>
          </a:blip>
          <a:srcRect b="0" l="0" r="0" t="0"/>
          <a:stretch/>
        </p:blipFill>
        <p:spPr>
          <a:xfrm>
            <a:off x="525550" y="1833251"/>
            <a:ext cx="367150" cy="367150"/>
          </a:xfrm>
          <a:prstGeom prst="rect">
            <a:avLst/>
          </a:prstGeom>
          <a:noFill/>
          <a:ln>
            <a:noFill/>
          </a:ln>
        </p:spPr>
      </p:pic>
      <p:sp>
        <p:nvSpPr>
          <p:cNvPr id="1137" name="Google Shape;1137;g34550a05580_1_7"/>
          <p:cNvSpPr txBox="1"/>
          <p:nvPr/>
        </p:nvSpPr>
        <p:spPr>
          <a:xfrm>
            <a:off x="979075" y="3171375"/>
            <a:ext cx="3936900" cy="861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Model Versioning</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Pin to exact versions, test updates in staging.</a:t>
            </a:r>
            <a:endParaRPr b="1" i="0" sz="1800" u="none" cap="none" strike="noStrike">
              <a:solidFill>
                <a:srgbClr val="000000"/>
              </a:solidFill>
              <a:latin typeface="Poppins"/>
              <a:ea typeface="Poppins"/>
              <a:cs typeface="Poppins"/>
              <a:sym typeface="Poppins"/>
            </a:endParaRPr>
          </a:p>
        </p:txBody>
      </p:sp>
      <p:sp>
        <p:nvSpPr>
          <p:cNvPr id="1138" name="Google Shape;1138;g34550a05580_1_7"/>
          <p:cNvSpPr txBox="1"/>
          <p:nvPr/>
        </p:nvSpPr>
        <p:spPr>
          <a:xfrm>
            <a:off x="979075" y="4509225"/>
            <a:ext cx="39369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Security</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Mask PII, store API keys securely.</a:t>
            </a:r>
            <a:endParaRPr b="1" i="0" sz="1800" u="none" cap="none" strike="noStrike">
              <a:solidFill>
                <a:srgbClr val="000000"/>
              </a:solidFill>
              <a:latin typeface="Poppins"/>
              <a:ea typeface="Poppins"/>
              <a:cs typeface="Poppins"/>
              <a:sym typeface="Poppins"/>
            </a:endParaRPr>
          </a:p>
        </p:txBody>
      </p:sp>
      <p:sp>
        <p:nvSpPr>
          <p:cNvPr id="1139" name="Google Shape;1139;g34550a05580_1_7"/>
          <p:cNvSpPr txBox="1"/>
          <p:nvPr/>
        </p:nvSpPr>
        <p:spPr>
          <a:xfrm>
            <a:off x="7245475" y="1680850"/>
            <a:ext cx="3936900" cy="861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Error Handling</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Retries with exponential backoff, fallback logic.</a:t>
            </a:r>
            <a:endParaRPr b="1" i="0" sz="1800" u="none" cap="none" strike="noStrike">
              <a:solidFill>
                <a:srgbClr val="000000"/>
              </a:solidFill>
              <a:latin typeface="Poppins"/>
              <a:ea typeface="Poppins"/>
              <a:cs typeface="Poppins"/>
              <a:sym typeface="Poppins"/>
            </a:endParaRPr>
          </a:p>
        </p:txBody>
      </p:sp>
      <p:sp>
        <p:nvSpPr>
          <p:cNvPr id="1140" name="Google Shape;1140;g34550a05580_1_7"/>
          <p:cNvSpPr txBox="1"/>
          <p:nvPr/>
        </p:nvSpPr>
        <p:spPr>
          <a:xfrm>
            <a:off x="7245475" y="3095175"/>
            <a:ext cx="3936900" cy="1108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Input Validation</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Track API usage, tokens, latency, and errors.Sanitize and validate prompts before sending.</a:t>
            </a:r>
            <a:endParaRPr b="1" i="0" sz="1800" u="none" cap="none" strike="noStrike">
              <a:solidFill>
                <a:srgbClr val="000000"/>
              </a:solidFill>
              <a:latin typeface="Poppins"/>
              <a:ea typeface="Poppins"/>
              <a:cs typeface="Poppins"/>
              <a:sym typeface="Poppins"/>
            </a:endParaRPr>
          </a:p>
        </p:txBody>
      </p:sp>
      <p:sp>
        <p:nvSpPr>
          <p:cNvPr id="1141" name="Google Shape;1141;g34550a05580_1_7"/>
          <p:cNvSpPr txBox="1"/>
          <p:nvPr/>
        </p:nvSpPr>
        <p:spPr>
          <a:xfrm>
            <a:off x="7245475" y="4433025"/>
            <a:ext cx="3936900" cy="861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Cost Control</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Cache frequent queries, use smaller models when possible.</a:t>
            </a:r>
            <a:endParaRPr b="1" i="0" sz="1800" u="none" cap="none" strike="noStrike">
              <a:solidFill>
                <a:srgbClr val="000000"/>
              </a:solidFill>
              <a:latin typeface="Poppins"/>
              <a:ea typeface="Poppins"/>
              <a:cs typeface="Poppins"/>
              <a:sym typeface="Poppins"/>
            </a:endParaRPr>
          </a:p>
        </p:txBody>
      </p:sp>
      <p:pic>
        <p:nvPicPr>
          <p:cNvPr id="1142" name="Google Shape;1142;g34550a05580_1_7"/>
          <p:cNvPicPr preferRelativeResize="0"/>
          <p:nvPr/>
        </p:nvPicPr>
        <p:blipFill rotWithShape="1">
          <a:blip r:embed="rId4">
            <a:alphaModFix/>
          </a:blip>
          <a:srcRect b="0" l="0" r="0" t="0"/>
          <a:stretch/>
        </p:blipFill>
        <p:spPr>
          <a:xfrm>
            <a:off x="477588" y="3247581"/>
            <a:ext cx="463075" cy="463075"/>
          </a:xfrm>
          <a:prstGeom prst="rect">
            <a:avLst/>
          </a:prstGeom>
          <a:noFill/>
          <a:ln>
            <a:noFill/>
          </a:ln>
        </p:spPr>
      </p:pic>
      <p:pic>
        <p:nvPicPr>
          <p:cNvPr id="1143" name="Google Shape;1143;g34550a05580_1_7"/>
          <p:cNvPicPr preferRelativeResize="0"/>
          <p:nvPr/>
        </p:nvPicPr>
        <p:blipFill rotWithShape="1">
          <a:blip r:embed="rId5">
            <a:alphaModFix/>
          </a:blip>
          <a:srcRect b="0" l="0" r="0" t="0"/>
          <a:stretch/>
        </p:blipFill>
        <p:spPr>
          <a:xfrm>
            <a:off x="435099" y="4542999"/>
            <a:ext cx="463050" cy="463050"/>
          </a:xfrm>
          <a:prstGeom prst="rect">
            <a:avLst/>
          </a:prstGeom>
          <a:noFill/>
          <a:ln>
            <a:noFill/>
          </a:ln>
        </p:spPr>
      </p:pic>
      <p:pic>
        <p:nvPicPr>
          <p:cNvPr id="1144" name="Google Shape;1144;g34550a05580_1_7"/>
          <p:cNvPicPr preferRelativeResize="0"/>
          <p:nvPr/>
        </p:nvPicPr>
        <p:blipFill rotWithShape="1">
          <a:blip r:embed="rId6">
            <a:alphaModFix/>
          </a:blip>
          <a:srcRect b="0" l="0" r="0" t="0"/>
          <a:stretch/>
        </p:blipFill>
        <p:spPr>
          <a:xfrm>
            <a:off x="6478350" y="1757350"/>
            <a:ext cx="367150" cy="367150"/>
          </a:xfrm>
          <a:prstGeom prst="rect">
            <a:avLst/>
          </a:prstGeom>
          <a:noFill/>
          <a:ln>
            <a:noFill/>
          </a:ln>
        </p:spPr>
      </p:pic>
      <p:pic>
        <p:nvPicPr>
          <p:cNvPr id="1145" name="Google Shape;1145;g34550a05580_1_7"/>
          <p:cNvPicPr preferRelativeResize="0"/>
          <p:nvPr/>
        </p:nvPicPr>
        <p:blipFill rotWithShape="1">
          <a:blip r:embed="rId7">
            <a:alphaModFix/>
          </a:blip>
          <a:srcRect b="0" l="0" r="0" t="0"/>
          <a:stretch/>
        </p:blipFill>
        <p:spPr>
          <a:xfrm>
            <a:off x="6431825" y="3247575"/>
            <a:ext cx="384000" cy="384000"/>
          </a:xfrm>
          <a:prstGeom prst="rect">
            <a:avLst/>
          </a:prstGeom>
          <a:noFill/>
          <a:ln>
            <a:noFill/>
          </a:ln>
        </p:spPr>
      </p:pic>
      <p:pic>
        <p:nvPicPr>
          <p:cNvPr id="1146" name="Google Shape;1146;g34550a05580_1_7"/>
          <p:cNvPicPr preferRelativeResize="0"/>
          <p:nvPr/>
        </p:nvPicPr>
        <p:blipFill rotWithShape="1">
          <a:blip r:embed="rId8">
            <a:alphaModFix/>
          </a:blip>
          <a:srcRect b="0" l="0" r="0" t="0"/>
          <a:stretch/>
        </p:blipFill>
        <p:spPr>
          <a:xfrm>
            <a:off x="6478350" y="4509225"/>
            <a:ext cx="463050" cy="463050"/>
          </a:xfrm>
          <a:prstGeom prst="rect">
            <a:avLst/>
          </a:prstGeom>
          <a:noFill/>
          <a:ln>
            <a:noFill/>
          </a:ln>
        </p:spPr>
      </p:pic>
      <p:sp>
        <p:nvSpPr>
          <p:cNvPr id="1147" name="Google Shape;1147;g34550a05580_1_7"/>
          <p:cNvSpPr txBox="1"/>
          <p:nvPr/>
        </p:nvSpPr>
        <p:spPr>
          <a:xfrm>
            <a:off x="2701650" y="5750725"/>
            <a:ext cx="67887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Implementing these practices ensures reliable and cost-effective LLM integration.</a:t>
            </a:r>
            <a:endParaRPr b="0" i="0" sz="1600" u="none" cap="none" strike="noStrike">
              <a:solidFill>
                <a:srgbClr val="000000"/>
              </a:solidFill>
              <a:latin typeface="Poppins"/>
              <a:ea typeface="Poppins"/>
              <a:cs typeface="Poppins"/>
              <a:sym typeface="Poppins"/>
            </a:endParaRPr>
          </a:p>
        </p:txBody>
      </p:sp>
      <p:pic>
        <p:nvPicPr>
          <p:cNvPr id="1148" name="Google Shape;1148;g34550a05580_1_7"/>
          <p:cNvPicPr preferRelativeResize="0"/>
          <p:nvPr/>
        </p:nvPicPr>
        <p:blipFill rotWithShape="1">
          <a:blip r:embed="rId9">
            <a:alphaModFix/>
          </a:blip>
          <a:srcRect b="0" l="0" r="0" t="0"/>
          <a:stretch/>
        </p:blipFill>
        <p:spPr>
          <a:xfrm>
            <a:off x="2911175" y="5857750"/>
            <a:ext cx="463050" cy="4630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g34550a05580_1_52"/>
          <p:cNvSpPr txBox="1"/>
          <p:nvPr/>
        </p:nvSpPr>
        <p:spPr>
          <a:xfrm>
            <a:off x="1527172" y="964007"/>
            <a:ext cx="5557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4" name="Google Shape;1154;g34550a05580_1_52"/>
          <p:cNvSpPr txBox="1"/>
          <p:nvPr/>
        </p:nvSpPr>
        <p:spPr>
          <a:xfrm>
            <a:off x="979075" y="2061850"/>
            <a:ext cx="3936900" cy="861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Latest &amp; Most Capable</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Use the latest, most capable models for complex tasks</a:t>
            </a:r>
            <a:endParaRPr b="1" i="0" sz="1800" u="none" cap="none" strike="noStrike">
              <a:solidFill>
                <a:srgbClr val="000000"/>
              </a:solidFill>
              <a:latin typeface="Poppins"/>
              <a:ea typeface="Poppins"/>
              <a:cs typeface="Poppins"/>
              <a:sym typeface="Poppins"/>
            </a:endParaRPr>
          </a:p>
        </p:txBody>
      </p:sp>
      <p:sp>
        <p:nvSpPr>
          <p:cNvPr id="1155" name="Google Shape;1155;g34550a05580_1_52"/>
          <p:cNvSpPr txBox="1"/>
          <p:nvPr/>
        </p:nvSpPr>
        <p:spPr>
          <a:xfrm>
            <a:off x="525548" y="543433"/>
            <a:ext cx="74688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IN" sz="3200" u="none" cap="none" strike="noStrike">
                <a:solidFill>
                  <a:schemeClr val="dk1"/>
                </a:solidFill>
                <a:latin typeface="Poppins"/>
                <a:ea typeface="Poppins"/>
                <a:cs typeface="Poppins"/>
                <a:sym typeface="Poppins"/>
              </a:rPr>
              <a:t>Choosing: </a:t>
            </a:r>
            <a:r>
              <a:rPr b="1" i="0" lang="en-IN" sz="3200" u="none" cap="none" strike="noStrike">
                <a:solidFill>
                  <a:schemeClr val="accent1"/>
                </a:solidFill>
                <a:latin typeface="Poppins"/>
                <a:ea typeface="Poppins"/>
                <a:cs typeface="Poppins"/>
                <a:sym typeface="Poppins"/>
              </a:rPr>
              <a:t>Right Model</a:t>
            </a:r>
            <a:endParaRPr b="1" i="0" sz="3200" u="none" cap="none" strike="noStrike">
              <a:solidFill>
                <a:schemeClr val="accent1"/>
              </a:solidFill>
              <a:latin typeface="Poppins"/>
              <a:ea typeface="Poppins"/>
              <a:cs typeface="Poppins"/>
              <a:sym typeface="Poppins"/>
            </a:endParaRPr>
          </a:p>
        </p:txBody>
      </p:sp>
      <p:sp>
        <p:nvSpPr>
          <p:cNvPr id="1156" name="Google Shape;1156;g34550a05580_1_52"/>
          <p:cNvSpPr/>
          <p:nvPr/>
        </p:nvSpPr>
        <p:spPr>
          <a:xfrm>
            <a:off x="525560" y="395008"/>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57" name="Google Shape;1157;g34550a05580_1_52"/>
          <p:cNvSpPr txBox="1"/>
          <p:nvPr/>
        </p:nvSpPr>
        <p:spPr>
          <a:xfrm>
            <a:off x="979075" y="3476175"/>
            <a:ext cx="3936900" cy="1108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Specialized Models</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Consider specialized or modality-specific models when available.</a:t>
            </a:r>
            <a:endParaRPr b="0" i="0" sz="1600" u="none" cap="none" strike="noStrike">
              <a:solidFill>
                <a:srgbClr val="000000"/>
              </a:solidFill>
              <a:latin typeface="Poppins"/>
              <a:ea typeface="Poppins"/>
              <a:cs typeface="Poppins"/>
              <a:sym typeface="Poppins"/>
            </a:endParaRPr>
          </a:p>
        </p:txBody>
      </p:sp>
      <p:sp>
        <p:nvSpPr>
          <p:cNvPr id="1158" name="Google Shape;1158;g34550a05580_1_52"/>
          <p:cNvSpPr txBox="1"/>
          <p:nvPr/>
        </p:nvSpPr>
        <p:spPr>
          <a:xfrm>
            <a:off x="7016875" y="1985650"/>
            <a:ext cx="3936900" cy="1108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Speed vs. Quality</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Balance speed vs. quality — smaller models for simple</a:t>
            </a:r>
            <a:endParaRPr b="0" i="0" sz="16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tasks.</a:t>
            </a:r>
            <a:endParaRPr b="0" i="0" sz="1600" u="none" cap="none" strike="noStrike">
              <a:solidFill>
                <a:srgbClr val="000000"/>
              </a:solidFill>
              <a:latin typeface="Poppins"/>
              <a:ea typeface="Poppins"/>
              <a:cs typeface="Poppins"/>
              <a:sym typeface="Poppins"/>
            </a:endParaRPr>
          </a:p>
        </p:txBody>
      </p:sp>
      <p:sp>
        <p:nvSpPr>
          <p:cNvPr id="1159" name="Google Shape;1159;g34550a05580_1_52"/>
          <p:cNvSpPr txBox="1"/>
          <p:nvPr/>
        </p:nvSpPr>
        <p:spPr>
          <a:xfrm>
            <a:off x="7016875" y="3399975"/>
            <a:ext cx="3936900" cy="1108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Context &amp; Capabilities</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Check context window size, capabilities, and vendor</a:t>
            </a:r>
            <a:endParaRPr b="0" i="0" sz="16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updates.</a:t>
            </a:r>
            <a:endParaRPr b="0" i="0" sz="1600" u="none" cap="none" strike="noStrike">
              <a:solidFill>
                <a:srgbClr val="000000"/>
              </a:solidFill>
              <a:latin typeface="Poppins"/>
              <a:ea typeface="Poppins"/>
              <a:cs typeface="Poppins"/>
              <a:sym typeface="Poppins"/>
            </a:endParaRPr>
          </a:p>
        </p:txBody>
      </p:sp>
      <p:sp>
        <p:nvSpPr>
          <p:cNvPr id="1160" name="Google Shape;1160;g34550a05580_1_52"/>
          <p:cNvSpPr txBox="1"/>
          <p:nvPr/>
        </p:nvSpPr>
        <p:spPr>
          <a:xfrm>
            <a:off x="2701650" y="5445925"/>
            <a:ext cx="67887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Match model capabilities to your specific </a:t>
            </a:r>
            <a:endParaRPr b="0" i="0" sz="1600" u="none" cap="none" strike="noStrike">
              <a:solidFill>
                <a:srgbClr val="000000"/>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task requirements for optimal results.</a:t>
            </a:r>
            <a:endParaRPr b="0" i="0" sz="1600" u="none" cap="none" strike="noStrike">
              <a:solidFill>
                <a:srgbClr val="000000"/>
              </a:solidFill>
              <a:latin typeface="Poppins"/>
              <a:ea typeface="Poppins"/>
              <a:cs typeface="Poppins"/>
              <a:sym typeface="Poppins"/>
            </a:endParaRPr>
          </a:p>
        </p:txBody>
      </p:sp>
      <p:pic>
        <p:nvPicPr>
          <p:cNvPr id="1161" name="Google Shape;1161;g34550a05580_1_52"/>
          <p:cNvPicPr preferRelativeResize="0"/>
          <p:nvPr/>
        </p:nvPicPr>
        <p:blipFill rotWithShape="1">
          <a:blip r:embed="rId3">
            <a:alphaModFix/>
          </a:blip>
          <a:srcRect b="0" l="0" r="0" t="0"/>
          <a:stretch/>
        </p:blipFill>
        <p:spPr>
          <a:xfrm>
            <a:off x="3387025" y="5552950"/>
            <a:ext cx="463050" cy="463050"/>
          </a:xfrm>
          <a:prstGeom prst="rect">
            <a:avLst/>
          </a:prstGeom>
          <a:noFill/>
          <a:ln>
            <a:noFill/>
          </a:ln>
        </p:spPr>
      </p:pic>
      <p:pic>
        <p:nvPicPr>
          <p:cNvPr id="1162" name="Google Shape;1162;g34550a05580_1_52"/>
          <p:cNvPicPr preferRelativeResize="0"/>
          <p:nvPr/>
        </p:nvPicPr>
        <p:blipFill rotWithShape="1">
          <a:blip r:embed="rId4">
            <a:alphaModFix/>
          </a:blip>
          <a:srcRect b="0" l="0" r="0" t="0"/>
          <a:stretch/>
        </p:blipFill>
        <p:spPr>
          <a:xfrm>
            <a:off x="449350" y="2062150"/>
            <a:ext cx="463050" cy="463050"/>
          </a:xfrm>
          <a:prstGeom prst="rect">
            <a:avLst/>
          </a:prstGeom>
          <a:noFill/>
          <a:ln>
            <a:noFill/>
          </a:ln>
        </p:spPr>
      </p:pic>
      <p:pic>
        <p:nvPicPr>
          <p:cNvPr id="1163" name="Google Shape;1163;g34550a05580_1_52"/>
          <p:cNvPicPr preferRelativeResize="0"/>
          <p:nvPr/>
        </p:nvPicPr>
        <p:blipFill rotWithShape="1">
          <a:blip r:embed="rId5">
            <a:alphaModFix/>
          </a:blip>
          <a:srcRect b="0" l="0" r="0" t="0"/>
          <a:stretch/>
        </p:blipFill>
        <p:spPr>
          <a:xfrm>
            <a:off x="449351" y="3535128"/>
            <a:ext cx="463050" cy="463072"/>
          </a:xfrm>
          <a:prstGeom prst="rect">
            <a:avLst/>
          </a:prstGeom>
          <a:noFill/>
          <a:ln>
            <a:noFill/>
          </a:ln>
        </p:spPr>
      </p:pic>
      <p:pic>
        <p:nvPicPr>
          <p:cNvPr id="1164" name="Google Shape;1164;g34550a05580_1_52"/>
          <p:cNvPicPr preferRelativeResize="0"/>
          <p:nvPr/>
        </p:nvPicPr>
        <p:blipFill rotWithShape="1">
          <a:blip r:embed="rId6">
            <a:alphaModFix/>
          </a:blip>
          <a:srcRect b="0" l="0" r="0" t="0"/>
          <a:stretch/>
        </p:blipFill>
        <p:spPr>
          <a:xfrm>
            <a:off x="6346675" y="2061850"/>
            <a:ext cx="463050" cy="463050"/>
          </a:xfrm>
          <a:prstGeom prst="rect">
            <a:avLst/>
          </a:prstGeom>
          <a:noFill/>
          <a:ln>
            <a:noFill/>
          </a:ln>
        </p:spPr>
      </p:pic>
      <p:pic>
        <p:nvPicPr>
          <p:cNvPr id="1165" name="Google Shape;1165;g34550a05580_1_52"/>
          <p:cNvPicPr preferRelativeResize="0"/>
          <p:nvPr/>
        </p:nvPicPr>
        <p:blipFill rotWithShape="1">
          <a:blip r:embed="rId7">
            <a:alphaModFix/>
          </a:blip>
          <a:srcRect b="0" l="0" r="0" t="0"/>
          <a:stretch/>
        </p:blipFill>
        <p:spPr>
          <a:xfrm>
            <a:off x="6346675" y="3458325"/>
            <a:ext cx="463050" cy="4630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9" name="Shape 1169"/>
        <p:cNvGrpSpPr/>
        <p:nvPr/>
      </p:nvGrpSpPr>
      <p:grpSpPr>
        <a:xfrm>
          <a:off x="0" y="0"/>
          <a:ext cx="0" cy="0"/>
          <a:chOff x="0" y="0"/>
          <a:chExt cx="0" cy="0"/>
        </a:xfrm>
      </p:grpSpPr>
      <p:sp>
        <p:nvSpPr>
          <p:cNvPr id="1170" name="Google Shape;1170;g34550a05580_1_72"/>
          <p:cNvSpPr txBox="1"/>
          <p:nvPr/>
        </p:nvSpPr>
        <p:spPr>
          <a:xfrm>
            <a:off x="1527172" y="964007"/>
            <a:ext cx="5557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1" name="Google Shape;1171;g34550a05580_1_72"/>
          <p:cNvSpPr txBox="1"/>
          <p:nvPr/>
        </p:nvSpPr>
        <p:spPr>
          <a:xfrm>
            <a:off x="1283875" y="1680850"/>
            <a:ext cx="39369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Model</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Always specify exact model version.</a:t>
            </a:r>
            <a:endParaRPr b="0" i="0" sz="1600" u="none" cap="none" strike="noStrike">
              <a:solidFill>
                <a:srgbClr val="000000"/>
              </a:solidFill>
              <a:latin typeface="Poppins"/>
              <a:ea typeface="Poppins"/>
              <a:cs typeface="Poppins"/>
              <a:sym typeface="Poppins"/>
            </a:endParaRPr>
          </a:p>
        </p:txBody>
      </p:sp>
      <p:sp>
        <p:nvSpPr>
          <p:cNvPr id="1172" name="Google Shape;1172;g34550a05580_1_72"/>
          <p:cNvSpPr txBox="1"/>
          <p:nvPr/>
        </p:nvSpPr>
        <p:spPr>
          <a:xfrm>
            <a:off x="525548" y="543433"/>
            <a:ext cx="74688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IN" sz="3200" u="none" cap="none" strike="noStrike">
                <a:solidFill>
                  <a:schemeClr val="dk1"/>
                </a:solidFill>
                <a:latin typeface="Poppins"/>
                <a:ea typeface="Poppins"/>
                <a:cs typeface="Poppins"/>
                <a:sym typeface="Poppins"/>
              </a:rPr>
              <a:t>Configuring: </a:t>
            </a:r>
            <a:r>
              <a:rPr b="1" i="0" lang="en-IN" sz="3200" u="none" cap="none" strike="noStrike">
                <a:solidFill>
                  <a:schemeClr val="accent1"/>
                </a:solidFill>
                <a:latin typeface="Poppins"/>
                <a:ea typeface="Poppins"/>
                <a:cs typeface="Poppins"/>
                <a:sym typeface="Poppins"/>
              </a:rPr>
              <a:t>Model Parameters</a:t>
            </a:r>
            <a:endParaRPr b="1" i="0" sz="3200" u="none" cap="none" strike="noStrike">
              <a:solidFill>
                <a:schemeClr val="accent1"/>
              </a:solidFill>
              <a:latin typeface="Poppins"/>
              <a:ea typeface="Poppins"/>
              <a:cs typeface="Poppins"/>
              <a:sym typeface="Poppins"/>
            </a:endParaRPr>
          </a:p>
        </p:txBody>
      </p:sp>
      <p:sp>
        <p:nvSpPr>
          <p:cNvPr id="1173" name="Google Shape;1173;g34550a05580_1_72"/>
          <p:cNvSpPr/>
          <p:nvPr/>
        </p:nvSpPr>
        <p:spPr>
          <a:xfrm>
            <a:off x="525560" y="395008"/>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74" name="Google Shape;1174;g34550a05580_1_72"/>
          <p:cNvSpPr txBox="1"/>
          <p:nvPr/>
        </p:nvSpPr>
        <p:spPr>
          <a:xfrm>
            <a:off x="1283875" y="3018975"/>
            <a:ext cx="39369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Max Tokens</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Set output length limits.</a:t>
            </a:r>
            <a:endParaRPr b="0" i="0" sz="1600" u="none" cap="none" strike="noStrike">
              <a:solidFill>
                <a:srgbClr val="000000"/>
              </a:solidFill>
              <a:latin typeface="Poppins"/>
              <a:ea typeface="Poppins"/>
              <a:cs typeface="Poppins"/>
              <a:sym typeface="Poppins"/>
            </a:endParaRPr>
          </a:p>
        </p:txBody>
      </p:sp>
      <p:sp>
        <p:nvSpPr>
          <p:cNvPr id="1175" name="Google Shape;1175;g34550a05580_1_72"/>
          <p:cNvSpPr txBox="1"/>
          <p:nvPr/>
        </p:nvSpPr>
        <p:spPr>
          <a:xfrm>
            <a:off x="1283875" y="4280625"/>
            <a:ext cx="3936900" cy="861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Roles</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Use </a:t>
            </a:r>
            <a:r>
              <a:rPr b="1" i="0" lang="en-IN" sz="1600" u="none" cap="none" strike="noStrike">
                <a:solidFill>
                  <a:schemeClr val="accent1"/>
                </a:solidFill>
                <a:latin typeface="Poppins"/>
                <a:ea typeface="Poppins"/>
                <a:cs typeface="Poppins"/>
                <a:sym typeface="Poppins"/>
              </a:rPr>
              <a:t>system </a:t>
            </a:r>
            <a:r>
              <a:rPr b="0" i="0" lang="en-IN" sz="1600" u="none" cap="none" strike="noStrike">
                <a:solidFill>
                  <a:srgbClr val="000000"/>
                </a:solidFill>
                <a:latin typeface="Poppins"/>
                <a:ea typeface="Poppins"/>
                <a:cs typeface="Poppins"/>
                <a:sym typeface="Poppins"/>
              </a:rPr>
              <a:t>for global rules, </a:t>
            </a:r>
            <a:r>
              <a:rPr b="1" i="0" lang="en-IN" sz="1600" u="none" cap="none" strike="noStrike">
                <a:solidFill>
                  <a:schemeClr val="accent1"/>
                </a:solidFill>
                <a:latin typeface="Poppins"/>
                <a:ea typeface="Poppins"/>
                <a:cs typeface="Poppins"/>
                <a:sym typeface="Poppins"/>
              </a:rPr>
              <a:t>user </a:t>
            </a:r>
            <a:r>
              <a:rPr b="0" i="0" lang="en-IN" sz="1600" u="none" cap="none" strike="noStrike">
                <a:solidFill>
                  <a:srgbClr val="000000"/>
                </a:solidFill>
                <a:latin typeface="Poppins"/>
                <a:ea typeface="Poppins"/>
                <a:cs typeface="Poppins"/>
                <a:sym typeface="Poppins"/>
              </a:rPr>
              <a:t>for specific queries.</a:t>
            </a:r>
            <a:endParaRPr b="0" i="0" sz="1600" u="none" cap="none" strike="noStrike">
              <a:solidFill>
                <a:srgbClr val="000000"/>
              </a:solidFill>
              <a:latin typeface="Poppins"/>
              <a:ea typeface="Poppins"/>
              <a:cs typeface="Poppins"/>
              <a:sym typeface="Poppins"/>
            </a:endParaRPr>
          </a:p>
        </p:txBody>
      </p:sp>
      <p:sp>
        <p:nvSpPr>
          <p:cNvPr id="1176" name="Google Shape;1176;g34550a05580_1_72"/>
          <p:cNvSpPr txBox="1"/>
          <p:nvPr/>
        </p:nvSpPr>
        <p:spPr>
          <a:xfrm>
            <a:off x="7245475" y="1680850"/>
            <a:ext cx="3936900" cy="861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Temperature</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chemeClr val="accent1"/>
                </a:solidFill>
                <a:latin typeface="Poppins"/>
                <a:ea typeface="Poppins"/>
                <a:cs typeface="Poppins"/>
                <a:sym typeface="Poppins"/>
              </a:rPr>
              <a:t>Low</a:t>
            </a:r>
            <a:r>
              <a:rPr b="0" i="0" lang="en-IN" sz="1600" u="none" cap="none" strike="noStrike">
                <a:solidFill>
                  <a:srgbClr val="000000"/>
                </a:solidFill>
                <a:latin typeface="Poppins"/>
                <a:ea typeface="Poppins"/>
                <a:cs typeface="Poppins"/>
                <a:sym typeface="Poppins"/>
              </a:rPr>
              <a:t> = deterministic </a:t>
            </a:r>
            <a:br>
              <a:rPr b="0" i="0" lang="en-IN" sz="1600" u="none" cap="none" strike="noStrike">
                <a:solidFill>
                  <a:srgbClr val="000000"/>
                </a:solidFill>
                <a:latin typeface="Poppins"/>
                <a:ea typeface="Poppins"/>
                <a:cs typeface="Poppins"/>
                <a:sym typeface="Poppins"/>
              </a:rPr>
            </a:br>
            <a:r>
              <a:rPr b="1" i="0" lang="en-IN" sz="1600" u="none" cap="none" strike="noStrike">
                <a:solidFill>
                  <a:schemeClr val="accent1"/>
                </a:solidFill>
                <a:latin typeface="Poppins"/>
                <a:ea typeface="Poppins"/>
                <a:cs typeface="Poppins"/>
                <a:sym typeface="Poppins"/>
              </a:rPr>
              <a:t>high</a:t>
            </a:r>
            <a:r>
              <a:rPr b="0" i="0" lang="en-IN" sz="1600" u="none" cap="none" strike="noStrike">
                <a:solidFill>
                  <a:srgbClr val="000000"/>
                </a:solidFill>
                <a:latin typeface="Poppins"/>
                <a:ea typeface="Poppins"/>
                <a:cs typeface="Poppins"/>
                <a:sym typeface="Poppins"/>
              </a:rPr>
              <a:t> = creative.</a:t>
            </a:r>
            <a:endParaRPr b="0" i="0" sz="1600" u="none" cap="none" strike="noStrike">
              <a:solidFill>
                <a:srgbClr val="000000"/>
              </a:solidFill>
              <a:latin typeface="Poppins"/>
              <a:ea typeface="Poppins"/>
              <a:cs typeface="Poppins"/>
              <a:sym typeface="Poppins"/>
            </a:endParaRPr>
          </a:p>
        </p:txBody>
      </p:sp>
      <p:sp>
        <p:nvSpPr>
          <p:cNvPr id="1177" name="Google Shape;1177;g34550a05580_1_72"/>
          <p:cNvSpPr txBox="1"/>
          <p:nvPr/>
        </p:nvSpPr>
        <p:spPr>
          <a:xfrm>
            <a:off x="7245475" y="3018975"/>
            <a:ext cx="3936900" cy="92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Other Params</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rgbClr val="000000"/>
                </a:solidFill>
                <a:latin typeface="Poppins"/>
                <a:ea typeface="Poppins"/>
                <a:cs typeface="Poppins"/>
                <a:sym typeface="Poppins"/>
              </a:rPr>
              <a:t>top_p, penalties to avoid repetition.</a:t>
            </a:r>
            <a:endParaRPr b="0" i="0" sz="1800" u="none" cap="none" strike="noStrike">
              <a:solidFill>
                <a:srgbClr val="000000"/>
              </a:solidFill>
              <a:latin typeface="Poppins"/>
              <a:ea typeface="Poppins"/>
              <a:cs typeface="Poppins"/>
              <a:sym typeface="Poppins"/>
            </a:endParaRPr>
          </a:p>
        </p:txBody>
      </p:sp>
      <p:sp>
        <p:nvSpPr>
          <p:cNvPr id="1178" name="Google Shape;1178;g34550a05580_1_72"/>
          <p:cNvSpPr txBox="1"/>
          <p:nvPr/>
        </p:nvSpPr>
        <p:spPr>
          <a:xfrm>
            <a:off x="2701650" y="5750725"/>
            <a:ext cx="67887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Carefully configuring these parameters will significantly impact response quality and consistency.</a:t>
            </a:r>
            <a:endParaRPr b="0" i="0" sz="1600" u="none" cap="none" strike="noStrike">
              <a:solidFill>
                <a:srgbClr val="000000"/>
              </a:solidFill>
              <a:latin typeface="Poppins"/>
              <a:ea typeface="Poppins"/>
              <a:cs typeface="Poppins"/>
              <a:sym typeface="Poppins"/>
            </a:endParaRPr>
          </a:p>
        </p:txBody>
      </p:sp>
      <p:pic>
        <p:nvPicPr>
          <p:cNvPr id="1179" name="Google Shape;1179;g34550a05580_1_72"/>
          <p:cNvPicPr preferRelativeResize="0"/>
          <p:nvPr/>
        </p:nvPicPr>
        <p:blipFill rotWithShape="1">
          <a:blip r:embed="rId3">
            <a:alphaModFix/>
          </a:blip>
          <a:srcRect b="0" l="0" r="0" t="0"/>
          <a:stretch/>
        </p:blipFill>
        <p:spPr>
          <a:xfrm>
            <a:off x="2361325" y="5829925"/>
            <a:ext cx="463050" cy="463050"/>
          </a:xfrm>
          <a:prstGeom prst="rect">
            <a:avLst/>
          </a:prstGeom>
          <a:noFill/>
          <a:ln>
            <a:noFill/>
          </a:ln>
        </p:spPr>
      </p:pic>
      <p:pic>
        <p:nvPicPr>
          <p:cNvPr id="1180" name="Google Shape;1180;g34550a05580_1_72"/>
          <p:cNvPicPr preferRelativeResize="0"/>
          <p:nvPr/>
        </p:nvPicPr>
        <p:blipFill rotWithShape="1">
          <a:blip r:embed="rId4">
            <a:alphaModFix/>
          </a:blip>
          <a:srcRect b="0" l="0" r="0" t="0"/>
          <a:stretch/>
        </p:blipFill>
        <p:spPr>
          <a:xfrm>
            <a:off x="706200" y="1757125"/>
            <a:ext cx="463050" cy="463050"/>
          </a:xfrm>
          <a:prstGeom prst="rect">
            <a:avLst/>
          </a:prstGeom>
          <a:noFill/>
          <a:ln>
            <a:noFill/>
          </a:ln>
        </p:spPr>
      </p:pic>
      <p:pic>
        <p:nvPicPr>
          <p:cNvPr id="1181" name="Google Shape;1181;g34550a05580_1_72"/>
          <p:cNvPicPr preferRelativeResize="0"/>
          <p:nvPr/>
        </p:nvPicPr>
        <p:blipFill rotWithShape="1">
          <a:blip r:embed="rId5">
            <a:alphaModFix/>
          </a:blip>
          <a:srcRect b="0" l="0" r="0" t="0"/>
          <a:stretch/>
        </p:blipFill>
        <p:spPr>
          <a:xfrm>
            <a:off x="745725" y="3151487"/>
            <a:ext cx="384000" cy="384000"/>
          </a:xfrm>
          <a:prstGeom prst="rect">
            <a:avLst/>
          </a:prstGeom>
          <a:noFill/>
          <a:ln>
            <a:noFill/>
          </a:ln>
        </p:spPr>
      </p:pic>
      <p:pic>
        <p:nvPicPr>
          <p:cNvPr id="1182" name="Google Shape;1182;g34550a05580_1_72"/>
          <p:cNvPicPr preferRelativeResize="0"/>
          <p:nvPr/>
        </p:nvPicPr>
        <p:blipFill rotWithShape="1">
          <a:blip r:embed="rId6">
            <a:alphaModFix/>
          </a:blip>
          <a:srcRect b="0" l="0" r="0" t="0"/>
          <a:stretch/>
        </p:blipFill>
        <p:spPr>
          <a:xfrm>
            <a:off x="675550" y="4280625"/>
            <a:ext cx="524349" cy="524349"/>
          </a:xfrm>
          <a:prstGeom prst="rect">
            <a:avLst/>
          </a:prstGeom>
          <a:noFill/>
          <a:ln>
            <a:noFill/>
          </a:ln>
        </p:spPr>
      </p:pic>
      <p:pic>
        <p:nvPicPr>
          <p:cNvPr id="1183" name="Google Shape;1183;g34550a05580_1_72"/>
          <p:cNvPicPr preferRelativeResize="0"/>
          <p:nvPr/>
        </p:nvPicPr>
        <p:blipFill rotWithShape="1">
          <a:blip r:embed="rId7">
            <a:alphaModFix/>
          </a:blip>
          <a:srcRect b="0" l="0" r="0" t="0"/>
          <a:stretch/>
        </p:blipFill>
        <p:spPr>
          <a:xfrm>
            <a:off x="6560625" y="1757050"/>
            <a:ext cx="524349" cy="524349"/>
          </a:xfrm>
          <a:prstGeom prst="rect">
            <a:avLst/>
          </a:prstGeom>
          <a:noFill/>
          <a:ln>
            <a:noFill/>
          </a:ln>
        </p:spPr>
      </p:pic>
      <p:pic>
        <p:nvPicPr>
          <p:cNvPr id="1184" name="Google Shape;1184;g34550a05580_1_72"/>
          <p:cNvPicPr preferRelativeResize="0"/>
          <p:nvPr/>
        </p:nvPicPr>
        <p:blipFill rotWithShape="1">
          <a:blip r:embed="rId8">
            <a:alphaModFix/>
          </a:blip>
          <a:srcRect b="0" l="0" r="0" t="0"/>
          <a:stretch/>
        </p:blipFill>
        <p:spPr>
          <a:xfrm>
            <a:off x="6591275" y="3095175"/>
            <a:ext cx="463050" cy="4630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8" name="Shape 1188"/>
        <p:cNvGrpSpPr/>
        <p:nvPr/>
      </p:nvGrpSpPr>
      <p:grpSpPr>
        <a:xfrm>
          <a:off x="0" y="0"/>
          <a:ext cx="0" cy="0"/>
          <a:chOff x="0" y="0"/>
          <a:chExt cx="0" cy="0"/>
        </a:xfrm>
      </p:grpSpPr>
      <p:sp>
        <p:nvSpPr>
          <p:cNvPr id="1189" name="Google Shape;1189;g34550a05580_1_777"/>
          <p:cNvSpPr/>
          <p:nvPr/>
        </p:nvSpPr>
        <p:spPr>
          <a:xfrm>
            <a:off x="531147" y="370208"/>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sp>
        <p:nvSpPr>
          <p:cNvPr id="1190" name="Google Shape;1190;g34550a05580_1_777"/>
          <p:cNvSpPr/>
          <p:nvPr/>
        </p:nvSpPr>
        <p:spPr>
          <a:xfrm>
            <a:off x="544250" y="475800"/>
            <a:ext cx="8190000" cy="516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3200"/>
              <a:buFont typeface="Arial"/>
              <a:buNone/>
            </a:pPr>
            <a:r>
              <a:rPr b="1" i="0" lang="en-IN" sz="3200" u="none" cap="none" strike="noStrike">
                <a:solidFill>
                  <a:schemeClr val="dk1"/>
                </a:solidFill>
                <a:latin typeface="Poppins"/>
                <a:ea typeface="Poppins"/>
                <a:cs typeface="Poppins"/>
                <a:sym typeface="Poppins"/>
              </a:rPr>
              <a:t>Practice: </a:t>
            </a:r>
            <a:r>
              <a:rPr b="1" i="0" lang="en-IN" sz="2600" u="none" cap="none" strike="noStrike">
                <a:solidFill>
                  <a:schemeClr val="accent1"/>
                </a:solidFill>
                <a:latin typeface="Poppins"/>
                <a:ea typeface="Poppins"/>
                <a:cs typeface="Poppins"/>
                <a:sym typeface="Poppins"/>
              </a:rPr>
              <a:t>Crafting a Clear Prompt</a:t>
            </a:r>
            <a:endParaRPr b="1" i="0" sz="2600" u="none" cap="none" strike="noStrike">
              <a:solidFill>
                <a:schemeClr val="accent1"/>
              </a:solidFill>
              <a:latin typeface="Poppins"/>
              <a:ea typeface="Poppins"/>
              <a:cs typeface="Poppins"/>
              <a:sym typeface="Poppins"/>
            </a:endParaRPr>
          </a:p>
        </p:txBody>
      </p:sp>
      <p:sp>
        <p:nvSpPr>
          <p:cNvPr id="1191" name="Google Shape;1191;g34550a05580_1_777"/>
          <p:cNvSpPr txBox="1"/>
          <p:nvPr/>
        </p:nvSpPr>
        <p:spPr>
          <a:xfrm>
            <a:off x="353525" y="1290725"/>
            <a:ext cx="52719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1" i="0" lang="en-IN" sz="1800" u="none" cap="none" strike="noStrike">
                <a:solidFill>
                  <a:schemeClr val="accent1"/>
                </a:solidFill>
                <a:latin typeface="Poppins"/>
                <a:ea typeface="Poppins"/>
                <a:cs typeface="Poppins"/>
                <a:sym typeface="Poppins"/>
              </a:rPr>
              <a:t>Task </a:t>
            </a:r>
            <a:br>
              <a:rPr b="1" i="0" lang="en-IN" sz="1800" u="none" cap="none" strike="noStrike">
                <a:solidFill>
                  <a:schemeClr val="accent1"/>
                </a:solidFill>
                <a:latin typeface="Poppins"/>
                <a:ea typeface="Poppins"/>
                <a:cs typeface="Poppins"/>
                <a:sym typeface="Poppins"/>
              </a:rPr>
            </a:br>
            <a:r>
              <a:rPr b="0" i="0" lang="en-IN" sz="1600" u="none" cap="none" strike="noStrike">
                <a:solidFill>
                  <a:schemeClr val="dk1"/>
                </a:solidFill>
                <a:latin typeface="Poppins"/>
                <a:ea typeface="Poppins"/>
                <a:cs typeface="Poppins"/>
                <a:sym typeface="Poppins"/>
              </a:rPr>
              <a:t>Improve the following basic prompt:</a:t>
            </a:r>
            <a:endParaRPr b="0" i="0" sz="1600" u="none" cap="none" strike="noStrike">
              <a:solidFill>
                <a:schemeClr val="dk1"/>
              </a:solidFill>
              <a:latin typeface="Poppins"/>
              <a:ea typeface="Poppins"/>
              <a:cs typeface="Poppins"/>
              <a:sym typeface="Poppins"/>
            </a:endParaRPr>
          </a:p>
        </p:txBody>
      </p:sp>
      <p:sp>
        <p:nvSpPr>
          <p:cNvPr id="1192" name="Google Shape;1192;g34550a05580_1_777"/>
          <p:cNvSpPr txBox="1"/>
          <p:nvPr/>
        </p:nvSpPr>
        <p:spPr>
          <a:xfrm>
            <a:off x="393872" y="3032901"/>
            <a:ext cx="5141100" cy="6156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Goal:</a:t>
            </a:r>
            <a:endParaRPr b="1" i="0" sz="1800" u="none" cap="none" strike="noStrike">
              <a:solidFill>
                <a:srgbClr val="000000"/>
              </a:solidFill>
              <a:latin typeface="Poppins"/>
              <a:ea typeface="Poppins"/>
              <a:cs typeface="Poppins"/>
              <a:sym typeface="Poppins"/>
            </a:endParaRPr>
          </a:p>
          <a:p>
            <a:pPr indent="0" lvl="0" marL="45720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Make it clear, specific, and structured.</a:t>
            </a:r>
            <a:endParaRPr b="0" i="0" sz="1600" u="none" cap="none" strike="noStrike">
              <a:solidFill>
                <a:srgbClr val="000000"/>
              </a:solidFill>
              <a:latin typeface="Poppins"/>
              <a:ea typeface="Poppins"/>
              <a:cs typeface="Poppins"/>
              <a:sym typeface="Poppins"/>
            </a:endParaRPr>
          </a:p>
        </p:txBody>
      </p:sp>
      <p:cxnSp>
        <p:nvCxnSpPr>
          <p:cNvPr id="1193" name="Google Shape;1193;g34550a05580_1_777"/>
          <p:cNvCxnSpPr/>
          <p:nvPr/>
        </p:nvCxnSpPr>
        <p:spPr>
          <a:xfrm>
            <a:off x="6065134" y="1290725"/>
            <a:ext cx="0" cy="5052300"/>
          </a:xfrm>
          <a:prstGeom prst="straightConnector1">
            <a:avLst/>
          </a:prstGeom>
          <a:noFill/>
          <a:ln cap="flat" cmpd="sng" w="57150">
            <a:solidFill>
              <a:srgbClr val="00B0F2"/>
            </a:solidFill>
            <a:prstDash val="solid"/>
            <a:round/>
            <a:headEnd len="sm" w="sm" type="none"/>
            <a:tailEnd len="sm" w="sm" type="none"/>
          </a:ln>
        </p:spPr>
      </p:cxnSp>
      <p:sp>
        <p:nvSpPr>
          <p:cNvPr id="1194" name="Google Shape;1194;g34550a05580_1_777"/>
          <p:cNvSpPr/>
          <p:nvPr/>
        </p:nvSpPr>
        <p:spPr>
          <a:xfrm>
            <a:off x="353525" y="1906325"/>
            <a:ext cx="4216500" cy="568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rgbClr val="0000FF"/>
                </a:solidFill>
                <a:latin typeface="Courier"/>
                <a:ea typeface="Courier"/>
                <a:cs typeface="Courier"/>
                <a:sym typeface="Courier"/>
              </a:rPr>
              <a:t>Explain quantum computing.</a:t>
            </a:r>
            <a:endParaRPr b="1" i="0" sz="1600" u="none" cap="none" strike="noStrike">
              <a:solidFill>
                <a:srgbClr val="0000FF"/>
              </a:solidFill>
              <a:latin typeface="Courier"/>
              <a:ea typeface="Courier"/>
              <a:cs typeface="Courier"/>
              <a:sym typeface="Courier"/>
            </a:endParaRPr>
          </a:p>
        </p:txBody>
      </p:sp>
      <p:sp>
        <p:nvSpPr>
          <p:cNvPr id="1195" name="Google Shape;1195;g34550a05580_1_777"/>
          <p:cNvSpPr txBox="1"/>
          <p:nvPr/>
        </p:nvSpPr>
        <p:spPr>
          <a:xfrm>
            <a:off x="874200" y="4340075"/>
            <a:ext cx="45357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Poppins"/>
                <a:ea typeface="Poppins"/>
                <a:cs typeface="Poppins"/>
                <a:sym typeface="Poppins"/>
              </a:rPr>
              <a:t>Add output format, length, and audience.</a:t>
            </a:r>
            <a:endParaRPr b="0" i="0" sz="1200" u="none" cap="none" strike="noStrike">
              <a:solidFill>
                <a:srgbClr val="000000"/>
              </a:solidFill>
              <a:latin typeface="Poppins"/>
              <a:ea typeface="Poppins"/>
              <a:cs typeface="Poppins"/>
              <a:sym typeface="Poppins"/>
            </a:endParaRPr>
          </a:p>
        </p:txBody>
      </p:sp>
      <p:pic>
        <p:nvPicPr>
          <p:cNvPr id="1196" name="Google Shape;1196;g34550a05580_1_777"/>
          <p:cNvPicPr preferRelativeResize="0"/>
          <p:nvPr/>
        </p:nvPicPr>
        <p:blipFill rotWithShape="1">
          <a:blip r:embed="rId3">
            <a:alphaModFix/>
          </a:blip>
          <a:srcRect b="0" l="0" r="0" t="0"/>
          <a:stretch/>
        </p:blipFill>
        <p:spPr>
          <a:xfrm>
            <a:off x="460150" y="4324100"/>
            <a:ext cx="463050" cy="463050"/>
          </a:xfrm>
          <a:prstGeom prst="rect">
            <a:avLst/>
          </a:prstGeom>
          <a:noFill/>
          <a:ln>
            <a:noFill/>
          </a:ln>
        </p:spPr>
      </p:pic>
      <p:pic>
        <p:nvPicPr>
          <p:cNvPr id="1197" name="Google Shape;1197;g34550a05580_1_777"/>
          <p:cNvPicPr preferRelativeResize="0"/>
          <p:nvPr/>
        </p:nvPicPr>
        <p:blipFill rotWithShape="1">
          <a:blip r:embed="rId4">
            <a:alphaModFix/>
          </a:blip>
          <a:srcRect b="0" l="0" r="0" t="0"/>
          <a:stretch/>
        </p:blipFill>
        <p:spPr>
          <a:xfrm>
            <a:off x="460150" y="3115468"/>
            <a:ext cx="348675" cy="348675"/>
          </a:xfrm>
          <a:prstGeom prst="rect">
            <a:avLst/>
          </a:prstGeom>
          <a:noFill/>
          <a:ln>
            <a:noFill/>
          </a:ln>
        </p:spPr>
      </p:pic>
      <p:sp>
        <p:nvSpPr>
          <p:cNvPr id="1198" name="Google Shape;1198;g34550a05580_1_777"/>
          <p:cNvSpPr txBox="1"/>
          <p:nvPr/>
        </p:nvSpPr>
        <p:spPr>
          <a:xfrm>
            <a:off x="6448600" y="1379675"/>
            <a:ext cx="3110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1" i="0" lang="en-IN" sz="1800" u="none" cap="none" strike="noStrike">
                <a:solidFill>
                  <a:schemeClr val="accent1"/>
                </a:solidFill>
                <a:latin typeface="Poppins"/>
                <a:ea typeface="Poppins"/>
                <a:cs typeface="Poppins"/>
                <a:sym typeface="Poppins"/>
              </a:rPr>
              <a:t>Example Improvement</a:t>
            </a:r>
            <a:endParaRPr b="0" i="0" sz="1600" u="none" cap="none" strike="noStrike">
              <a:solidFill>
                <a:schemeClr val="dk1"/>
              </a:solidFill>
              <a:latin typeface="Poppins"/>
              <a:ea typeface="Poppins"/>
              <a:cs typeface="Poppins"/>
              <a:sym typeface="Poppins"/>
            </a:endParaRPr>
          </a:p>
        </p:txBody>
      </p:sp>
      <p:sp>
        <p:nvSpPr>
          <p:cNvPr id="1199" name="Google Shape;1199;g34550a05580_1_777"/>
          <p:cNvSpPr/>
          <p:nvPr/>
        </p:nvSpPr>
        <p:spPr>
          <a:xfrm>
            <a:off x="6448600" y="2798625"/>
            <a:ext cx="4216500" cy="568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rgbClr val="0000FF"/>
                </a:solidFill>
                <a:latin typeface="Courier"/>
                <a:ea typeface="Courier"/>
                <a:cs typeface="Courier"/>
                <a:sym typeface="Courier"/>
              </a:rPr>
              <a:t>"Summarize the text below."</a:t>
            </a:r>
            <a:endParaRPr b="1" i="0" sz="1600" u="none" cap="none" strike="noStrike">
              <a:solidFill>
                <a:srgbClr val="0000FF"/>
              </a:solidFill>
              <a:latin typeface="Courier"/>
              <a:ea typeface="Courier"/>
              <a:cs typeface="Courier"/>
              <a:sym typeface="Courier"/>
            </a:endParaRPr>
          </a:p>
        </p:txBody>
      </p:sp>
      <p:sp>
        <p:nvSpPr>
          <p:cNvPr id="1200" name="Google Shape;1200;g34550a05580_1_777"/>
          <p:cNvSpPr txBox="1"/>
          <p:nvPr/>
        </p:nvSpPr>
        <p:spPr>
          <a:xfrm>
            <a:off x="6448600" y="2267250"/>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Poppins"/>
                <a:ea typeface="Poppins"/>
                <a:cs typeface="Poppins"/>
                <a:sym typeface="Poppins"/>
              </a:rPr>
              <a:t>Before</a:t>
            </a:r>
            <a:endParaRPr b="0" i="0" sz="1400" u="none" cap="none" strike="noStrike">
              <a:solidFill>
                <a:srgbClr val="000000"/>
              </a:solidFill>
              <a:latin typeface="Arial"/>
              <a:ea typeface="Arial"/>
              <a:cs typeface="Arial"/>
              <a:sym typeface="Arial"/>
            </a:endParaRPr>
          </a:p>
        </p:txBody>
      </p:sp>
      <p:sp>
        <p:nvSpPr>
          <p:cNvPr id="1201" name="Google Shape;1201;g34550a05580_1_777"/>
          <p:cNvSpPr/>
          <p:nvPr/>
        </p:nvSpPr>
        <p:spPr>
          <a:xfrm>
            <a:off x="6429650" y="4431400"/>
            <a:ext cx="4216500" cy="1500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FF"/>
              </a:solidFill>
              <a:latin typeface="Courier"/>
              <a:ea typeface="Courier"/>
              <a:cs typeface="Courier"/>
              <a:sym typeface="Courier"/>
            </a:endParaRPr>
          </a:p>
        </p:txBody>
      </p:sp>
      <p:sp>
        <p:nvSpPr>
          <p:cNvPr id="1202" name="Google Shape;1202;g34550a05580_1_777"/>
          <p:cNvSpPr txBox="1"/>
          <p:nvPr/>
        </p:nvSpPr>
        <p:spPr>
          <a:xfrm>
            <a:off x="6429650" y="3900025"/>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Poppins"/>
                <a:ea typeface="Poppins"/>
                <a:cs typeface="Poppins"/>
                <a:sym typeface="Poppins"/>
              </a:rPr>
              <a:t>After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6" name="Shape 1206"/>
        <p:cNvGrpSpPr/>
        <p:nvPr/>
      </p:nvGrpSpPr>
      <p:grpSpPr>
        <a:xfrm>
          <a:off x="0" y="0"/>
          <a:ext cx="0" cy="0"/>
          <a:chOff x="0" y="0"/>
          <a:chExt cx="0" cy="0"/>
        </a:xfrm>
      </p:grpSpPr>
      <p:sp>
        <p:nvSpPr>
          <p:cNvPr id="1207" name="Google Shape;1207;g3756668dbee_1_0"/>
          <p:cNvSpPr/>
          <p:nvPr/>
        </p:nvSpPr>
        <p:spPr>
          <a:xfrm>
            <a:off x="531147" y="370208"/>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sp>
        <p:nvSpPr>
          <p:cNvPr id="1208" name="Google Shape;1208;g3756668dbee_1_0"/>
          <p:cNvSpPr/>
          <p:nvPr/>
        </p:nvSpPr>
        <p:spPr>
          <a:xfrm>
            <a:off x="544250" y="475800"/>
            <a:ext cx="8190000" cy="516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3200"/>
              <a:buFont typeface="Arial"/>
              <a:buNone/>
            </a:pPr>
            <a:r>
              <a:rPr b="1" i="0" lang="en-IN" sz="3200" u="none" cap="none" strike="noStrike">
                <a:solidFill>
                  <a:schemeClr val="dk1"/>
                </a:solidFill>
                <a:latin typeface="Poppins"/>
                <a:ea typeface="Poppins"/>
                <a:cs typeface="Poppins"/>
                <a:sym typeface="Poppins"/>
              </a:rPr>
              <a:t>Practice: </a:t>
            </a:r>
            <a:r>
              <a:rPr b="1" i="0" lang="en-IN" sz="2600" u="none" cap="none" strike="noStrike">
                <a:solidFill>
                  <a:schemeClr val="accent1"/>
                </a:solidFill>
                <a:latin typeface="Poppins"/>
                <a:ea typeface="Poppins"/>
                <a:cs typeface="Poppins"/>
                <a:sym typeface="Poppins"/>
              </a:rPr>
              <a:t>Crafting a Clear Prompt</a:t>
            </a:r>
            <a:endParaRPr b="1" i="0" sz="2600" u="none" cap="none" strike="noStrike">
              <a:solidFill>
                <a:schemeClr val="accent1"/>
              </a:solidFill>
              <a:latin typeface="Poppins"/>
              <a:ea typeface="Poppins"/>
              <a:cs typeface="Poppins"/>
              <a:sym typeface="Poppins"/>
            </a:endParaRPr>
          </a:p>
        </p:txBody>
      </p:sp>
      <p:sp>
        <p:nvSpPr>
          <p:cNvPr id="1209" name="Google Shape;1209;g3756668dbee_1_0"/>
          <p:cNvSpPr txBox="1"/>
          <p:nvPr/>
        </p:nvSpPr>
        <p:spPr>
          <a:xfrm>
            <a:off x="353525" y="1290725"/>
            <a:ext cx="52719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1" i="0" lang="en-IN" sz="1800" u="none" cap="none" strike="noStrike">
                <a:solidFill>
                  <a:schemeClr val="accent1"/>
                </a:solidFill>
                <a:latin typeface="Poppins"/>
                <a:ea typeface="Poppins"/>
                <a:cs typeface="Poppins"/>
                <a:sym typeface="Poppins"/>
              </a:rPr>
              <a:t>Task </a:t>
            </a:r>
            <a:br>
              <a:rPr b="1" i="0" lang="en-IN" sz="1800" u="none" cap="none" strike="noStrike">
                <a:solidFill>
                  <a:schemeClr val="accent1"/>
                </a:solidFill>
                <a:latin typeface="Poppins"/>
                <a:ea typeface="Poppins"/>
                <a:cs typeface="Poppins"/>
                <a:sym typeface="Poppins"/>
              </a:rPr>
            </a:br>
            <a:r>
              <a:rPr b="0" i="0" lang="en-IN" sz="1600" u="none" cap="none" strike="noStrike">
                <a:solidFill>
                  <a:schemeClr val="dk1"/>
                </a:solidFill>
                <a:latin typeface="Poppins"/>
                <a:ea typeface="Poppins"/>
                <a:cs typeface="Poppins"/>
                <a:sym typeface="Poppins"/>
              </a:rPr>
              <a:t>Improve the following basic prompt:</a:t>
            </a:r>
            <a:endParaRPr b="0" i="0" sz="1600" u="none" cap="none" strike="noStrike">
              <a:solidFill>
                <a:schemeClr val="dk1"/>
              </a:solidFill>
              <a:latin typeface="Poppins"/>
              <a:ea typeface="Poppins"/>
              <a:cs typeface="Poppins"/>
              <a:sym typeface="Poppins"/>
            </a:endParaRPr>
          </a:p>
        </p:txBody>
      </p:sp>
      <p:sp>
        <p:nvSpPr>
          <p:cNvPr id="1210" name="Google Shape;1210;g3756668dbee_1_0"/>
          <p:cNvSpPr txBox="1"/>
          <p:nvPr/>
        </p:nvSpPr>
        <p:spPr>
          <a:xfrm>
            <a:off x="393872" y="3032901"/>
            <a:ext cx="5141100" cy="6156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Goal:</a:t>
            </a:r>
            <a:endParaRPr b="1" i="0" sz="1800" u="none" cap="none" strike="noStrike">
              <a:solidFill>
                <a:srgbClr val="000000"/>
              </a:solidFill>
              <a:latin typeface="Poppins"/>
              <a:ea typeface="Poppins"/>
              <a:cs typeface="Poppins"/>
              <a:sym typeface="Poppins"/>
            </a:endParaRPr>
          </a:p>
          <a:p>
            <a:pPr indent="0" lvl="0" marL="45720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Make it clear, specific, and structured.</a:t>
            </a:r>
            <a:endParaRPr b="0" i="0" sz="1600" u="none" cap="none" strike="noStrike">
              <a:solidFill>
                <a:srgbClr val="000000"/>
              </a:solidFill>
              <a:latin typeface="Poppins"/>
              <a:ea typeface="Poppins"/>
              <a:cs typeface="Poppins"/>
              <a:sym typeface="Poppins"/>
            </a:endParaRPr>
          </a:p>
        </p:txBody>
      </p:sp>
      <p:cxnSp>
        <p:nvCxnSpPr>
          <p:cNvPr id="1211" name="Google Shape;1211;g3756668dbee_1_0"/>
          <p:cNvCxnSpPr/>
          <p:nvPr/>
        </p:nvCxnSpPr>
        <p:spPr>
          <a:xfrm>
            <a:off x="6065134" y="1290725"/>
            <a:ext cx="0" cy="5052300"/>
          </a:xfrm>
          <a:prstGeom prst="straightConnector1">
            <a:avLst/>
          </a:prstGeom>
          <a:noFill/>
          <a:ln cap="flat" cmpd="sng" w="57150">
            <a:solidFill>
              <a:srgbClr val="00B0F2"/>
            </a:solidFill>
            <a:prstDash val="solid"/>
            <a:round/>
            <a:headEnd len="sm" w="sm" type="none"/>
            <a:tailEnd len="sm" w="sm" type="none"/>
          </a:ln>
        </p:spPr>
      </p:cxnSp>
      <p:sp>
        <p:nvSpPr>
          <p:cNvPr id="1212" name="Google Shape;1212;g3756668dbee_1_0"/>
          <p:cNvSpPr/>
          <p:nvPr/>
        </p:nvSpPr>
        <p:spPr>
          <a:xfrm>
            <a:off x="353525" y="1906325"/>
            <a:ext cx="4216500" cy="568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rgbClr val="0000FF"/>
                </a:solidFill>
                <a:latin typeface="Courier"/>
                <a:ea typeface="Courier"/>
                <a:cs typeface="Courier"/>
                <a:sym typeface="Courier"/>
              </a:rPr>
              <a:t>Explain quantum computing.</a:t>
            </a:r>
            <a:endParaRPr b="1" i="0" sz="1600" u="none" cap="none" strike="noStrike">
              <a:solidFill>
                <a:srgbClr val="0000FF"/>
              </a:solidFill>
              <a:latin typeface="Courier"/>
              <a:ea typeface="Courier"/>
              <a:cs typeface="Courier"/>
              <a:sym typeface="Courier"/>
            </a:endParaRPr>
          </a:p>
        </p:txBody>
      </p:sp>
      <p:sp>
        <p:nvSpPr>
          <p:cNvPr id="1213" name="Google Shape;1213;g3756668dbee_1_0"/>
          <p:cNvSpPr txBox="1"/>
          <p:nvPr/>
        </p:nvSpPr>
        <p:spPr>
          <a:xfrm>
            <a:off x="874200" y="4340075"/>
            <a:ext cx="45357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Poppins"/>
                <a:ea typeface="Poppins"/>
                <a:cs typeface="Poppins"/>
                <a:sym typeface="Poppins"/>
              </a:rPr>
              <a:t>Add output format, length, and audience.</a:t>
            </a:r>
            <a:endParaRPr b="0" i="0" sz="1200" u="none" cap="none" strike="noStrike">
              <a:solidFill>
                <a:srgbClr val="000000"/>
              </a:solidFill>
              <a:latin typeface="Poppins"/>
              <a:ea typeface="Poppins"/>
              <a:cs typeface="Poppins"/>
              <a:sym typeface="Poppins"/>
            </a:endParaRPr>
          </a:p>
        </p:txBody>
      </p:sp>
      <p:pic>
        <p:nvPicPr>
          <p:cNvPr id="1214" name="Google Shape;1214;g3756668dbee_1_0"/>
          <p:cNvPicPr preferRelativeResize="0"/>
          <p:nvPr/>
        </p:nvPicPr>
        <p:blipFill rotWithShape="1">
          <a:blip r:embed="rId3">
            <a:alphaModFix/>
          </a:blip>
          <a:srcRect b="0" l="0" r="0" t="0"/>
          <a:stretch/>
        </p:blipFill>
        <p:spPr>
          <a:xfrm>
            <a:off x="460150" y="4324100"/>
            <a:ext cx="463050" cy="463050"/>
          </a:xfrm>
          <a:prstGeom prst="rect">
            <a:avLst/>
          </a:prstGeom>
          <a:noFill/>
          <a:ln>
            <a:noFill/>
          </a:ln>
        </p:spPr>
      </p:pic>
      <p:pic>
        <p:nvPicPr>
          <p:cNvPr id="1215" name="Google Shape;1215;g3756668dbee_1_0"/>
          <p:cNvPicPr preferRelativeResize="0"/>
          <p:nvPr/>
        </p:nvPicPr>
        <p:blipFill rotWithShape="1">
          <a:blip r:embed="rId4">
            <a:alphaModFix/>
          </a:blip>
          <a:srcRect b="0" l="0" r="0" t="0"/>
          <a:stretch/>
        </p:blipFill>
        <p:spPr>
          <a:xfrm>
            <a:off x="460150" y="3115468"/>
            <a:ext cx="348675" cy="348675"/>
          </a:xfrm>
          <a:prstGeom prst="rect">
            <a:avLst/>
          </a:prstGeom>
          <a:noFill/>
          <a:ln>
            <a:noFill/>
          </a:ln>
        </p:spPr>
      </p:pic>
      <p:sp>
        <p:nvSpPr>
          <p:cNvPr id="1216" name="Google Shape;1216;g3756668dbee_1_0"/>
          <p:cNvSpPr txBox="1"/>
          <p:nvPr/>
        </p:nvSpPr>
        <p:spPr>
          <a:xfrm>
            <a:off x="6448600" y="1379675"/>
            <a:ext cx="3110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1" i="0" lang="en-IN" sz="1800" u="none" cap="none" strike="noStrike">
                <a:solidFill>
                  <a:schemeClr val="accent1"/>
                </a:solidFill>
                <a:latin typeface="Poppins"/>
                <a:ea typeface="Poppins"/>
                <a:cs typeface="Poppins"/>
                <a:sym typeface="Poppins"/>
              </a:rPr>
              <a:t>Example Improvement</a:t>
            </a:r>
            <a:endParaRPr b="0" i="0" sz="1600" u="none" cap="none" strike="noStrike">
              <a:solidFill>
                <a:schemeClr val="dk1"/>
              </a:solidFill>
              <a:latin typeface="Poppins"/>
              <a:ea typeface="Poppins"/>
              <a:cs typeface="Poppins"/>
              <a:sym typeface="Poppins"/>
            </a:endParaRPr>
          </a:p>
        </p:txBody>
      </p:sp>
      <p:sp>
        <p:nvSpPr>
          <p:cNvPr id="1217" name="Google Shape;1217;g3756668dbee_1_0"/>
          <p:cNvSpPr/>
          <p:nvPr/>
        </p:nvSpPr>
        <p:spPr>
          <a:xfrm>
            <a:off x="6448600" y="2798625"/>
            <a:ext cx="4216500" cy="568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rgbClr val="0000FF"/>
                </a:solidFill>
                <a:latin typeface="Courier"/>
                <a:ea typeface="Courier"/>
                <a:cs typeface="Courier"/>
                <a:sym typeface="Courier"/>
              </a:rPr>
              <a:t>"Summarize the text below."</a:t>
            </a:r>
            <a:endParaRPr b="1" i="0" sz="1600" u="none" cap="none" strike="noStrike">
              <a:solidFill>
                <a:srgbClr val="0000FF"/>
              </a:solidFill>
              <a:latin typeface="Courier"/>
              <a:ea typeface="Courier"/>
              <a:cs typeface="Courier"/>
              <a:sym typeface="Courier"/>
            </a:endParaRPr>
          </a:p>
        </p:txBody>
      </p:sp>
      <p:sp>
        <p:nvSpPr>
          <p:cNvPr id="1218" name="Google Shape;1218;g3756668dbee_1_0"/>
          <p:cNvSpPr txBox="1"/>
          <p:nvPr/>
        </p:nvSpPr>
        <p:spPr>
          <a:xfrm>
            <a:off x="6448600" y="2267250"/>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Poppins"/>
                <a:ea typeface="Poppins"/>
                <a:cs typeface="Poppins"/>
                <a:sym typeface="Poppins"/>
              </a:rPr>
              <a:t>Before</a:t>
            </a:r>
            <a:endParaRPr b="0" i="0" sz="1400" u="none" cap="none" strike="noStrike">
              <a:solidFill>
                <a:srgbClr val="000000"/>
              </a:solidFill>
              <a:latin typeface="Arial"/>
              <a:ea typeface="Arial"/>
              <a:cs typeface="Arial"/>
              <a:sym typeface="Arial"/>
            </a:endParaRPr>
          </a:p>
        </p:txBody>
      </p:sp>
      <p:sp>
        <p:nvSpPr>
          <p:cNvPr id="1219" name="Google Shape;1219;g3756668dbee_1_0"/>
          <p:cNvSpPr/>
          <p:nvPr/>
        </p:nvSpPr>
        <p:spPr>
          <a:xfrm>
            <a:off x="6429650" y="4431400"/>
            <a:ext cx="4216500" cy="1500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rgbClr val="0000FF"/>
                </a:solidFill>
                <a:latin typeface="Courier"/>
                <a:ea typeface="Courier"/>
                <a:cs typeface="Courier"/>
                <a:sym typeface="Courier"/>
              </a:rPr>
              <a:t>"Summarize the text below in 3-4 sentences. Focus on the key</a:t>
            </a:r>
            <a:endParaRPr b="1" i="0" sz="1600" u="none" cap="none" strike="noStrike">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rgbClr val="0000FF"/>
                </a:solidFill>
                <a:latin typeface="Courier"/>
                <a:ea typeface="Courier"/>
                <a:cs typeface="Courier"/>
                <a:sym typeface="Courier"/>
              </a:rPr>
              <a:t>technical concepts and write it for a non-technical audience."</a:t>
            </a:r>
            <a:endParaRPr b="1" i="0" sz="1600" u="none" cap="none" strike="noStrike">
              <a:solidFill>
                <a:srgbClr val="0000FF"/>
              </a:solidFill>
              <a:latin typeface="Courier"/>
              <a:ea typeface="Courier"/>
              <a:cs typeface="Courier"/>
              <a:sym typeface="Courier"/>
            </a:endParaRPr>
          </a:p>
        </p:txBody>
      </p:sp>
      <p:sp>
        <p:nvSpPr>
          <p:cNvPr id="1220" name="Google Shape;1220;g3756668dbee_1_0"/>
          <p:cNvSpPr txBox="1"/>
          <p:nvPr/>
        </p:nvSpPr>
        <p:spPr>
          <a:xfrm>
            <a:off x="6429650" y="3900025"/>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Poppins"/>
                <a:ea typeface="Poppins"/>
                <a:cs typeface="Poppins"/>
                <a:sym typeface="Poppins"/>
              </a:rPr>
              <a:t>After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4" name="Shape 1224"/>
        <p:cNvGrpSpPr/>
        <p:nvPr/>
      </p:nvGrpSpPr>
      <p:grpSpPr>
        <a:xfrm>
          <a:off x="0" y="0"/>
          <a:ext cx="0" cy="0"/>
          <a:chOff x="0" y="0"/>
          <a:chExt cx="0" cy="0"/>
        </a:xfrm>
      </p:grpSpPr>
      <p:sp>
        <p:nvSpPr>
          <p:cNvPr id="1225" name="Google Shape;1225;g34550a05580_1_1321"/>
          <p:cNvSpPr txBox="1"/>
          <p:nvPr/>
        </p:nvSpPr>
        <p:spPr>
          <a:xfrm>
            <a:off x="1527172" y="964007"/>
            <a:ext cx="5557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6" name="Google Shape;1226;g34550a05580_1_1321"/>
          <p:cNvSpPr txBox="1"/>
          <p:nvPr/>
        </p:nvSpPr>
        <p:spPr>
          <a:xfrm>
            <a:off x="1283875" y="1604650"/>
            <a:ext cx="3936900" cy="861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Iterative Prompting</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Start simple, add examples if needed.</a:t>
            </a:r>
            <a:endParaRPr b="1" i="0" sz="1800" u="none" cap="none" strike="noStrike">
              <a:solidFill>
                <a:srgbClr val="000000"/>
              </a:solidFill>
              <a:latin typeface="Poppins"/>
              <a:ea typeface="Poppins"/>
              <a:cs typeface="Poppins"/>
              <a:sym typeface="Poppins"/>
            </a:endParaRPr>
          </a:p>
        </p:txBody>
      </p:sp>
      <p:sp>
        <p:nvSpPr>
          <p:cNvPr id="1227" name="Google Shape;1227;g34550a05580_1_1321"/>
          <p:cNvSpPr txBox="1"/>
          <p:nvPr/>
        </p:nvSpPr>
        <p:spPr>
          <a:xfrm>
            <a:off x="525548" y="543433"/>
            <a:ext cx="74688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IN" sz="3200" u="none" cap="none" strike="noStrike">
                <a:solidFill>
                  <a:schemeClr val="dk1"/>
                </a:solidFill>
                <a:latin typeface="Poppins"/>
                <a:ea typeface="Poppins"/>
                <a:cs typeface="Poppins"/>
                <a:sym typeface="Poppins"/>
              </a:rPr>
              <a:t>Prompt: </a:t>
            </a:r>
            <a:r>
              <a:rPr b="1" i="0" lang="en-IN" sz="3200" u="none" cap="none" strike="noStrike">
                <a:solidFill>
                  <a:schemeClr val="accent1"/>
                </a:solidFill>
                <a:latin typeface="Poppins"/>
                <a:ea typeface="Poppins"/>
                <a:cs typeface="Poppins"/>
                <a:sym typeface="Poppins"/>
              </a:rPr>
              <a:t>Tuning Techniques</a:t>
            </a:r>
            <a:endParaRPr b="1" i="0" sz="3200" u="none" cap="none" strike="noStrike">
              <a:solidFill>
                <a:schemeClr val="accent1"/>
              </a:solidFill>
              <a:latin typeface="Poppins"/>
              <a:ea typeface="Poppins"/>
              <a:cs typeface="Poppins"/>
              <a:sym typeface="Poppins"/>
            </a:endParaRPr>
          </a:p>
        </p:txBody>
      </p:sp>
      <p:sp>
        <p:nvSpPr>
          <p:cNvPr id="1228" name="Google Shape;1228;g34550a05580_1_1321"/>
          <p:cNvSpPr/>
          <p:nvPr/>
        </p:nvSpPr>
        <p:spPr>
          <a:xfrm>
            <a:off x="525560" y="395008"/>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29" name="Google Shape;1229;g34550a05580_1_1321"/>
          <p:cNvSpPr txBox="1"/>
          <p:nvPr/>
        </p:nvSpPr>
        <p:spPr>
          <a:xfrm>
            <a:off x="1283875" y="3018975"/>
            <a:ext cx="3936900" cy="861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Explicit Instructions</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Use specific numbers, avoid vague terms.</a:t>
            </a:r>
            <a:endParaRPr b="0" i="0" sz="1600" u="none" cap="none" strike="noStrike">
              <a:solidFill>
                <a:srgbClr val="000000"/>
              </a:solidFill>
              <a:latin typeface="Poppins"/>
              <a:ea typeface="Poppins"/>
              <a:cs typeface="Poppins"/>
              <a:sym typeface="Poppins"/>
            </a:endParaRPr>
          </a:p>
        </p:txBody>
      </p:sp>
      <p:sp>
        <p:nvSpPr>
          <p:cNvPr id="1230" name="Google Shape;1230;g34550a05580_1_1321"/>
          <p:cNvSpPr txBox="1"/>
          <p:nvPr/>
        </p:nvSpPr>
        <p:spPr>
          <a:xfrm>
            <a:off x="1283875" y="4280625"/>
            <a:ext cx="3936900" cy="861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Role Assignment</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Influence style/tone with role-based prompts.</a:t>
            </a:r>
            <a:endParaRPr b="0" i="0" sz="1600" u="none" cap="none" strike="noStrike">
              <a:solidFill>
                <a:srgbClr val="000000"/>
              </a:solidFill>
              <a:latin typeface="Poppins"/>
              <a:ea typeface="Poppins"/>
              <a:cs typeface="Poppins"/>
              <a:sym typeface="Poppins"/>
            </a:endParaRPr>
          </a:p>
        </p:txBody>
      </p:sp>
      <p:sp>
        <p:nvSpPr>
          <p:cNvPr id="1231" name="Google Shape;1231;g34550a05580_1_1321"/>
          <p:cNvSpPr txBox="1"/>
          <p:nvPr/>
        </p:nvSpPr>
        <p:spPr>
          <a:xfrm>
            <a:off x="7550275" y="1528450"/>
            <a:ext cx="3936900" cy="861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Clarity &amp; Detail</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Include purpose, audience, constraints.</a:t>
            </a:r>
            <a:endParaRPr b="1" i="0" sz="1800" u="none" cap="none" strike="noStrike">
              <a:solidFill>
                <a:srgbClr val="000000"/>
              </a:solidFill>
              <a:latin typeface="Poppins"/>
              <a:ea typeface="Poppins"/>
              <a:cs typeface="Poppins"/>
              <a:sym typeface="Poppins"/>
            </a:endParaRPr>
          </a:p>
        </p:txBody>
      </p:sp>
      <p:sp>
        <p:nvSpPr>
          <p:cNvPr id="1232" name="Google Shape;1232;g34550a05580_1_1321"/>
          <p:cNvSpPr txBox="1"/>
          <p:nvPr/>
        </p:nvSpPr>
        <p:spPr>
          <a:xfrm>
            <a:off x="7550275" y="2942775"/>
            <a:ext cx="39369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Examples &amp; Templates</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Show desired output format.</a:t>
            </a:r>
            <a:endParaRPr b="1" i="0" sz="1800" u="none" cap="none" strike="noStrike">
              <a:solidFill>
                <a:srgbClr val="000000"/>
              </a:solidFill>
              <a:latin typeface="Poppins"/>
              <a:ea typeface="Poppins"/>
              <a:cs typeface="Poppins"/>
              <a:sym typeface="Poppins"/>
            </a:endParaRPr>
          </a:p>
        </p:txBody>
      </p:sp>
      <p:sp>
        <p:nvSpPr>
          <p:cNvPr id="1233" name="Google Shape;1233;g34550a05580_1_1321"/>
          <p:cNvSpPr txBox="1"/>
          <p:nvPr/>
        </p:nvSpPr>
        <p:spPr>
          <a:xfrm>
            <a:off x="7550275" y="4280625"/>
            <a:ext cx="39369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Step-by-Step Reasoning</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For complex logic tasks.</a:t>
            </a:r>
            <a:endParaRPr b="1" i="0" sz="1800" u="none" cap="none" strike="noStrike">
              <a:solidFill>
                <a:srgbClr val="000000"/>
              </a:solidFill>
              <a:latin typeface="Poppins"/>
              <a:ea typeface="Poppins"/>
              <a:cs typeface="Poppins"/>
              <a:sym typeface="Poppins"/>
            </a:endParaRPr>
          </a:p>
        </p:txBody>
      </p:sp>
      <p:sp>
        <p:nvSpPr>
          <p:cNvPr id="1234" name="Google Shape;1234;g34550a05580_1_1321"/>
          <p:cNvSpPr txBox="1"/>
          <p:nvPr/>
        </p:nvSpPr>
        <p:spPr>
          <a:xfrm>
            <a:off x="2625450" y="5445925"/>
            <a:ext cx="67887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Experiment with different techniques and combinations to find what works best for your specific use case.</a:t>
            </a:r>
            <a:endParaRPr b="0" i="0" sz="1600" u="none" cap="none" strike="noStrike">
              <a:solidFill>
                <a:srgbClr val="000000"/>
              </a:solidFill>
              <a:latin typeface="Poppins"/>
              <a:ea typeface="Poppins"/>
              <a:cs typeface="Poppins"/>
              <a:sym typeface="Poppins"/>
            </a:endParaRPr>
          </a:p>
        </p:txBody>
      </p:sp>
      <p:pic>
        <p:nvPicPr>
          <p:cNvPr id="1235" name="Google Shape;1235;g34550a05580_1_1321"/>
          <p:cNvPicPr preferRelativeResize="0"/>
          <p:nvPr/>
        </p:nvPicPr>
        <p:blipFill rotWithShape="1">
          <a:blip r:embed="rId3">
            <a:alphaModFix/>
          </a:blip>
          <a:srcRect b="0" l="0" r="0" t="0"/>
          <a:stretch/>
        </p:blipFill>
        <p:spPr>
          <a:xfrm>
            <a:off x="2253400" y="5466075"/>
            <a:ext cx="463050" cy="463050"/>
          </a:xfrm>
          <a:prstGeom prst="rect">
            <a:avLst/>
          </a:prstGeom>
          <a:noFill/>
          <a:ln>
            <a:noFill/>
          </a:ln>
        </p:spPr>
      </p:pic>
      <p:pic>
        <p:nvPicPr>
          <p:cNvPr id="1236" name="Google Shape;1236;g34550a05580_1_1321"/>
          <p:cNvPicPr preferRelativeResize="0"/>
          <p:nvPr/>
        </p:nvPicPr>
        <p:blipFill rotWithShape="1">
          <a:blip r:embed="rId4">
            <a:alphaModFix/>
          </a:blip>
          <a:srcRect b="0" l="0" r="0" t="0"/>
          <a:stretch/>
        </p:blipFill>
        <p:spPr>
          <a:xfrm>
            <a:off x="739900" y="1689175"/>
            <a:ext cx="463050" cy="463050"/>
          </a:xfrm>
          <a:prstGeom prst="rect">
            <a:avLst/>
          </a:prstGeom>
          <a:noFill/>
          <a:ln>
            <a:noFill/>
          </a:ln>
        </p:spPr>
      </p:pic>
      <p:pic>
        <p:nvPicPr>
          <p:cNvPr id="1237" name="Google Shape;1237;g34550a05580_1_1321"/>
          <p:cNvPicPr preferRelativeResize="0"/>
          <p:nvPr/>
        </p:nvPicPr>
        <p:blipFill rotWithShape="1">
          <a:blip r:embed="rId5">
            <a:alphaModFix/>
          </a:blip>
          <a:srcRect b="0" l="0" r="0" t="0"/>
          <a:stretch/>
        </p:blipFill>
        <p:spPr>
          <a:xfrm>
            <a:off x="787854" y="3087841"/>
            <a:ext cx="367150" cy="367150"/>
          </a:xfrm>
          <a:prstGeom prst="rect">
            <a:avLst/>
          </a:prstGeom>
          <a:noFill/>
          <a:ln>
            <a:noFill/>
          </a:ln>
        </p:spPr>
      </p:pic>
      <p:pic>
        <p:nvPicPr>
          <p:cNvPr id="1238" name="Google Shape;1238;g34550a05580_1_1321"/>
          <p:cNvPicPr preferRelativeResize="0"/>
          <p:nvPr/>
        </p:nvPicPr>
        <p:blipFill rotWithShape="1">
          <a:blip r:embed="rId6">
            <a:alphaModFix/>
          </a:blip>
          <a:srcRect b="0" l="0" r="0" t="0"/>
          <a:stretch/>
        </p:blipFill>
        <p:spPr>
          <a:xfrm>
            <a:off x="739900" y="4356975"/>
            <a:ext cx="463050" cy="463050"/>
          </a:xfrm>
          <a:prstGeom prst="rect">
            <a:avLst/>
          </a:prstGeom>
          <a:noFill/>
          <a:ln>
            <a:noFill/>
          </a:ln>
        </p:spPr>
      </p:pic>
      <p:pic>
        <p:nvPicPr>
          <p:cNvPr id="1239" name="Google Shape;1239;g34550a05580_1_1321"/>
          <p:cNvPicPr preferRelativeResize="0"/>
          <p:nvPr/>
        </p:nvPicPr>
        <p:blipFill rotWithShape="1">
          <a:blip r:embed="rId7">
            <a:alphaModFix/>
          </a:blip>
          <a:srcRect b="0" l="0" r="0" t="0"/>
          <a:stretch/>
        </p:blipFill>
        <p:spPr>
          <a:xfrm>
            <a:off x="6877170" y="1604650"/>
            <a:ext cx="463050" cy="463050"/>
          </a:xfrm>
          <a:prstGeom prst="rect">
            <a:avLst/>
          </a:prstGeom>
          <a:noFill/>
          <a:ln>
            <a:noFill/>
          </a:ln>
        </p:spPr>
      </p:pic>
      <p:pic>
        <p:nvPicPr>
          <p:cNvPr id="1240" name="Google Shape;1240;g34550a05580_1_1321"/>
          <p:cNvPicPr preferRelativeResize="0"/>
          <p:nvPr/>
        </p:nvPicPr>
        <p:blipFill rotWithShape="1">
          <a:blip r:embed="rId8">
            <a:alphaModFix/>
          </a:blip>
          <a:srcRect b="0" l="0" r="0" t="0"/>
          <a:stretch/>
        </p:blipFill>
        <p:spPr>
          <a:xfrm>
            <a:off x="6961775" y="2972100"/>
            <a:ext cx="480325" cy="480325"/>
          </a:xfrm>
          <a:prstGeom prst="rect">
            <a:avLst/>
          </a:prstGeom>
          <a:noFill/>
          <a:ln>
            <a:noFill/>
          </a:ln>
        </p:spPr>
      </p:pic>
      <p:pic>
        <p:nvPicPr>
          <p:cNvPr id="1241" name="Google Shape;1241;g34550a05580_1_1321"/>
          <p:cNvPicPr preferRelativeResize="0"/>
          <p:nvPr/>
        </p:nvPicPr>
        <p:blipFill rotWithShape="1">
          <a:blip r:embed="rId9">
            <a:alphaModFix/>
          </a:blip>
          <a:srcRect b="0" l="0" r="0" t="0"/>
          <a:stretch/>
        </p:blipFill>
        <p:spPr>
          <a:xfrm>
            <a:off x="6970412" y="4356825"/>
            <a:ext cx="463050" cy="4630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5" name="Shape 1245"/>
        <p:cNvGrpSpPr/>
        <p:nvPr/>
      </p:nvGrpSpPr>
      <p:grpSpPr>
        <a:xfrm>
          <a:off x="0" y="0"/>
          <a:ext cx="0" cy="0"/>
          <a:chOff x="0" y="0"/>
          <a:chExt cx="0" cy="0"/>
        </a:xfrm>
      </p:grpSpPr>
      <p:sp>
        <p:nvSpPr>
          <p:cNvPr id="1246" name="Google Shape;1246;g34550a05580_1_1348"/>
          <p:cNvSpPr txBox="1"/>
          <p:nvPr/>
        </p:nvSpPr>
        <p:spPr>
          <a:xfrm>
            <a:off x="1527172" y="964007"/>
            <a:ext cx="5557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7" name="Google Shape;1247;g34550a05580_1_1348"/>
          <p:cNvSpPr txBox="1"/>
          <p:nvPr/>
        </p:nvSpPr>
        <p:spPr>
          <a:xfrm>
            <a:off x="1744000" y="1517975"/>
            <a:ext cx="3936900" cy="861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Metrics</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Define measurable success (accuracy, completion rate).</a:t>
            </a:r>
            <a:endParaRPr b="0" i="0" sz="1600" u="none" cap="none" strike="noStrike">
              <a:solidFill>
                <a:srgbClr val="000000"/>
              </a:solidFill>
              <a:latin typeface="Poppins"/>
              <a:ea typeface="Poppins"/>
              <a:cs typeface="Poppins"/>
              <a:sym typeface="Poppins"/>
            </a:endParaRPr>
          </a:p>
        </p:txBody>
      </p:sp>
      <p:sp>
        <p:nvSpPr>
          <p:cNvPr id="1248" name="Google Shape;1248;g34550a05580_1_1348"/>
          <p:cNvSpPr txBox="1"/>
          <p:nvPr/>
        </p:nvSpPr>
        <p:spPr>
          <a:xfrm>
            <a:off x="525548" y="543433"/>
            <a:ext cx="74688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IN" sz="3200" u="none" cap="none" strike="noStrike">
                <a:solidFill>
                  <a:schemeClr val="dk1"/>
                </a:solidFill>
                <a:latin typeface="Poppins"/>
                <a:ea typeface="Poppins"/>
                <a:cs typeface="Poppins"/>
                <a:sym typeface="Poppins"/>
              </a:rPr>
              <a:t>Evaluating Performance</a:t>
            </a:r>
            <a:endParaRPr b="1" i="0" sz="3200" u="none" cap="none" strike="noStrike">
              <a:solidFill>
                <a:schemeClr val="accent1"/>
              </a:solidFill>
              <a:latin typeface="Poppins"/>
              <a:ea typeface="Poppins"/>
              <a:cs typeface="Poppins"/>
              <a:sym typeface="Poppins"/>
            </a:endParaRPr>
          </a:p>
        </p:txBody>
      </p:sp>
      <p:sp>
        <p:nvSpPr>
          <p:cNvPr id="1249" name="Google Shape;1249;g34550a05580_1_1348"/>
          <p:cNvSpPr/>
          <p:nvPr/>
        </p:nvSpPr>
        <p:spPr>
          <a:xfrm>
            <a:off x="525560" y="395008"/>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50" name="Google Shape;1250;g34550a05580_1_1348"/>
          <p:cNvSpPr txBox="1"/>
          <p:nvPr/>
        </p:nvSpPr>
        <p:spPr>
          <a:xfrm>
            <a:off x="1744000" y="2856100"/>
            <a:ext cx="3936900" cy="861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Qualitative Review</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Check coherence, relevance, factuality.</a:t>
            </a:r>
            <a:endParaRPr b="0" i="0" sz="1600" u="none" cap="none" strike="noStrike">
              <a:solidFill>
                <a:srgbClr val="000000"/>
              </a:solidFill>
              <a:latin typeface="Poppins"/>
              <a:ea typeface="Poppins"/>
              <a:cs typeface="Poppins"/>
              <a:sym typeface="Poppins"/>
            </a:endParaRPr>
          </a:p>
        </p:txBody>
      </p:sp>
      <p:sp>
        <p:nvSpPr>
          <p:cNvPr id="1251" name="Google Shape;1251;g34550a05580_1_1348"/>
          <p:cNvSpPr txBox="1"/>
          <p:nvPr/>
        </p:nvSpPr>
        <p:spPr>
          <a:xfrm>
            <a:off x="1744000" y="4117750"/>
            <a:ext cx="39369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Iteration</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Use feedback to refine prompts.</a:t>
            </a:r>
            <a:endParaRPr b="0" i="0" sz="1600" u="none" cap="none" strike="noStrike">
              <a:solidFill>
                <a:srgbClr val="000000"/>
              </a:solidFill>
              <a:latin typeface="Poppins"/>
              <a:ea typeface="Poppins"/>
              <a:cs typeface="Poppins"/>
              <a:sym typeface="Poppins"/>
            </a:endParaRPr>
          </a:p>
        </p:txBody>
      </p:sp>
      <p:sp>
        <p:nvSpPr>
          <p:cNvPr id="1252" name="Google Shape;1252;g34550a05580_1_1348"/>
          <p:cNvSpPr txBox="1"/>
          <p:nvPr/>
        </p:nvSpPr>
        <p:spPr>
          <a:xfrm>
            <a:off x="7245475" y="1680850"/>
            <a:ext cx="39369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Quantitative Testing</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Poppins"/>
                <a:ea typeface="Poppins"/>
                <a:cs typeface="Poppins"/>
                <a:sym typeface="Poppins"/>
              </a:rPr>
              <a:t>Test sets, A/B testing.</a:t>
            </a:r>
            <a:endParaRPr b="0" i="0" sz="1600" u="none" cap="none" strike="noStrike">
              <a:solidFill>
                <a:schemeClr val="dk1"/>
              </a:solidFill>
              <a:latin typeface="Poppins"/>
              <a:ea typeface="Poppins"/>
              <a:cs typeface="Poppins"/>
              <a:sym typeface="Poppins"/>
            </a:endParaRPr>
          </a:p>
        </p:txBody>
      </p:sp>
      <p:sp>
        <p:nvSpPr>
          <p:cNvPr id="1253" name="Google Shape;1253;g34550a05580_1_1348"/>
          <p:cNvSpPr txBox="1"/>
          <p:nvPr/>
        </p:nvSpPr>
        <p:spPr>
          <a:xfrm>
            <a:off x="7245475" y="3018975"/>
            <a:ext cx="3936900" cy="92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Edge Cases</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rgbClr val="000000"/>
                </a:solidFill>
                <a:latin typeface="Poppins"/>
                <a:ea typeface="Poppins"/>
                <a:cs typeface="Poppins"/>
                <a:sym typeface="Poppins"/>
              </a:rPr>
              <a:t>Test for unusual or malicious inputs.</a:t>
            </a:r>
            <a:endParaRPr b="0" i="0" sz="1800" u="none" cap="none" strike="noStrike">
              <a:solidFill>
                <a:srgbClr val="000000"/>
              </a:solidFill>
              <a:latin typeface="Poppins"/>
              <a:ea typeface="Poppins"/>
              <a:cs typeface="Poppins"/>
              <a:sym typeface="Poppins"/>
            </a:endParaRPr>
          </a:p>
        </p:txBody>
      </p:sp>
      <p:sp>
        <p:nvSpPr>
          <p:cNvPr id="1254" name="Google Shape;1254;g34550a05580_1_1348"/>
          <p:cNvSpPr txBox="1"/>
          <p:nvPr/>
        </p:nvSpPr>
        <p:spPr>
          <a:xfrm>
            <a:off x="2948013" y="5560400"/>
            <a:ext cx="67887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Systematic evaluation enables continuous improvement and helps build reliable LLM applications.</a:t>
            </a:r>
            <a:endParaRPr b="0" i="0" sz="1600" u="none" cap="none" strike="noStrike">
              <a:solidFill>
                <a:srgbClr val="000000"/>
              </a:solidFill>
              <a:latin typeface="Poppins"/>
              <a:ea typeface="Poppins"/>
              <a:cs typeface="Poppins"/>
              <a:sym typeface="Poppins"/>
            </a:endParaRPr>
          </a:p>
        </p:txBody>
      </p:sp>
      <p:pic>
        <p:nvPicPr>
          <p:cNvPr id="1255" name="Google Shape;1255;g34550a05580_1_1348"/>
          <p:cNvPicPr preferRelativeResize="0"/>
          <p:nvPr/>
        </p:nvPicPr>
        <p:blipFill rotWithShape="1">
          <a:blip r:embed="rId3">
            <a:alphaModFix/>
          </a:blip>
          <a:srcRect b="0" l="0" r="0" t="0"/>
          <a:stretch/>
        </p:blipFill>
        <p:spPr>
          <a:xfrm>
            <a:off x="2455288" y="5639600"/>
            <a:ext cx="463050" cy="463050"/>
          </a:xfrm>
          <a:prstGeom prst="rect">
            <a:avLst/>
          </a:prstGeom>
          <a:noFill/>
          <a:ln>
            <a:noFill/>
          </a:ln>
        </p:spPr>
      </p:pic>
      <p:pic>
        <p:nvPicPr>
          <p:cNvPr id="1256" name="Google Shape;1256;g34550a05580_1_1348"/>
          <p:cNvPicPr preferRelativeResize="0"/>
          <p:nvPr/>
        </p:nvPicPr>
        <p:blipFill rotWithShape="1">
          <a:blip r:embed="rId4">
            <a:alphaModFix/>
          </a:blip>
          <a:srcRect b="0" l="0" r="0" t="0"/>
          <a:stretch/>
        </p:blipFill>
        <p:spPr>
          <a:xfrm>
            <a:off x="1211875" y="1594175"/>
            <a:ext cx="384000" cy="384000"/>
          </a:xfrm>
          <a:prstGeom prst="rect">
            <a:avLst/>
          </a:prstGeom>
          <a:noFill/>
          <a:ln>
            <a:noFill/>
          </a:ln>
        </p:spPr>
      </p:pic>
      <p:pic>
        <p:nvPicPr>
          <p:cNvPr id="1257" name="Google Shape;1257;g34550a05580_1_1348"/>
          <p:cNvPicPr preferRelativeResize="0"/>
          <p:nvPr/>
        </p:nvPicPr>
        <p:blipFill rotWithShape="1">
          <a:blip r:embed="rId5">
            <a:alphaModFix/>
          </a:blip>
          <a:srcRect b="0" l="0" r="0" t="0"/>
          <a:stretch/>
        </p:blipFill>
        <p:spPr>
          <a:xfrm>
            <a:off x="1181100" y="2932300"/>
            <a:ext cx="463050" cy="463050"/>
          </a:xfrm>
          <a:prstGeom prst="rect">
            <a:avLst/>
          </a:prstGeom>
          <a:noFill/>
          <a:ln>
            <a:noFill/>
          </a:ln>
        </p:spPr>
      </p:pic>
      <p:pic>
        <p:nvPicPr>
          <p:cNvPr id="1258" name="Google Shape;1258;g34550a05580_1_1348"/>
          <p:cNvPicPr preferRelativeResize="0"/>
          <p:nvPr/>
        </p:nvPicPr>
        <p:blipFill rotWithShape="1">
          <a:blip r:embed="rId6">
            <a:alphaModFix/>
          </a:blip>
          <a:srcRect b="0" l="0" r="0" t="0"/>
          <a:stretch/>
        </p:blipFill>
        <p:spPr>
          <a:xfrm>
            <a:off x="1220625" y="4174525"/>
            <a:ext cx="384000" cy="384000"/>
          </a:xfrm>
          <a:prstGeom prst="rect">
            <a:avLst/>
          </a:prstGeom>
          <a:noFill/>
          <a:ln>
            <a:noFill/>
          </a:ln>
        </p:spPr>
      </p:pic>
      <p:pic>
        <p:nvPicPr>
          <p:cNvPr id="1259" name="Google Shape;1259;g34550a05580_1_1348"/>
          <p:cNvPicPr preferRelativeResize="0"/>
          <p:nvPr/>
        </p:nvPicPr>
        <p:blipFill rotWithShape="1">
          <a:blip r:embed="rId7">
            <a:alphaModFix/>
          </a:blip>
          <a:srcRect b="0" l="0" r="0" t="0"/>
          <a:stretch/>
        </p:blipFill>
        <p:spPr>
          <a:xfrm>
            <a:off x="6782425" y="1717525"/>
            <a:ext cx="463050" cy="463050"/>
          </a:xfrm>
          <a:prstGeom prst="rect">
            <a:avLst/>
          </a:prstGeom>
          <a:noFill/>
          <a:ln>
            <a:noFill/>
          </a:ln>
        </p:spPr>
      </p:pic>
      <p:pic>
        <p:nvPicPr>
          <p:cNvPr id="1260" name="Google Shape;1260;g34550a05580_1_1348"/>
          <p:cNvPicPr preferRelativeResize="0"/>
          <p:nvPr/>
        </p:nvPicPr>
        <p:blipFill rotWithShape="1">
          <a:blip r:embed="rId8">
            <a:alphaModFix/>
          </a:blip>
          <a:srcRect b="0" l="0" r="0" t="0"/>
          <a:stretch/>
        </p:blipFill>
        <p:spPr>
          <a:xfrm>
            <a:off x="6821950" y="3095175"/>
            <a:ext cx="384000" cy="384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4" name="Shape 1264"/>
        <p:cNvGrpSpPr/>
        <p:nvPr/>
      </p:nvGrpSpPr>
      <p:grpSpPr>
        <a:xfrm>
          <a:off x="0" y="0"/>
          <a:ext cx="0" cy="0"/>
          <a:chOff x="0" y="0"/>
          <a:chExt cx="0" cy="0"/>
        </a:xfrm>
      </p:grpSpPr>
      <p:sp>
        <p:nvSpPr>
          <p:cNvPr id="1265" name="Google Shape;1265;g34550a05580_1_1375"/>
          <p:cNvSpPr txBox="1"/>
          <p:nvPr/>
        </p:nvSpPr>
        <p:spPr>
          <a:xfrm>
            <a:off x="886100" y="1909375"/>
            <a:ext cx="39369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Prompt Refinement</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Remove ambiguity, tighten scope.</a:t>
            </a:r>
            <a:endParaRPr b="1" i="0" sz="1800" u="none" cap="none" strike="noStrike">
              <a:solidFill>
                <a:srgbClr val="000000"/>
              </a:solidFill>
              <a:latin typeface="Poppins"/>
              <a:ea typeface="Poppins"/>
              <a:cs typeface="Poppins"/>
              <a:sym typeface="Poppins"/>
            </a:endParaRPr>
          </a:p>
        </p:txBody>
      </p:sp>
      <p:sp>
        <p:nvSpPr>
          <p:cNvPr id="1266" name="Google Shape;1266;g34550a05580_1_1375"/>
          <p:cNvSpPr txBox="1"/>
          <p:nvPr/>
        </p:nvSpPr>
        <p:spPr>
          <a:xfrm>
            <a:off x="525548" y="543433"/>
            <a:ext cx="74688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IN" sz="3200" u="none" cap="none" strike="noStrike">
                <a:solidFill>
                  <a:schemeClr val="dk1"/>
                </a:solidFill>
                <a:latin typeface="Poppins"/>
                <a:ea typeface="Poppins"/>
                <a:cs typeface="Poppins"/>
                <a:sym typeface="Poppins"/>
              </a:rPr>
              <a:t>Iteration </a:t>
            </a:r>
            <a:r>
              <a:rPr b="1" i="0" lang="en-IN" sz="3200" u="none" cap="none" strike="noStrike">
                <a:solidFill>
                  <a:schemeClr val="accent1"/>
                </a:solidFill>
                <a:latin typeface="Poppins"/>
                <a:ea typeface="Poppins"/>
                <a:cs typeface="Poppins"/>
                <a:sym typeface="Poppins"/>
              </a:rPr>
              <a:t>&amp;</a:t>
            </a:r>
            <a:r>
              <a:rPr b="1" i="0" lang="en-IN" sz="3200" u="none" cap="none" strike="noStrike">
                <a:solidFill>
                  <a:schemeClr val="dk1"/>
                </a:solidFill>
                <a:latin typeface="Poppins"/>
                <a:ea typeface="Poppins"/>
                <a:cs typeface="Poppins"/>
                <a:sym typeface="Poppins"/>
              </a:rPr>
              <a:t> Tuning</a:t>
            </a:r>
            <a:endParaRPr b="1" i="0" sz="3200" u="none" cap="none" strike="noStrike">
              <a:solidFill>
                <a:schemeClr val="accent1"/>
              </a:solidFill>
              <a:latin typeface="Poppins"/>
              <a:ea typeface="Poppins"/>
              <a:cs typeface="Poppins"/>
              <a:sym typeface="Poppins"/>
            </a:endParaRPr>
          </a:p>
        </p:txBody>
      </p:sp>
      <p:sp>
        <p:nvSpPr>
          <p:cNvPr id="1267" name="Google Shape;1267;g34550a05580_1_1375"/>
          <p:cNvSpPr/>
          <p:nvPr/>
        </p:nvSpPr>
        <p:spPr>
          <a:xfrm>
            <a:off x="525560" y="395008"/>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68" name="Google Shape;1268;g34550a05580_1_1375"/>
          <p:cNvSpPr txBox="1"/>
          <p:nvPr/>
        </p:nvSpPr>
        <p:spPr>
          <a:xfrm>
            <a:off x="1207675" y="4009575"/>
            <a:ext cx="39369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Few-Shot Changes</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Vary examples to guide style.</a:t>
            </a:r>
            <a:endParaRPr b="0" i="0" sz="1400" u="none" cap="none" strike="noStrike">
              <a:solidFill>
                <a:srgbClr val="000000"/>
              </a:solidFill>
              <a:latin typeface="Poppins"/>
              <a:ea typeface="Poppins"/>
              <a:cs typeface="Poppins"/>
              <a:sym typeface="Poppins"/>
            </a:endParaRPr>
          </a:p>
        </p:txBody>
      </p:sp>
      <p:sp>
        <p:nvSpPr>
          <p:cNvPr id="1269" name="Google Shape;1269;g34550a05580_1_1375"/>
          <p:cNvSpPr txBox="1"/>
          <p:nvPr/>
        </p:nvSpPr>
        <p:spPr>
          <a:xfrm>
            <a:off x="7016875" y="1909450"/>
            <a:ext cx="39369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Parameter Adjustments</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Tweak temperature, token limits.</a:t>
            </a:r>
            <a:endParaRPr b="0" i="0" sz="1600" u="none" cap="none" strike="noStrike">
              <a:solidFill>
                <a:srgbClr val="000000"/>
              </a:solidFill>
              <a:latin typeface="Poppins"/>
              <a:ea typeface="Poppins"/>
              <a:cs typeface="Poppins"/>
              <a:sym typeface="Poppins"/>
            </a:endParaRPr>
          </a:p>
        </p:txBody>
      </p:sp>
      <p:sp>
        <p:nvSpPr>
          <p:cNvPr id="1270" name="Google Shape;1270;g34550a05580_1_1375"/>
          <p:cNvSpPr txBox="1"/>
          <p:nvPr/>
        </p:nvSpPr>
        <p:spPr>
          <a:xfrm>
            <a:off x="7169275" y="3857175"/>
            <a:ext cx="3936900" cy="861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Cost vs. Quality</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Use smallest acceptable model;</a:t>
            </a:r>
            <a:endParaRPr b="0" i="0" sz="16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Fine-tune only if needed.</a:t>
            </a:r>
            <a:endParaRPr b="0" i="0" sz="1600" u="none" cap="none" strike="noStrike">
              <a:solidFill>
                <a:srgbClr val="000000"/>
              </a:solidFill>
              <a:latin typeface="Poppins"/>
              <a:ea typeface="Poppins"/>
              <a:cs typeface="Poppins"/>
              <a:sym typeface="Poppins"/>
            </a:endParaRPr>
          </a:p>
        </p:txBody>
      </p:sp>
      <p:sp>
        <p:nvSpPr>
          <p:cNvPr id="1271" name="Google Shape;1271;g34550a05580_1_1375"/>
          <p:cNvSpPr txBox="1"/>
          <p:nvPr/>
        </p:nvSpPr>
        <p:spPr>
          <a:xfrm>
            <a:off x="2701650" y="5445925"/>
            <a:ext cx="67887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Iterative improvement is key to optimizing LLM performance. Start simple, test often, refine systematically.</a:t>
            </a:r>
            <a:endParaRPr b="0" i="0" sz="1600" u="none" cap="none" strike="noStrike">
              <a:solidFill>
                <a:srgbClr val="000000"/>
              </a:solidFill>
              <a:latin typeface="Poppins"/>
              <a:ea typeface="Poppins"/>
              <a:cs typeface="Poppins"/>
              <a:sym typeface="Poppins"/>
            </a:endParaRPr>
          </a:p>
        </p:txBody>
      </p:sp>
      <p:pic>
        <p:nvPicPr>
          <p:cNvPr id="1272" name="Google Shape;1272;g34550a05580_1_1375"/>
          <p:cNvPicPr preferRelativeResize="0"/>
          <p:nvPr/>
        </p:nvPicPr>
        <p:blipFill rotWithShape="1">
          <a:blip r:embed="rId3">
            <a:alphaModFix/>
          </a:blip>
          <a:srcRect b="0" l="0" r="0" t="0"/>
          <a:stretch/>
        </p:blipFill>
        <p:spPr>
          <a:xfrm>
            <a:off x="2238600" y="5552950"/>
            <a:ext cx="463050" cy="463050"/>
          </a:xfrm>
          <a:prstGeom prst="rect">
            <a:avLst/>
          </a:prstGeom>
          <a:noFill/>
          <a:ln>
            <a:noFill/>
          </a:ln>
        </p:spPr>
      </p:pic>
      <p:pic>
        <p:nvPicPr>
          <p:cNvPr id="1273" name="Google Shape;1273;g34550a05580_1_1375"/>
          <p:cNvPicPr preferRelativeResize="0"/>
          <p:nvPr/>
        </p:nvPicPr>
        <p:blipFill rotWithShape="1">
          <a:blip r:embed="rId4">
            <a:alphaModFix/>
          </a:blip>
          <a:srcRect b="0" l="0" r="0" t="0"/>
          <a:stretch/>
        </p:blipFill>
        <p:spPr>
          <a:xfrm>
            <a:off x="432575" y="1947775"/>
            <a:ext cx="463050" cy="463050"/>
          </a:xfrm>
          <a:prstGeom prst="rect">
            <a:avLst/>
          </a:prstGeom>
          <a:noFill/>
          <a:ln>
            <a:noFill/>
          </a:ln>
        </p:spPr>
      </p:pic>
      <p:pic>
        <p:nvPicPr>
          <p:cNvPr id="1274" name="Google Shape;1274;g34550a05580_1_1375"/>
          <p:cNvPicPr preferRelativeResize="0"/>
          <p:nvPr/>
        </p:nvPicPr>
        <p:blipFill rotWithShape="1">
          <a:blip r:embed="rId5">
            <a:alphaModFix/>
          </a:blip>
          <a:srcRect b="0" l="0" r="0" t="0"/>
          <a:stretch/>
        </p:blipFill>
        <p:spPr>
          <a:xfrm>
            <a:off x="786838" y="4068525"/>
            <a:ext cx="397676" cy="463050"/>
          </a:xfrm>
          <a:prstGeom prst="rect">
            <a:avLst/>
          </a:prstGeom>
          <a:noFill/>
          <a:ln>
            <a:noFill/>
          </a:ln>
        </p:spPr>
      </p:pic>
      <p:pic>
        <p:nvPicPr>
          <p:cNvPr id="1275" name="Google Shape;1275;g34550a05580_1_1375"/>
          <p:cNvPicPr preferRelativeResize="0"/>
          <p:nvPr/>
        </p:nvPicPr>
        <p:blipFill rotWithShape="1">
          <a:blip r:embed="rId6">
            <a:alphaModFix/>
          </a:blip>
          <a:srcRect b="0" l="0" r="0" t="0"/>
          <a:stretch/>
        </p:blipFill>
        <p:spPr>
          <a:xfrm>
            <a:off x="6474975" y="1985650"/>
            <a:ext cx="463050" cy="463050"/>
          </a:xfrm>
          <a:prstGeom prst="rect">
            <a:avLst/>
          </a:prstGeom>
          <a:noFill/>
          <a:ln>
            <a:noFill/>
          </a:ln>
        </p:spPr>
      </p:pic>
      <p:pic>
        <p:nvPicPr>
          <p:cNvPr id="1276" name="Google Shape;1276;g34550a05580_1_1375"/>
          <p:cNvPicPr preferRelativeResize="0"/>
          <p:nvPr/>
        </p:nvPicPr>
        <p:blipFill rotWithShape="1">
          <a:blip r:embed="rId7">
            <a:alphaModFix/>
          </a:blip>
          <a:srcRect b="0" l="0" r="0" t="0"/>
          <a:stretch/>
        </p:blipFill>
        <p:spPr>
          <a:xfrm>
            <a:off x="6627375" y="3915525"/>
            <a:ext cx="463050" cy="463050"/>
          </a:xfrm>
          <a:prstGeom prst="rect">
            <a:avLst/>
          </a:prstGeom>
          <a:noFill/>
          <a:ln>
            <a:noFill/>
          </a:ln>
        </p:spPr>
      </p:pic>
      <p:pic>
        <p:nvPicPr>
          <p:cNvPr id="1277" name="Google Shape;1277;g34550a05580_1_1375"/>
          <p:cNvPicPr preferRelativeResize="0"/>
          <p:nvPr/>
        </p:nvPicPr>
        <p:blipFill rotWithShape="1">
          <a:blip r:embed="rId8">
            <a:alphaModFix/>
          </a:blip>
          <a:srcRect b="0" l="0" r="0" t="0"/>
          <a:stretch/>
        </p:blipFill>
        <p:spPr>
          <a:xfrm>
            <a:off x="4222250" y="2407449"/>
            <a:ext cx="2043075" cy="20431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1" name="Shape 1281"/>
        <p:cNvGrpSpPr/>
        <p:nvPr/>
      </p:nvGrpSpPr>
      <p:grpSpPr>
        <a:xfrm>
          <a:off x="0" y="0"/>
          <a:ext cx="0" cy="0"/>
          <a:chOff x="0" y="0"/>
          <a:chExt cx="0" cy="0"/>
        </a:xfrm>
      </p:grpSpPr>
      <p:sp>
        <p:nvSpPr>
          <p:cNvPr id="1282" name="Google Shape;1282;g34550a05580_1_1410"/>
          <p:cNvSpPr txBox="1"/>
          <p:nvPr/>
        </p:nvSpPr>
        <p:spPr>
          <a:xfrm>
            <a:off x="1527172" y="964007"/>
            <a:ext cx="5557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3" name="Google Shape;1283;g34550a05580_1_1410"/>
          <p:cNvSpPr txBox="1"/>
          <p:nvPr/>
        </p:nvSpPr>
        <p:spPr>
          <a:xfrm>
            <a:off x="1744000" y="1517975"/>
            <a:ext cx="3936900" cy="861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Shorten Prompts</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Shorten prompts without losing meaning.</a:t>
            </a:r>
            <a:endParaRPr b="0" i="0" sz="1600" u="none" cap="none" strike="noStrike">
              <a:solidFill>
                <a:srgbClr val="000000"/>
              </a:solidFill>
              <a:latin typeface="Poppins"/>
              <a:ea typeface="Poppins"/>
              <a:cs typeface="Poppins"/>
              <a:sym typeface="Poppins"/>
            </a:endParaRPr>
          </a:p>
        </p:txBody>
      </p:sp>
      <p:sp>
        <p:nvSpPr>
          <p:cNvPr id="1284" name="Google Shape;1284;g34550a05580_1_1410"/>
          <p:cNvSpPr txBox="1"/>
          <p:nvPr/>
        </p:nvSpPr>
        <p:spPr>
          <a:xfrm>
            <a:off x="525548" y="543433"/>
            <a:ext cx="74688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IN" sz="3200" u="none" cap="none" strike="noStrike">
                <a:solidFill>
                  <a:schemeClr val="dk1"/>
                </a:solidFill>
                <a:latin typeface="Poppins"/>
                <a:ea typeface="Poppins"/>
                <a:cs typeface="Poppins"/>
                <a:sym typeface="Poppins"/>
              </a:rPr>
              <a:t>Prompt Cost </a:t>
            </a:r>
            <a:r>
              <a:rPr b="1" i="0" lang="en-IN" sz="3200" u="none" cap="none" strike="noStrike">
                <a:solidFill>
                  <a:schemeClr val="accent1"/>
                </a:solidFill>
                <a:latin typeface="Poppins"/>
                <a:ea typeface="Poppins"/>
                <a:cs typeface="Poppins"/>
                <a:sym typeface="Poppins"/>
              </a:rPr>
              <a:t>&amp;</a:t>
            </a:r>
            <a:r>
              <a:rPr b="1" i="0" lang="en-IN" sz="3200" u="none" cap="none" strike="noStrike">
                <a:solidFill>
                  <a:schemeClr val="dk1"/>
                </a:solidFill>
                <a:latin typeface="Poppins"/>
                <a:ea typeface="Poppins"/>
                <a:cs typeface="Poppins"/>
                <a:sym typeface="Poppins"/>
              </a:rPr>
              <a:t> Token Optimization</a:t>
            </a:r>
            <a:endParaRPr b="1" i="0" sz="3200" u="none" cap="none" strike="noStrike">
              <a:solidFill>
                <a:schemeClr val="accent1"/>
              </a:solidFill>
              <a:latin typeface="Poppins"/>
              <a:ea typeface="Poppins"/>
              <a:cs typeface="Poppins"/>
              <a:sym typeface="Poppins"/>
            </a:endParaRPr>
          </a:p>
        </p:txBody>
      </p:sp>
      <p:sp>
        <p:nvSpPr>
          <p:cNvPr id="1285" name="Google Shape;1285;g34550a05580_1_1410"/>
          <p:cNvSpPr/>
          <p:nvPr/>
        </p:nvSpPr>
        <p:spPr>
          <a:xfrm>
            <a:off x="525560" y="395008"/>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86" name="Google Shape;1286;g34550a05580_1_1410"/>
          <p:cNvSpPr txBox="1"/>
          <p:nvPr/>
        </p:nvSpPr>
        <p:spPr>
          <a:xfrm>
            <a:off x="1744000" y="2856100"/>
            <a:ext cx="39369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Batch Queries</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Batch queries where possible.</a:t>
            </a:r>
            <a:endParaRPr b="0" i="0" sz="1600" u="none" cap="none" strike="noStrike">
              <a:solidFill>
                <a:srgbClr val="000000"/>
              </a:solidFill>
              <a:latin typeface="Poppins"/>
              <a:ea typeface="Poppins"/>
              <a:cs typeface="Poppins"/>
              <a:sym typeface="Poppins"/>
            </a:endParaRPr>
          </a:p>
        </p:txBody>
      </p:sp>
      <p:sp>
        <p:nvSpPr>
          <p:cNvPr id="1287" name="Google Shape;1287;g34550a05580_1_1410"/>
          <p:cNvSpPr txBox="1"/>
          <p:nvPr/>
        </p:nvSpPr>
        <p:spPr>
          <a:xfrm>
            <a:off x="1744000" y="4117750"/>
            <a:ext cx="3936900" cy="861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Monitor Usage</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Monitor token usage and summarize context.</a:t>
            </a:r>
            <a:endParaRPr b="0" i="0" sz="1600" u="none" cap="none" strike="noStrike">
              <a:solidFill>
                <a:srgbClr val="000000"/>
              </a:solidFill>
              <a:latin typeface="Poppins"/>
              <a:ea typeface="Poppins"/>
              <a:cs typeface="Poppins"/>
              <a:sym typeface="Poppins"/>
            </a:endParaRPr>
          </a:p>
        </p:txBody>
      </p:sp>
      <p:sp>
        <p:nvSpPr>
          <p:cNvPr id="1288" name="Google Shape;1288;g34550a05580_1_1410"/>
          <p:cNvSpPr txBox="1"/>
          <p:nvPr/>
        </p:nvSpPr>
        <p:spPr>
          <a:xfrm>
            <a:off x="7245475" y="1680850"/>
            <a:ext cx="3936900" cy="861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Limit Output</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Poppins"/>
                <a:ea typeface="Poppins"/>
                <a:cs typeface="Poppins"/>
                <a:sym typeface="Poppins"/>
              </a:rPr>
              <a:t>Limit output via instructions or token caps.</a:t>
            </a:r>
            <a:endParaRPr b="0" i="0" sz="1600" u="none" cap="none" strike="noStrike">
              <a:solidFill>
                <a:schemeClr val="dk1"/>
              </a:solidFill>
              <a:latin typeface="Poppins"/>
              <a:ea typeface="Poppins"/>
              <a:cs typeface="Poppins"/>
              <a:sym typeface="Poppins"/>
            </a:endParaRPr>
          </a:p>
        </p:txBody>
      </p:sp>
      <p:sp>
        <p:nvSpPr>
          <p:cNvPr id="1289" name="Google Shape;1289;g34550a05580_1_1410"/>
          <p:cNvSpPr txBox="1"/>
          <p:nvPr/>
        </p:nvSpPr>
        <p:spPr>
          <a:xfrm>
            <a:off x="7245475" y="3018975"/>
            <a:ext cx="3936900" cy="92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Caching</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rgbClr val="000000"/>
                </a:solidFill>
                <a:latin typeface="Poppins"/>
                <a:ea typeface="Poppins"/>
                <a:cs typeface="Poppins"/>
                <a:sym typeface="Poppins"/>
              </a:rPr>
              <a:t>Cache repeated queries and results.</a:t>
            </a:r>
            <a:endParaRPr b="0" i="0" sz="1800" u="none" cap="none" strike="noStrike">
              <a:solidFill>
                <a:srgbClr val="000000"/>
              </a:solidFill>
              <a:latin typeface="Poppins"/>
              <a:ea typeface="Poppins"/>
              <a:cs typeface="Poppins"/>
              <a:sym typeface="Poppins"/>
            </a:endParaRPr>
          </a:p>
        </p:txBody>
      </p:sp>
      <p:sp>
        <p:nvSpPr>
          <p:cNvPr id="1290" name="Google Shape;1290;g34550a05580_1_1410"/>
          <p:cNvSpPr txBox="1"/>
          <p:nvPr/>
        </p:nvSpPr>
        <p:spPr>
          <a:xfrm>
            <a:off x="2948013" y="5560400"/>
            <a:ext cx="67887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Effective token optimization significantly reduces costs while maintaining output quality.</a:t>
            </a:r>
            <a:endParaRPr b="0" i="0" sz="1600" u="none" cap="none" strike="noStrike">
              <a:solidFill>
                <a:srgbClr val="000000"/>
              </a:solidFill>
              <a:latin typeface="Poppins"/>
              <a:ea typeface="Poppins"/>
              <a:cs typeface="Poppins"/>
              <a:sym typeface="Poppins"/>
            </a:endParaRPr>
          </a:p>
        </p:txBody>
      </p:sp>
      <p:pic>
        <p:nvPicPr>
          <p:cNvPr id="1291" name="Google Shape;1291;g34550a05580_1_1410"/>
          <p:cNvPicPr preferRelativeResize="0"/>
          <p:nvPr/>
        </p:nvPicPr>
        <p:blipFill rotWithShape="1">
          <a:blip r:embed="rId3">
            <a:alphaModFix/>
          </a:blip>
          <a:srcRect b="0" l="0" r="0" t="0"/>
          <a:stretch/>
        </p:blipFill>
        <p:spPr>
          <a:xfrm>
            <a:off x="2455288" y="5639600"/>
            <a:ext cx="463050" cy="463050"/>
          </a:xfrm>
          <a:prstGeom prst="rect">
            <a:avLst/>
          </a:prstGeom>
          <a:noFill/>
          <a:ln>
            <a:noFill/>
          </a:ln>
        </p:spPr>
      </p:pic>
      <p:pic>
        <p:nvPicPr>
          <p:cNvPr id="1292" name="Google Shape;1292;g34550a05580_1_1410"/>
          <p:cNvPicPr preferRelativeResize="0"/>
          <p:nvPr/>
        </p:nvPicPr>
        <p:blipFill rotWithShape="1">
          <a:blip r:embed="rId4">
            <a:alphaModFix/>
          </a:blip>
          <a:srcRect b="0" l="0" r="0" t="0"/>
          <a:stretch/>
        </p:blipFill>
        <p:spPr>
          <a:xfrm>
            <a:off x="1220625" y="1578735"/>
            <a:ext cx="384000" cy="384000"/>
          </a:xfrm>
          <a:prstGeom prst="rect">
            <a:avLst/>
          </a:prstGeom>
          <a:noFill/>
          <a:ln>
            <a:noFill/>
          </a:ln>
        </p:spPr>
      </p:pic>
      <p:pic>
        <p:nvPicPr>
          <p:cNvPr id="1293" name="Google Shape;1293;g34550a05580_1_1410"/>
          <p:cNvPicPr preferRelativeResize="0"/>
          <p:nvPr/>
        </p:nvPicPr>
        <p:blipFill rotWithShape="1">
          <a:blip r:embed="rId5">
            <a:alphaModFix/>
          </a:blip>
          <a:srcRect b="0" l="0" r="0" t="0"/>
          <a:stretch/>
        </p:blipFill>
        <p:spPr>
          <a:xfrm>
            <a:off x="1220625" y="2876635"/>
            <a:ext cx="384000" cy="384000"/>
          </a:xfrm>
          <a:prstGeom prst="rect">
            <a:avLst/>
          </a:prstGeom>
          <a:noFill/>
          <a:ln>
            <a:noFill/>
          </a:ln>
        </p:spPr>
      </p:pic>
      <p:pic>
        <p:nvPicPr>
          <p:cNvPr id="1294" name="Google Shape;1294;g34550a05580_1_1410"/>
          <p:cNvPicPr preferRelativeResize="0"/>
          <p:nvPr/>
        </p:nvPicPr>
        <p:blipFill rotWithShape="1">
          <a:blip r:embed="rId6">
            <a:alphaModFix/>
          </a:blip>
          <a:srcRect b="0" l="0" r="0" t="0"/>
          <a:stretch/>
        </p:blipFill>
        <p:spPr>
          <a:xfrm>
            <a:off x="1220625" y="4174523"/>
            <a:ext cx="384000" cy="384000"/>
          </a:xfrm>
          <a:prstGeom prst="rect">
            <a:avLst/>
          </a:prstGeom>
          <a:noFill/>
          <a:ln>
            <a:noFill/>
          </a:ln>
        </p:spPr>
      </p:pic>
      <p:pic>
        <p:nvPicPr>
          <p:cNvPr id="1295" name="Google Shape;1295;g34550a05580_1_1410"/>
          <p:cNvPicPr preferRelativeResize="0"/>
          <p:nvPr/>
        </p:nvPicPr>
        <p:blipFill rotWithShape="1">
          <a:blip r:embed="rId7">
            <a:alphaModFix/>
          </a:blip>
          <a:srcRect b="0" l="0" r="0" t="0"/>
          <a:stretch/>
        </p:blipFill>
        <p:spPr>
          <a:xfrm>
            <a:off x="6749200" y="1756935"/>
            <a:ext cx="384000" cy="384000"/>
          </a:xfrm>
          <a:prstGeom prst="rect">
            <a:avLst/>
          </a:prstGeom>
          <a:noFill/>
          <a:ln>
            <a:noFill/>
          </a:ln>
        </p:spPr>
      </p:pic>
      <p:pic>
        <p:nvPicPr>
          <p:cNvPr id="1296" name="Google Shape;1296;g34550a05580_1_1410"/>
          <p:cNvPicPr preferRelativeResize="0"/>
          <p:nvPr/>
        </p:nvPicPr>
        <p:blipFill rotWithShape="1">
          <a:blip r:embed="rId8">
            <a:alphaModFix/>
          </a:blip>
          <a:srcRect b="0" l="0" r="0" t="0"/>
          <a:stretch/>
        </p:blipFill>
        <p:spPr>
          <a:xfrm>
            <a:off x="6749200" y="3152422"/>
            <a:ext cx="384000" cy="384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0" name="Shape 1300"/>
        <p:cNvGrpSpPr/>
        <p:nvPr/>
      </p:nvGrpSpPr>
      <p:grpSpPr>
        <a:xfrm>
          <a:off x="0" y="0"/>
          <a:ext cx="0" cy="0"/>
          <a:chOff x="0" y="0"/>
          <a:chExt cx="0" cy="0"/>
        </a:xfrm>
      </p:grpSpPr>
      <p:sp>
        <p:nvSpPr>
          <p:cNvPr id="1301" name="Google Shape;1301;g34550a05580_1_1434"/>
          <p:cNvSpPr/>
          <p:nvPr/>
        </p:nvSpPr>
        <p:spPr>
          <a:xfrm>
            <a:off x="531147" y="370208"/>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sp>
        <p:nvSpPr>
          <p:cNvPr id="1302" name="Google Shape;1302;g34550a05580_1_1434"/>
          <p:cNvSpPr/>
          <p:nvPr/>
        </p:nvSpPr>
        <p:spPr>
          <a:xfrm>
            <a:off x="544250" y="475800"/>
            <a:ext cx="8190000" cy="516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3200"/>
              <a:buFont typeface="Arial"/>
              <a:buNone/>
            </a:pPr>
            <a:r>
              <a:rPr b="1" i="0" lang="en-IN" sz="3200" u="none" cap="none" strike="noStrike">
                <a:solidFill>
                  <a:schemeClr val="dk1"/>
                </a:solidFill>
                <a:latin typeface="Poppins"/>
                <a:ea typeface="Poppins"/>
                <a:cs typeface="Poppins"/>
                <a:sym typeface="Poppins"/>
              </a:rPr>
              <a:t>Practice: </a:t>
            </a:r>
            <a:r>
              <a:rPr b="1" i="0" lang="en-IN" sz="2600" u="none" cap="none" strike="noStrike">
                <a:solidFill>
                  <a:schemeClr val="accent1"/>
                </a:solidFill>
                <a:latin typeface="Poppins"/>
                <a:ea typeface="Poppins"/>
                <a:cs typeface="Poppins"/>
                <a:sym typeface="Poppins"/>
              </a:rPr>
              <a:t>Token &amp; Cost Optimization</a:t>
            </a:r>
            <a:endParaRPr b="1" i="0" sz="2600" u="none" cap="none" strike="noStrike">
              <a:solidFill>
                <a:schemeClr val="accent1"/>
              </a:solidFill>
              <a:latin typeface="Poppins"/>
              <a:ea typeface="Poppins"/>
              <a:cs typeface="Poppins"/>
              <a:sym typeface="Poppins"/>
            </a:endParaRPr>
          </a:p>
        </p:txBody>
      </p:sp>
      <p:sp>
        <p:nvSpPr>
          <p:cNvPr id="1303" name="Google Shape;1303;g34550a05580_1_1434"/>
          <p:cNvSpPr txBox="1"/>
          <p:nvPr/>
        </p:nvSpPr>
        <p:spPr>
          <a:xfrm>
            <a:off x="353525" y="1290725"/>
            <a:ext cx="52719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1" i="0" lang="en-IN" sz="1800" u="none" cap="none" strike="noStrike">
                <a:solidFill>
                  <a:schemeClr val="accent1"/>
                </a:solidFill>
                <a:latin typeface="Poppins"/>
                <a:ea typeface="Poppins"/>
                <a:cs typeface="Poppins"/>
                <a:sym typeface="Poppins"/>
              </a:rPr>
              <a:t>Task </a:t>
            </a:r>
            <a:br>
              <a:rPr b="1" i="0" lang="en-IN" sz="1800" u="none" cap="none" strike="noStrike">
                <a:solidFill>
                  <a:schemeClr val="accent1"/>
                </a:solidFill>
                <a:latin typeface="Poppins"/>
                <a:ea typeface="Poppins"/>
                <a:cs typeface="Poppins"/>
                <a:sym typeface="Poppins"/>
              </a:rPr>
            </a:br>
            <a:r>
              <a:rPr b="0" i="0" lang="en-IN" sz="1600" u="none" cap="none" strike="noStrike">
                <a:solidFill>
                  <a:schemeClr val="dk1"/>
                </a:solidFill>
                <a:latin typeface="Poppins"/>
                <a:ea typeface="Poppins"/>
                <a:cs typeface="Poppins"/>
                <a:sym typeface="Poppins"/>
              </a:rPr>
              <a:t>Improve the following basic prompt:</a:t>
            </a:r>
            <a:endParaRPr b="0" i="0" sz="1600" u="none" cap="none" strike="noStrike">
              <a:solidFill>
                <a:schemeClr val="dk1"/>
              </a:solidFill>
              <a:latin typeface="Poppins"/>
              <a:ea typeface="Poppins"/>
              <a:cs typeface="Poppins"/>
              <a:sym typeface="Poppins"/>
            </a:endParaRPr>
          </a:p>
        </p:txBody>
      </p:sp>
      <p:sp>
        <p:nvSpPr>
          <p:cNvPr id="1304" name="Google Shape;1304;g34550a05580_1_1434"/>
          <p:cNvSpPr txBox="1"/>
          <p:nvPr/>
        </p:nvSpPr>
        <p:spPr>
          <a:xfrm>
            <a:off x="393872" y="4099701"/>
            <a:ext cx="5141100" cy="6156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Goal:</a:t>
            </a:r>
            <a:endParaRPr b="1" i="0" sz="1800" u="none" cap="none" strike="noStrike">
              <a:solidFill>
                <a:srgbClr val="000000"/>
              </a:solidFill>
              <a:latin typeface="Poppins"/>
              <a:ea typeface="Poppins"/>
              <a:cs typeface="Poppins"/>
              <a:sym typeface="Poppins"/>
            </a:endParaRPr>
          </a:p>
          <a:p>
            <a:pPr indent="0" lvl="0" marL="45720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Reduce tokens while keeping intent.</a:t>
            </a:r>
            <a:endParaRPr b="0" i="0" sz="1600" u="none" cap="none" strike="noStrike">
              <a:solidFill>
                <a:srgbClr val="000000"/>
              </a:solidFill>
              <a:latin typeface="Poppins"/>
              <a:ea typeface="Poppins"/>
              <a:cs typeface="Poppins"/>
              <a:sym typeface="Poppins"/>
            </a:endParaRPr>
          </a:p>
        </p:txBody>
      </p:sp>
      <p:cxnSp>
        <p:nvCxnSpPr>
          <p:cNvPr id="1305" name="Google Shape;1305;g34550a05580_1_1434"/>
          <p:cNvCxnSpPr/>
          <p:nvPr/>
        </p:nvCxnSpPr>
        <p:spPr>
          <a:xfrm>
            <a:off x="6065134" y="1290725"/>
            <a:ext cx="0" cy="5052300"/>
          </a:xfrm>
          <a:prstGeom prst="straightConnector1">
            <a:avLst/>
          </a:prstGeom>
          <a:noFill/>
          <a:ln cap="flat" cmpd="sng" w="57150">
            <a:solidFill>
              <a:srgbClr val="00B0F2"/>
            </a:solidFill>
            <a:prstDash val="solid"/>
            <a:round/>
            <a:headEnd len="sm" w="sm" type="none"/>
            <a:tailEnd len="sm" w="sm" type="none"/>
          </a:ln>
        </p:spPr>
      </p:cxnSp>
      <p:sp>
        <p:nvSpPr>
          <p:cNvPr id="1306" name="Google Shape;1306;g34550a05580_1_1434"/>
          <p:cNvSpPr/>
          <p:nvPr/>
        </p:nvSpPr>
        <p:spPr>
          <a:xfrm>
            <a:off x="393875" y="1906325"/>
            <a:ext cx="4216500" cy="1816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rgbClr val="0000FF"/>
                </a:solidFill>
                <a:latin typeface="Courier"/>
                <a:ea typeface="Courier"/>
                <a:cs typeface="Courier"/>
                <a:sym typeface="Courier"/>
              </a:rPr>
              <a:t>"Please provide a concise summary of the following customer feedback. The summary should only include the most important points and should not exceed a few sentences."</a:t>
            </a:r>
            <a:endParaRPr b="1" i="0" sz="1600" u="none" cap="none" strike="noStrike">
              <a:solidFill>
                <a:srgbClr val="0000FF"/>
              </a:solidFill>
              <a:latin typeface="Courier"/>
              <a:ea typeface="Courier"/>
              <a:cs typeface="Courier"/>
              <a:sym typeface="Courier"/>
            </a:endParaRPr>
          </a:p>
        </p:txBody>
      </p:sp>
      <p:sp>
        <p:nvSpPr>
          <p:cNvPr id="1307" name="Google Shape;1307;g34550a05580_1_1434"/>
          <p:cNvSpPr txBox="1"/>
          <p:nvPr/>
        </p:nvSpPr>
        <p:spPr>
          <a:xfrm>
            <a:off x="874200" y="5406875"/>
            <a:ext cx="45357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Poppins"/>
                <a:ea typeface="Poppins"/>
                <a:cs typeface="Poppins"/>
                <a:sym typeface="Poppins"/>
              </a:rPr>
              <a:t>Use bullet limits, remove fluff, be precise.</a:t>
            </a:r>
            <a:endParaRPr b="0" i="0" sz="1600" u="none" cap="none" strike="noStrike">
              <a:solidFill>
                <a:schemeClr val="dk1"/>
              </a:solidFill>
              <a:latin typeface="Poppins"/>
              <a:ea typeface="Poppins"/>
              <a:cs typeface="Poppins"/>
              <a:sym typeface="Poppins"/>
            </a:endParaRPr>
          </a:p>
        </p:txBody>
      </p:sp>
      <p:pic>
        <p:nvPicPr>
          <p:cNvPr id="1308" name="Google Shape;1308;g34550a05580_1_1434"/>
          <p:cNvPicPr preferRelativeResize="0"/>
          <p:nvPr/>
        </p:nvPicPr>
        <p:blipFill rotWithShape="1">
          <a:blip r:embed="rId3">
            <a:alphaModFix/>
          </a:blip>
          <a:srcRect b="0" l="0" r="0" t="0"/>
          <a:stretch/>
        </p:blipFill>
        <p:spPr>
          <a:xfrm>
            <a:off x="402963" y="5406875"/>
            <a:ext cx="463050" cy="463050"/>
          </a:xfrm>
          <a:prstGeom prst="rect">
            <a:avLst/>
          </a:prstGeom>
          <a:noFill/>
          <a:ln>
            <a:noFill/>
          </a:ln>
        </p:spPr>
      </p:pic>
      <p:pic>
        <p:nvPicPr>
          <p:cNvPr id="1309" name="Google Shape;1309;g34550a05580_1_1434"/>
          <p:cNvPicPr preferRelativeResize="0"/>
          <p:nvPr/>
        </p:nvPicPr>
        <p:blipFill rotWithShape="1">
          <a:blip r:embed="rId4">
            <a:alphaModFix/>
          </a:blip>
          <a:srcRect b="0" l="0" r="0" t="0"/>
          <a:stretch/>
        </p:blipFill>
        <p:spPr>
          <a:xfrm>
            <a:off x="460150" y="4182268"/>
            <a:ext cx="348675" cy="348675"/>
          </a:xfrm>
          <a:prstGeom prst="rect">
            <a:avLst/>
          </a:prstGeom>
          <a:noFill/>
          <a:ln>
            <a:noFill/>
          </a:ln>
        </p:spPr>
      </p:pic>
      <p:sp>
        <p:nvSpPr>
          <p:cNvPr id="1310" name="Google Shape;1310;g34550a05580_1_1434"/>
          <p:cNvSpPr txBox="1"/>
          <p:nvPr/>
        </p:nvSpPr>
        <p:spPr>
          <a:xfrm>
            <a:off x="6448600" y="1379675"/>
            <a:ext cx="3110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1" i="0" lang="en-IN" sz="1800" u="none" cap="none" strike="noStrike">
                <a:solidFill>
                  <a:schemeClr val="accent1"/>
                </a:solidFill>
                <a:latin typeface="Poppins"/>
                <a:ea typeface="Poppins"/>
                <a:cs typeface="Poppins"/>
                <a:sym typeface="Poppins"/>
              </a:rPr>
              <a:t>Example Improvement</a:t>
            </a:r>
            <a:endParaRPr b="0" i="0" sz="1600" u="none" cap="none" strike="noStrike">
              <a:solidFill>
                <a:schemeClr val="dk1"/>
              </a:solidFill>
              <a:latin typeface="Poppins"/>
              <a:ea typeface="Poppins"/>
              <a:cs typeface="Poppins"/>
              <a:sym typeface="Poppins"/>
            </a:endParaRPr>
          </a:p>
        </p:txBody>
      </p:sp>
      <p:sp>
        <p:nvSpPr>
          <p:cNvPr id="1311" name="Google Shape;1311;g34550a05580_1_1434"/>
          <p:cNvSpPr/>
          <p:nvPr/>
        </p:nvSpPr>
        <p:spPr>
          <a:xfrm>
            <a:off x="6448600" y="2296775"/>
            <a:ext cx="4216500" cy="165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IN" sz="1600" u="none" cap="none" strike="noStrike">
                <a:solidFill>
                  <a:srgbClr val="0000FF"/>
                </a:solidFill>
                <a:latin typeface="Courier"/>
                <a:ea typeface="Courier"/>
                <a:cs typeface="Courier"/>
                <a:sym typeface="Courier"/>
              </a:rPr>
              <a:t>"Please provide a concise summary of the following customer</a:t>
            </a:r>
            <a:endParaRPr b="1" i="0" sz="1600" u="none" cap="none" strike="noStrike">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chemeClr val="dk1"/>
              </a:buClr>
              <a:buSzPts val="1100"/>
              <a:buFont typeface="Arial"/>
              <a:buNone/>
            </a:pPr>
            <a:r>
              <a:rPr b="1" i="0" lang="en-IN" sz="1600" u="none" cap="none" strike="noStrike">
                <a:solidFill>
                  <a:srgbClr val="0000FF"/>
                </a:solidFill>
                <a:latin typeface="Courier"/>
                <a:ea typeface="Courier"/>
                <a:cs typeface="Courier"/>
                <a:sym typeface="Courier"/>
              </a:rPr>
              <a:t>feedback. The summary should only include the most important</a:t>
            </a:r>
            <a:endParaRPr b="1" i="0" sz="1600" u="none" cap="none" strike="noStrike">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chemeClr val="dk1"/>
              </a:buClr>
              <a:buSzPts val="1100"/>
              <a:buFont typeface="Arial"/>
              <a:buNone/>
            </a:pPr>
            <a:r>
              <a:rPr b="1" i="0" lang="en-IN" sz="1600" u="none" cap="none" strike="noStrike">
                <a:solidFill>
                  <a:srgbClr val="0000FF"/>
                </a:solidFill>
                <a:latin typeface="Courier"/>
                <a:ea typeface="Courier"/>
                <a:cs typeface="Courier"/>
                <a:sym typeface="Courier"/>
              </a:rPr>
              <a:t>points and should not exceed a few sentences."</a:t>
            </a:r>
            <a:endParaRPr b="1" i="0" sz="1600" u="none" cap="none" strike="noStrike">
              <a:solidFill>
                <a:srgbClr val="0000FF"/>
              </a:solidFill>
              <a:latin typeface="Courier"/>
              <a:ea typeface="Courier"/>
              <a:cs typeface="Courier"/>
              <a:sym typeface="Courier"/>
            </a:endParaRPr>
          </a:p>
        </p:txBody>
      </p:sp>
      <p:sp>
        <p:nvSpPr>
          <p:cNvPr id="1312" name="Google Shape;1312;g34550a05580_1_1434"/>
          <p:cNvSpPr txBox="1"/>
          <p:nvPr/>
        </p:nvSpPr>
        <p:spPr>
          <a:xfrm>
            <a:off x="6429650" y="1906325"/>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Poppins"/>
                <a:ea typeface="Poppins"/>
                <a:cs typeface="Poppins"/>
                <a:sym typeface="Poppins"/>
              </a:rPr>
              <a:t>Before</a:t>
            </a:r>
            <a:endParaRPr b="0" i="0" sz="1400" u="none" cap="none" strike="noStrike">
              <a:solidFill>
                <a:srgbClr val="000000"/>
              </a:solidFill>
              <a:latin typeface="Arial"/>
              <a:ea typeface="Arial"/>
              <a:cs typeface="Arial"/>
              <a:sym typeface="Arial"/>
            </a:endParaRPr>
          </a:p>
        </p:txBody>
      </p:sp>
      <p:sp>
        <p:nvSpPr>
          <p:cNvPr id="1313" name="Google Shape;1313;g34550a05580_1_1434"/>
          <p:cNvSpPr/>
          <p:nvPr/>
        </p:nvSpPr>
        <p:spPr>
          <a:xfrm>
            <a:off x="6429650" y="4583800"/>
            <a:ext cx="4216500" cy="1500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FF"/>
              </a:solidFill>
              <a:latin typeface="Courier"/>
              <a:ea typeface="Courier"/>
              <a:cs typeface="Courier"/>
              <a:sym typeface="Courier"/>
            </a:endParaRPr>
          </a:p>
        </p:txBody>
      </p:sp>
      <p:sp>
        <p:nvSpPr>
          <p:cNvPr id="1314" name="Google Shape;1314;g34550a05580_1_1434"/>
          <p:cNvSpPr txBox="1"/>
          <p:nvPr/>
        </p:nvSpPr>
        <p:spPr>
          <a:xfrm>
            <a:off x="6429650" y="4204825"/>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Poppins"/>
                <a:ea typeface="Poppins"/>
                <a:cs typeface="Poppins"/>
                <a:sym typeface="Poppins"/>
              </a:rPr>
              <a:t>After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8" name="Shape 1318"/>
        <p:cNvGrpSpPr/>
        <p:nvPr/>
      </p:nvGrpSpPr>
      <p:grpSpPr>
        <a:xfrm>
          <a:off x="0" y="0"/>
          <a:ext cx="0" cy="0"/>
          <a:chOff x="0" y="0"/>
          <a:chExt cx="0" cy="0"/>
        </a:xfrm>
      </p:grpSpPr>
      <p:sp>
        <p:nvSpPr>
          <p:cNvPr id="1319" name="Google Shape;1319;g3756668dbee_1_17"/>
          <p:cNvSpPr/>
          <p:nvPr/>
        </p:nvSpPr>
        <p:spPr>
          <a:xfrm>
            <a:off x="531147" y="370208"/>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sp>
        <p:nvSpPr>
          <p:cNvPr id="1320" name="Google Shape;1320;g3756668dbee_1_17"/>
          <p:cNvSpPr/>
          <p:nvPr/>
        </p:nvSpPr>
        <p:spPr>
          <a:xfrm>
            <a:off x="544250" y="475800"/>
            <a:ext cx="8190000" cy="516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3200"/>
              <a:buFont typeface="Arial"/>
              <a:buNone/>
            </a:pPr>
            <a:r>
              <a:rPr b="1" i="0" lang="en-IN" sz="3200" u="none" cap="none" strike="noStrike">
                <a:solidFill>
                  <a:schemeClr val="dk1"/>
                </a:solidFill>
                <a:latin typeface="Poppins"/>
                <a:ea typeface="Poppins"/>
                <a:cs typeface="Poppins"/>
                <a:sym typeface="Poppins"/>
              </a:rPr>
              <a:t>Practice: </a:t>
            </a:r>
            <a:r>
              <a:rPr b="1" i="0" lang="en-IN" sz="2600" u="none" cap="none" strike="noStrike">
                <a:solidFill>
                  <a:schemeClr val="accent1"/>
                </a:solidFill>
                <a:latin typeface="Poppins"/>
                <a:ea typeface="Poppins"/>
                <a:cs typeface="Poppins"/>
                <a:sym typeface="Poppins"/>
              </a:rPr>
              <a:t>Token &amp; Cost Optimization</a:t>
            </a:r>
            <a:endParaRPr b="1" i="0" sz="2600" u="none" cap="none" strike="noStrike">
              <a:solidFill>
                <a:schemeClr val="accent1"/>
              </a:solidFill>
              <a:latin typeface="Poppins"/>
              <a:ea typeface="Poppins"/>
              <a:cs typeface="Poppins"/>
              <a:sym typeface="Poppins"/>
            </a:endParaRPr>
          </a:p>
        </p:txBody>
      </p:sp>
      <p:sp>
        <p:nvSpPr>
          <p:cNvPr id="1321" name="Google Shape;1321;g3756668dbee_1_17"/>
          <p:cNvSpPr txBox="1"/>
          <p:nvPr/>
        </p:nvSpPr>
        <p:spPr>
          <a:xfrm>
            <a:off x="353525" y="1290725"/>
            <a:ext cx="52719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1" i="0" lang="en-IN" sz="1800" u="none" cap="none" strike="noStrike">
                <a:solidFill>
                  <a:schemeClr val="accent1"/>
                </a:solidFill>
                <a:latin typeface="Poppins"/>
                <a:ea typeface="Poppins"/>
                <a:cs typeface="Poppins"/>
                <a:sym typeface="Poppins"/>
              </a:rPr>
              <a:t>Task </a:t>
            </a:r>
            <a:br>
              <a:rPr b="1" i="0" lang="en-IN" sz="1800" u="none" cap="none" strike="noStrike">
                <a:solidFill>
                  <a:schemeClr val="accent1"/>
                </a:solidFill>
                <a:latin typeface="Poppins"/>
                <a:ea typeface="Poppins"/>
                <a:cs typeface="Poppins"/>
                <a:sym typeface="Poppins"/>
              </a:rPr>
            </a:br>
            <a:r>
              <a:rPr b="0" i="0" lang="en-IN" sz="1600" u="none" cap="none" strike="noStrike">
                <a:solidFill>
                  <a:schemeClr val="dk1"/>
                </a:solidFill>
                <a:latin typeface="Poppins"/>
                <a:ea typeface="Poppins"/>
                <a:cs typeface="Poppins"/>
                <a:sym typeface="Poppins"/>
              </a:rPr>
              <a:t>Improve the following basic prompt:</a:t>
            </a:r>
            <a:endParaRPr b="0" i="0" sz="1600" u="none" cap="none" strike="noStrike">
              <a:solidFill>
                <a:schemeClr val="dk1"/>
              </a:solidFill>
              <a:latin typeface="Poppins"/>
              <a:ea typeface="Poppins"/>
              <a:cs typeface="Poppins"/>
              <a:sym typeface="Poppins"/>
            </a:endParaRPr>
          </a:p>
        </p:txBody>
      </p:sp>
      <p:sp>
        <p:nvSpPr>
          <p:cNvPr id="1322" name="Google Shape;1322;g3756668dbee_1_17"/>
          <p:cNvSpPr txBox="1"/>
          <p:nvPr/>
        </p:nvSpPr>
        <p:spPr>
          <a:xfrm>
            <a:off x="393872" y="4099701"/>
            <a:ext cx="5141100" cy="6156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Goal:</a:t>
            </a:r>
            <a:endParaRPr b="1" i="0" sz="1800" u="none" cap="none" strike="noStrike">
              <a:solidFill>
                <a:srgbClr val="000000"/>
              </a:solidFill>
              <a:latin typeface="Poppins"/>
              <a:ea typeface="Poppins"/>
              <a:cs typeface="Poppins"/>
              <a:sym typeface="Poppins"/>
            </a:endParaRPr>
          </a:p>
          <a:p>
            <a:pPr indent="0" lvl="0" marL="45720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Reduce tokens while keeping intent.</a:t>
            </a:r>
            <a:endParaRPr b="0" i="0" sz="1600" u="none" cap="none" strike="noStrike">
              <a:solidFill>
                <a:srgbClr val="000000"/>
              </a:solidFill>
              <a:latin typeface="Poppins"/>
              <a:ea typeface="Poppins"/>
              <a:cs typeface="Poppins"/>
              <a:sym typeface="Poppins"/>
            </a:endParaRPr>
          </a:p>
        </p:txBody>
      </p:sp>
      <p:cxnSp>
        <p:nvCxnSpPr>
          <p:cNvPr id="1323" name="Google Shape;1323;g3756668dbee_1_17"/>
          <p:cNvCxnSpPr/>
          <p:nvPr/>
        </p:nvCxnSpPr>
        <p:spPr>
          <a:xfrm>
            <a:off x="6065134" y="1290725"/>
            <a:ext cx="0" cy="5052300"/>
          </a:xfrm>
          <a:prstGeom prst="straightConnector1">
            <a:avLst/>
          </a:prstGeom>
          <a:noFill/>
          <a:ln cap="flat" cmpd="sng" w="57150">
            <a:solidFill>
              <a:srgbClr val="00B0F2"/>
            </a:solidFill>
            <a:prstDash val="solid"/>
            <a:round/>
            <a:headEnd len="sm" w="sm" type="none"/>
            <a:tailEnd len="sm" w="sm" type="none"/>
          </a:ln>
        </p:spPr>
      </p:cxnSp>
      <p:sp>
        <p:nvSpPr>
          <p:cNvPr id="1324" name="Google Shape;1324;g3756668dbee_1_17"/>
          <p:cNvSpPr/>
          <p:nvPr/>
        </p:nvSpPr>
        <p:spPr>
          <a:xfrm>
            <a:off x="393875" y="1906325"/>
            <a:ext cx="4216500" cy="1816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rgbClr val="0000FF"/>
                </a:solidFill>
                <a:latin typeface="Courier"/>
                <a:ea typeface="Courier"/>
                <a:cs typeface="Courier"/>
                <a:sym typeface="Courier"/>
              </a:rPr>
              <a:t>"Please provide a concise summary of the following customer feedback. The summary should only include the most important points and should not exceed a few sentences."</a:t>
            </a:r>
            <a:endParaRPr b="1" i="0" sz="1600" u="none" cap="none" strike="noStrike">
              <a:solidFill>
                <a:srgbClr val="0000FF"/>
              </a:solidFill>
              <a:latin typeface="Courier"/>
              <a:ea typeface="Courier"/>
              <a:cs typeface="Courier"/>
              <a:sym typeface="Courier"/>
            </a:endParaRPr>
          </a:p>
        </p:txBody>
      </p:sp>
      <p:sp>
        <p:nvSpPr>
          <p:cNvPr id="1325" name="Google Shape;1325;g3756668dbee_1_17"/>
          <p:cNvSpPr txBox="1"/>
          <p:nvPr/>
        </p:nvSpPr>
        <p:spPr>
          <a:xfrm>
            <a:off x="874200" y="5406875"/>
            <a:ext cx="45357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Poppins"/>
                <a:ea typeface="Poppins"/>
                <a:cs typeface="Poppins"/>
                <a:sym typeface="Poppins"/>
              </a:rPr>
              <a:t>Use bullet limits, remove fluff, be precise.</a:t>
            </a:r>
            <a:endParaRPr b="0" i="0" sz="1600" u="none" cap="none" strike="noStrike">
              <a:solidFill>
                <a:schemeClr val="dk1"/>
              </a:solidFill>
              <a:latin typeface="Poppins"/>
              <a:ea typeface="Poppins"/>
              <a:cs typeface="Poppins"/>
              <a:sym typeface="Poppins"/>
            </a:endParaRPr>
          </a:p>
        </p:txBody>
      </p:sp>
      <p:pic>
        <p:nvPicPr>
          <p:cNvPr id="1326" name="Google Shape;1326;g3756668dbee_1_17"/>
          <p:cNvPicPr preferRelativeResize="0"/>
          <p:nvPr/>
        </p:nvPicPr>
        <p:blipFill rotWithShape="1">
          <a:blip r:embed="rId3">
            <a:alphaModFix/>
          </a:blip>
          <a:srcRect b="0" l="0" r="0" t="0"/>
          <a:stretch/>
        </p:blipFill>
        <p:spPr>
          <a:xfrm>
            <a:off x="402963" y="5406875"/>
            <a:ext cx="463050" cy="463050"/>
          </a:xfrm>
          <a:prstGeom prst="rect">
            <a:avLst/>
          </a:prstGeom>
          <a:noFill/>
          <a:ln>
            <a:noFill/>
          </a:ln>
        </p:spPr>
      </p:pic>
      <p:pic>
        <p:nvPicPr>
          <p:cNvPr id="1327" name="Google Shape;1327;g3756668dbee_1_17"/>
          <p:cNvPicPr preferRelativeResize="0"/>
          <p:nvPr/>
        </p:nvPicPr>
        <p:blipFill rotWithShape="1">
          <a:blip r:embed="rId4">
            <a:alphaModFix/>
          </a:blip>
          <a:srcRect b="0" l="0" r="0" t="0"/>
          <a:stretch/>
        </p:blipFill>
        <p:spPr>
          <a:xfrm>
            <a:off x="460150" y="4182268"/>
            <a:ext cx="348675" cy="348675"/>
          </a:xfrm>
          <a:prstGeom prst="rect">
            <a:avLst/>
          </a:prstGeom>
          <a:noFill/>
          <a:ln>
            <a:noFill/>
          </a:ln>
        </p:spPr>
      </p:pic>
      <p:sp>
        <p:nvSpPr>
          <p:cNvPr id="1328" name="Google Shape;1328;g3756668dbee_1_17"/>
          <p:cNvSpPr txBox="1"/>
          <p:nvPr/>
        </p:nvSpPr>
        <p:spPr>
          <a:xfrm>
            <a:off x="6448600" y="1379675"/>
            <a:ext cx="3110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1" i="0" lang="en-IN" sz="1800" u="none" cap="none" strike="noStrike">
                <a:solidFill>
                  <a:schemeClr val="accent1"/>
                </a:solidFill>
                <a:latin typeface="Poppins"/>
                <a:ea typeface="Poppins"/>
                <a:cs typeface="Poppins"/>
                <a:sym typeface="Poppins"/>
              </a:rPr>
              <a:t>Example Improvement</a:t>
            </a:r>
            <a:endParaRPr b="0" i="0" sz="1600" u="none" cap="none" strike="noStrike">
              <a:solidFill>
                <a:schemeClr val="dk1"/>
              </a:solidFill>
              <a:latin typeface="Poppins"/>
              <a:ea typeface="Poppins"/>
              <a:cs typeface="Poppins"/>
              <a:sym typeface="Poppins"/>
            </a:endParaRPr>
          </a:p>
        </p:txBody>
      </p:sp>
      <p:sp>
        <p:nvSpPr>
          <p:cNvPr id="1329" name="Google Shape;1329;g3756668dbee_1_17"/>
          <p:cNvSpPr/>
          <p:nvPr/>
        </p:nvSpPr>
        <p:spPr>
          <a:xfrm>
            <a:off x="6448600" y="2296775"/>
            <a:ext cx="4216500" cy="165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IN" sz="1600" u="none" cap="none" strike="noStrike">
                <a:solidFill>
                  <a:srgbClr val="0000FF"/>
                </a:solidFill>
                <a:latin typeface="Courier"/>
                <a:ea typeface="Courier"/>
                <a:cs typeface="Courier"/>
                <a:sym typeface="Courier"/>
              </a:rPr>
              <a:t>"Please provide a concise summary of the following customer</a:t>
            </a:r>
            <a:endParaRPr b="1" i="0" sz="1600" u="none" cap="none" strike="noStrike">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chemeClr val="dk1"/>
              </a:buClr>
              <a:buSzPts val="1100"/>
              <a:buFont typeface="Arial"/>
              <a:buNone/>
            </a:pPr>
            <a:r>
              <a:rPr b="1" i="0" lang="en-IN" sz="1600" u="none" cap="none" strike="noStrike">
                <a:solidFill>
                  <a:srgbClr val="0000FF"/>
                </a:solidFill>
                <a:latin typeface="Courier"/>
                <a:ea typeface="Courier"/>
                <a:cs typeface="Courier"/>
                <a:sym typeface="Courier"/>
              </a:rPr>
              <a:t>feedback. The summary should only include the most important</a:t>
            </a:r>
            <a:endParaRPr b="1" i="0" sz="1600" u="none" cap="none" strike="noStrike">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chemeClr val="dk1"/>
              </a:buClr>
              <a:buSzPts val="1100"/>
              <a:buFont typeface="Arial"/>
              <a:buNone/>
            </a:pPr>
            <a:r>
              <a:rPr b="1" i="0" lang="en-IN" sz="1600" u="none" cap="none" strike="noStrike">
                <a:solidFill>
                  <a:srgbClr val="0000FF"/>
                </a:solidFill>
                <a:latin typeface="Courier"/>
                <a:ea typeface="Courier"/>
                <a:cs typeface="Courier"/>
                <a:sym typeface="Courier"/>
              </a:rPr>
              <a:t>points and should not exceed a few sentences."</a:t>
            </a:r>
            <a:endParaRPr b="1" i="0" sz="1600" u="none" cap="none" strike="noStrike">
              <a:solidFill>
                <a:srgbClr val="0000FF"/>
              </a:solidFill>
              <a:latin typeface="Courier"/>
              <a:ea typeface="Courier"/>
              <a:cs typeface="Courier"/>
              <a:sym typeface="Courier"/>
            </a:endParaRPr>
          </a:p>
        </p:txBody>
      </p:sp>
      <p:sp>
        <p:nvSpPr>
          <p:cNvPr id="1330" name="Google Shape;1330;g3756668dbee_1_17"/>
          <p:cNvSpPr txBox="1"/>
          <p:nvPr/>
        </p:nvSpPr>
        <p:spPr>
          <a:xfrm>
            <a:off x="6429650" y="1906325"/>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Poppins"/>
                <a:ea typeface="Poppins"/>
                <a:cs typeface="Poppins"/>
                <a:sym typeface="Poppins"/>
              </a:rPr>
              <a:t>Before</a:t>
            </a:r>
            <a:endParaRPr b="0" i="0" sz="1400" u="none" cap="none" strike="noStrike">
              <a:solidFill>
                <a:srgbClr val="000000"/>
              </a:solidFill>
              <a:latin typeface="Arial"/>
              <a:ea typeface="Arial"/>
              <a:cs typeface="Arial"/>
              <a:sym typeface="Arial"/>
            </a:endParaRPr>
          </a:p>
        </p:txBody>
      </p:sp>
      <p:sp>
        <p:nvSpPr>
          <p:cNvPr id="1331" name="Google Shape;1331;g3756668dbee_1_17"/>
          <p:cNvSpPr/>
          <p:nvPr/>
        </p:nvSpPr>
        <p:spPr>
          <a:xfrm>
            <a:off x="6429650" y="4583800"/>
            <a:ext cx="4216500" cy="1500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rgbClr val="0000FF"/>
                </a:solidFill>
                <a:latin typeface="Courier"/>
                <a:ea typeface="Courier"/>
                <a:cs typeface="Courier"/>
                <a:sym typeface="Courier"/>
              </a:rPr>
              <a:t>"Summarize key points from this feedback in 3 bullet points."</a:t>
            </a:r>
            <a:endParaRPr b="1" i="0" sz="1600" u="none" cap="none" strike="noStrike">
              <a:solidFill>
                <a:srgbClr val="0000FF"/>
              </a:solidFill>
              <a:latin typeface="Courier"/>
              <a:ea typeface="Courier"/>
              <a:cs typeface="Courier"/>
              <a:sym typeface="Courier"/>
            </a:endParaRPr>
          </a:p>
        </p:txBody>
      </p:sp>
      <p:sp>
        <p:nvSpPr>
          <p:cNvPr id="1332" name="Google Shape;1332;g3756668dbee_1_17"/>
          <p:cNvSpPr txBox="1"/>
          <p:nvPr/>
        </p:nvSpPr>
        <p:spPr>
          <a:xfrm>
            <a:off x="6429650" y="4204825"/>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Poppins"/>
                <a:ea typeface="Poppins"/>
                <a:cs typeface="Poppins"/>
                <a:sym typeface="Poppins"/>
              </a:rPr>
              <a:t>After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6" name="Shape 1336"/>
        <p:cNvGrpSpPr/>
        <p:nvPr/>
      </p:nvGrpSpPr>
      <p:grpSpPr>
        <a:xfrm>
          <a:off x="0" y="0"/>
          <a:ext cx="0" cy="0"/>
          <a:chOff x="0" y="0"/>
          <a:chExt cx="0" cy="0"/>
        </a:xfrm>
      </p:grpSpPr>
      <p:sp>
        <p:nvSpPr>
          <p:cNvPr id="1337" name="Google Shape;1337;g34550a05580_1_31"/>
          <p:cNvSpPr txBox="1"/>
          <p:nvPr/>
        </p:nvSpPr>
        <p:spPr>
          <a:xfrm>
            <a:off x="1527172" y="964007"/>
            <a:ext cx="5557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8" name="Google Shape;1338;g34550a05580_1_31"/>
          <p:cNvSpPr txBox="1"/>
          <p:nvPr/>
        </p:nvSpPr>
        <p:spPr>
          <a:xfrm>
            <a:off x="525548" y="543433"/>
            <a:ext cx="74688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IN" sz="3200" u="none" cap="none" strike="noStrike">
                <a:solidFill>
                  <a:schemeClr val="dk1"/>
                </a:solidFill>
                <a:latin typeface="Poppins"/>
                <a:ea typeface="Poppins"/>
                <a:cs typeface="Poppins"/>
                <a:sym typeface="Poppins"/>
              </a:rPr>
              <a:t>Summary &amp; </a:t>
            </a:r>
            <a:r>
              <a:rPr b="1" i="0" lang="en-IN" sz="3200" u="none" cap="none" strike="noStrike">
                <a:solidFill>
                  <a:schemeClr val="accent1"/>
                </a:solidFill>
                <a:latin typeface="Poppins"/>
                <a:ea typeface="Poppins"/>
                <a:cs typeface="Poppins"/>
                <a:sym typeface="Poppins"/>
              </a:rPr>
              <a:t>Next Steps</a:t>
            </a:r>
            <a:endParaRPr b="1" i="0" sz="3200" u="none" cap="none" strike="noStrike">
              <a:solidFill>
                <a:schemeClr val="accent1"/>
              </a:solidFill>
              <a:latin typeface="Poppins"/>
              <a:ea typeface="Poppins"/>
              <a:cs typeface="Poppins"/>
              <a:sym typeface="Poppins"/>
            </a:endParaRPr>
          </a:p>
        </p:txBody>
      </p:sp>
      <p:sp>
        <p:nvSpPr>
          <p:cNvPr id="1339" name="Google Shape;1339;g34550a05580_1_31"/>
          <p:cNvSpPr/>
          <p:nvPr/>
        </p:nvSpPr>
        <p:spPr>
          <a:xfrm>
            <a:off x="525560" y="395008"/>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40" name="Google Shape;1340;g34550a05580_1_31"/>
          <p:cNvSpPr txBox="1"/>
          <p:nvPr/>
        </p:nvSpPr>
        <p:spPr>
          <a:xfrm>
            <a:off x="1713025" y="1617850"/>
            <a:ext cx="84804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Clear instructions + examples = better results</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Well-structured prompts with explicit guidance produce more accurate outputs.</a:t>
            </a:r>
            <a:endParaRPr b="0" i="0" sz="1600" u="none" cap="none" strike="noStrike">
              <a:solidFill>
                <a:srgbClr val="000000"/>
              </a:solidFill>
              <a:latin typeface="Poppins"/>
              <a:ea typeface="Poppins"/>
              <a:cs typeface="Poppins"/>
              <a:sym typeface="Poppins"/>
            </a:endParaRPr>
          </a:p>
        </p:txBody>
      </p:sp>
      <p:sp>
        <p:nvSpPr>
          <p:cNvPr id="1341" name="Google Shape;1341;g34550a05580_1_31"/>
          <p:cNvSpPr txBox="1"/>
          <p:nvPr/>
        </p:nvSpPr>
        <p:spPr>
          <a:xfrm>
            <a:off x="1703400" y="2596900"/>
            <a:ext cx="84804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Monitor performance, cost, and reliability</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Track key metrics to ensure efficiency and identify opportunities for improvement..</a:t>
            </a:r>
            <a:endParaRPr b="0" i="0" sz="1600" u="none" cap="none" strike="noStrike">
              <a:solidFill>
                <a:srgbClr val="000000"/>
              </a:solidFill>
              <a:latin typeface="Poppins"/>
              <a:ea typeface="Poppins"/>
              <a:cs typeface="Poppins"/>
              <a:sym typeface="Poppins"/>
            </a:endParaRPr>
          </a:p>
        </p:txBody>
      </p:sp>
      <p:sp>
        <p:nvSpPr>
          <p:cNvPr id="1342" name="Google Shape;1342;g34550a05580_1_31"/>
          <p:cNvSpPr txBox="1"/>
          <p:nvPr/>
        </p:nvSpPr>
        <p:spPr>
          <a:xfrm>
            <a:off x="1760625" y="3822250"/>
            <a:ext cx="84804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Poppins"/>
                <a:ea typeface="Poppins"/>
                <a:cs typeface="Poppins"/>
                <a:sym typeface="Poppins"/>
              </a:rPr>
              <a:t>Optimize tokens and choose models strategically</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Balance capability needs with cost considerations when selecting and using LLMs.</a:t>
            </a:r>
            <a:endParaRPr b="0" i="0" sz="1600" u="none" cap="none" strike="noStrike">
              <a:solidFill>
                <a:srgbClr val="000000"/>
              </a:solidFill>
              <a:latin typeface="Poppins"/>
              <a:ea typeface="Poppins"/>
              <a:cs typeface="Poppins"/>
              <a:sym typeface="Poppins"/>
            </a:endParaRPr>
          </a:p>
        </p:txBody>
      </p:sp>
      <p:sp>
        <p:nvSpPr>
          <p:cNvPr id="1343" name="Google Shape;1343;g34550a05580_1_31"/>
          <p:cNvSpPr txBox="1"/>
          <p:nvPr/>
        </p:nvSpPr>
        <p:spPr>
          <a:xfrm>
            <a:off x="1779600" y="5047600"/>
            <a:ext cx="84804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FF0000"/>
                </a:solidFill>
                <a:latin typeface="Poppins"/>
                <a:ea typeface="Poppins"/>
                <a:cs typeface="Poppins"/>
                <a:sym typeface="Poppins"/>
              </a:rPr>
              <a:t>Practice</a:t>
            </a:r>
            <a:r>
              <a:rPr b="1" i="0" lang="en-IN" sz="1800" u="none" cap="none" strike="noStrike">
                <a:solidFill>
                  <a:srgbClr val="000000"/>
                </a:solidFill>
                <a:latin typeface="Poppins"/>
                <a:ea typeface="Poppins"/>
                <a:cs typeface="Poppins"/>
                <a:sym typeface="Poppins"/>
              </a:rPr>
              <a:t>, </a:t>
            </a:r>
            <a:r>
              <a:rPr b="1" i="0" lang="en-IN" sz="1800" u="none" cap="none" strike="noStrike">
                <a:solidFill>
                  <a:srgbClr val="0000FF"/>
                </a:solidFill>
                <a:latin typeface="Poppins"/>
                <a:ea typeface="Poppins"/>
                <a:cs typeface="Poppins"/>
                <a:sym typeface="Poppins"/>
              </a:rPr>
              <a:t>iterate</a:t>
            </a:r>
            <a:r>
              <a:rPr b="1" i="0" lang="en-IN" sz="1800" u="none" cap="none" strike="noStrike">
                <a:solidFill>
                  <a:srgbClr val="000000"/>
                </a:solidFill>
                <a:latin typeface="Poppins"/>
                <a:ea typeface="Poppins"/>
                <a:cs typeface="Poppins"/>
                <a:sym typeface="Poppins"/>
              </a:rPr>
              <a:t>, and </a:t>
            </a:r>
            <a:r>
              <a:rPr b="1" i="0" lang="en-IN" sz="1800" u="none" cap="none" strike="noStrike">
                <a:solidFill>
                  <a:srgbClr val="EB9109"/>
                </a:solidFill>
                <a:latin typeface="Poppins"/>
                <a:ea typeface="Poppins"/>
                <a:cs typeface="Poppins"/>
                <a:sym typeface="Poppins"/>
              </a:rPr>
              <a:t>keep up</a:t>
            </a:r>
            <a:r>
              <a:rPr b="1" i="0" lang="en-IN" sz="1800" u="none" cap="none" strike="noStrike">
                <a:solidFill>
                  <a:srgbClr val="000000"/>
                </a:solidFill>
                <a:latin typeface="Poppins"/>
                <a:ea typeface="Poppins"/>
                <a:cs typeface="Poppins"/>
                <a:sym typeface="Poppins"/>
              </a:rPr>
              <a:t> with vendor updates</a:t>
            </a:r>
            <a:endParaRPr b="1"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Continuous improvement cycle ensures you leverage the latest capabilities.</a:t>
            </a:r>
            <a:endParaRPr b="0" i="0" sz="1600" u="none" cap="none" strike="noStrike">
              <a:solidFill>
                <a:srgbClr val="000000"/>
              </a:solidFill>
              <a:latin typeface="Poppins"/>
              <a:ea typeface="Poppins"/>
              <a:cs typeface="Poppins"/>
              <a:sym typeface="Poppins"/>
            </a:endParaRPr>
          </a:p>
        </p:txBody>
      </p:sp>
      <p:pic>
        <p:nvPicPr>
          <p:cNvPr id="1344" name="Google Shape;1344;g34550a05580_1_31"/>
          <p:cNvPicPr preferRelativeResize="0"/>
          <p:nvPr/>
        </p:nvPicPr>
        <p:blipFill rotWithShape="1">
          <a:blip r:embed="rId3">
            <a:alphaModFix/>
          </a:blip>
          <a:srcRect b="0" l="0" r="0" t="0"/>
          <a:stretch/>
        </p:blipFill>
        <p:spPr>
          <a:xfrm>
            <a:off x="1181088" y="1736075"/>
            <a:ext cx="471525" cy="471525"/>
          </a:xfrm>
          <a:prstGeom prst="rect">
            <a:avLst/>
          </a:prstGeom>
          <a:noFill/>
          <a:ln>
            <a:noFill/>
          </a:ln>
        </p:spPr>
      </p:pic>
      <p:pic>
        <p:nvPicPr>
          <p:cNvPr id="1345" name="Google Shape;1345;g34550a05580_1_31"/>
          <p:cNvPicPr preferRelativeResize="0"/>
          <p:nvPr/>
        </p:nvPicPr>
        <p:blipFill rotWithShape="1">
          <a:blip r:embed="rId4">
            <a:alphaModFix/>
          </a:blip>
          <a:srcRect b="0" l="0" r="0" t="0"/>
          <a:stretch/>
        </p:blipFill>
        <p:spPr>
          <a:xfrm>
            <a:off x="1214425" y="2671875"/>
            <a:ext cx="404876" cy="404876"/>
          </a:xfrm>
          <a:prstGeom prst="rect">
            <a:avLst/>
          </a:prstGeom>
          <a:noFill/>
          <a:ln>
            <a:noFill/>
          </a:ln>
        </p:spPr>
      </p:pic>
      <p:pic>
        <p:nvPicPr>
          <p:cNvPr id="1346" name="Google Shape;1346;g34550a05580_1_31"/>
          <p:cNvPicPr preferRelativeResize="0"/>
          <p:nvPr/>
        </p:nvPicPr>
        <p:blipFill rotWithShape="1">
          <a:blip r:embed="rId5">
            <a:alphaModFix/>
          </a:blip>
          <a:srcRect b="0" l="0" r="0" t="0"/>
          <a:stretch/>
        </p:blipFill>
        <p:spPr>
          <a:xfrm>
            <a:off x="1214425" y="3947375"/>
            <a:ext cx="404876" cy="404876"/>
          </a:xfrm>
          <a:prstGeom prst="rect">
            <a:avLst/>
          </a:prstGeom>
          <a:noFill/>
          <a:ln>
            <a:noFill/>
          </a:ln>
        </p:spPr>
      </p:pic>
      <p:pic>
        <p:nvPicPr>
          <p:cNvPr id="1347" name="Google Shape;1347;g34550a05580_1_31"/>
          <p:cNvPicPr preferRelativeResize="0"/>
          <p:nvPr/>
        </p:nvPicPr>
        <p:blipFill rotWithShape="1">
          <a:blip r:embed="rId6">
            <a:alphaModFix/>
          </a:blip>
          <a:srcRect b="0" l="0" r="0" t="0"/>
          <a:stretch/>
        </p:blipFill>
        <p:spPr>
          <a:xfrm>
            <a:off x="1196325" y="5057150"/>
            <a:ext cx="471525" cy="4715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1" name="Shape 1351"/>
        <p:cNvGrpSpPr/>
        <p:nvPr/>
      </p:nvGrpSpPr>
      <p:grpSpPr>
        <a:xfrm>
          <a:off x="0" y="0"/>
          <a:ext cx="0" cy="0"/>
          <a:chOff x="0" y="0"/>
          <a:chExt cx="0" cy="0"/>
        </a:xfrm>
      </p:grpSpPr>
      <p:sp>
        <p:nvSpPr>
          <p:cNvPr id="1352" name="Google Shape;1352;p19"/>
          <p:cNvSpPr/>
          <p:nvPr/>
        </p:nvSpPr>
        <p:spPr>
          <a:xfrm>
            <a:off x="4878125" y="2598603"/>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sp>
        <p:nvSpPr>
          <p:cNvPr id="1353" name="Google Shape;1353;p19"/>
          <p:cNvSpPr txBox="1"/>
          <p:nvPr/>
        </p:nvSpPr>
        <p:spPr>
          <a:xfrm>
            <a:off x="4774597" y="2704200"/>
            <a:ext cx="23583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en-IN" sz="4000" u="none" cap="none" strike="noStrike">
                <a:solidFill>
                  <a:srgbClr val="000000"/>
                </a:solidFill>
                <a:latin typeface="Arial"/>
                <a:ea typeface="Arial"/>
                <a:cs typeface="Arial"/>
                <a:sym typeface="Arial"/>
              </a:rPr>
              <a:t>Q / A</a:t>
            </a:r>
            <a:endParaRPr b="1" i="0" sz="40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7" name="Shape 1357"/>
        <p:cNvGrpSpPr/>
        <p:nvPr/>
      </p:nvGrpSpPr>
      <p:grpSpPr>
        <a:xfrm>
          <a:off x="0" y="0"/>
          <a:ext cx="0" cy="0"/>
          <a:chOff x="0" y="0"/>
          <a:chExt cx="0" cy="0"/>
        </a:xfrm>
      </p:grpSpPr>
      <p:sp>
        <p:nvSpPr>
          <p:cNvPr id="1358" name="Google Shape;1358;g372a3a90f18_0_2407"/>
          <p:cNvSpPr/>
          <p:nvPr/>
        </p:nvSpPr>
        <p:spPr>
          <a:xfrm>
            <a:off x="4878125" y="2598603"/>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sp>
        <p:nvSpPr>
          <p:cNvPr id="1359" name="Google Shape;1359;g372a3a90f18_0_2407"/>
          <p:cNvSpPr txBox="1"/>
          <p:nvPr/>
        </p:nvSpPr>
        <p:spPr>
          <a:xfrm>
            <a:off x="4774597" y="2704200"/>
            <a:ext cx="23583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en-IN" sz="4000" u="none" cap="none" strike="noStrike">
                <a:solidFill>
                  <a:srgbClr val="000000"/>
                </a:solidFill>
                <a:latin typeface="Arial"/>
                <a:ea typeface="Arial"/>
                <a:cs typeface="Arial"/>
                <a:sym typeface="Arial"/>
              </a:rPr>
              <a:t>Thanks</a:t>
            </a:r>
            <a:endParaRPr b="1" i="0" sz="40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Custom 76">
      <a:dk1>
        <a:srgbClr val="000000"/>
      </a:dk1>
      <a:lt1>
        <a:srgbClr val="FFFFFF"/>
      </a:lt1>
      <a:dk2>
        <a:srgbClr val="44546A"/>
      </a:dk2>
      <a:lt2>
        <a:srgbClr val="E7E6E6"/>
      </a:lt2>
      <a:accent1>
        <a:srgbClr val="06B3F3"/>
      </a:accent1>
      <a:accent2>
        <a:srgbClr val="3BC9FB"/>
      </a:accent2>
      <a:accent3>
        <a:srgbClr val="0492C4"/>
      </a:accent3>
      <a:accent4>
        <a:srgbClr val="035F7F"/>
      </a:accent4>
      <a:accent5>
        <a:srgbClr val="5B9BD5"/>
      </a:accent5>
      <a:accent6>
        <a:srgbClr val="E94C8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Custom 76">
      <a:dk1>
        <a:srgbClr val="000000"/>
      </a:dk1>
      <a:lt1>
        <a:srgbClr val="FFFFFF"/>
      </a:lt1>
      <a:dk2>
        <a:srgbClr val="44546A"/>
      </a:dk2>
      <a:lt2>
        <a:srgbClr val="E7E6E6"/>
      </a:lt2>
      <a:accent1>
        <a:srgbClr val="06B3F3"/>
      </a:accent1>
      <a:accent2>
        <a:srgbClr val="3BC9FB"/>
      </a:accent2>
      <a:accent3>
        <a:srgbClr val="0492C4"/>
      </a:accent3>
      <a:accent4>
        <a:srgbClr val="035F7F"/>
      </a:accent4>
      <a:accent5>
        <a:srgbClr val="5B9BD5"/>
      </a:accent5>
      <a:accent6>
        <a:srgbClr val="E94C8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HOME</dc:creator>
</cp:coreProperties>
</file>