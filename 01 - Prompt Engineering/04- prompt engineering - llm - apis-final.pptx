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83" r:id="rId5"/>
    <p:sldMasterId id="214748371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6858000" cx="12192000"/>
  <p:notesSz cx="6858000" cy="9144000"/>
  <p:embeddedFontLst>
    <p:embeddedFont>
      <p:font typeface="Poppins"/>
      <p:regular r:id="rId30"/>
      <p:bold r:id="rId31"/>
      <p:italic r:id="rId32"/>
      <p:boldItalic r:id="rId33"/>
    </p:embeddedFont>
    <p:embeddedFont>
      <p:font typeface="IBM Plex Mono Light"/>
      <p:regular r:id="rId34"/>
      <p:bold r:id="rId35"/>
      <p:italic r:id="rId36"/>
      <p:boldItalic r:id="rId37"/>
    </p:embeddedFont>
    <p:embeddedFont>
      <p:font typeface="Poppins Medium"/>
      <p:regular r:id="rId38"/>
      <p:bold r:id="rId39"/>
      <p:italic r:id="rId40"/>
      <p:boldItalic r:id="rId41"/>
    </p:embeddedFont>
    <p:embeddedFont>
      <p:font typeface="Poppins SemiBold"/>
      <p:regular r:id="rId42"/>
      <p:bold r:id="rId43"/>
      <p:italic r:id="rId44"/>
      <p:boldItalic r:id="rId45"/>
    </p:embeddedFont>
    <p:embeddedFont>
      <p:font typeface="Open Sans Light"/>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134">
          <p15:clr>
            <a:srgbClr val="A4A3A4"/>
          </p15:clr>
        </p15:guide>
        <p15:guide id="2" pos="744">
          <p15:clr>
            <a:srgbClr val="A4A3A4"/>
          </p15:clr>
        </p15:guide>
      </p15:sldGuideLst>
    </p:ext>
    <p:ext uri="GoogleSlidesCustomDataVersion2">
      <go:slidesCustomData xmlns:go="http://customooxmlschemas.google.com/" r:id="rId54" roundtripDataSignature="AMtx7mhOKZUWegA+GlhkMCtMu7CEDaes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34" orient="horz"/>
        <p:guide pos="7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italic.fntdata"/><Relationship Id="rId42" Type="http://schemas.openxmlformats.org/officeDocument/2006/relationships/font" Target="fonts/PoppinsSemiBold-regular.fntdata"/><Relationship Id="rId41" Type="http://schemas.openxmlformats.org/officeDocument/2006/relationships/font" Target="fonts/PoppinsMedium-boldItalic.fntdata"/><Relationship Id="rId44" Type="http://schemas.openxmlformats.org/officeDocument/2006/relationships/font" Target="fonts/PoppinsSemiBold-italic.fntdata"/><Relationship Id="rId43" Type="http://schemas.openxmlformats.org/officeDocument/2006/relationships/font" Target="fonts/PoppinsSemiBold-bold.fntdata"/><Relationship Id="rId46" Type="http://schemas.openxmlformats.org/officeDocument/2006/relationships/font" Target="fonts/OpenSansLight-regular.fntdata"/><Relationship Id="rId45" Type="http://schemas.openxmlformats.org/officeDocument/2006/relationships/font" Target="fonts/Poppi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OpenSansLight-italic.fntdata"/><Relationship Id="rId47" Type="http://schemas.openxmlformats.org/officeDocument/2006/relationships/font" Target="fonts/OpenSansLight-bold.fntdata"/><Relationship Id="rId49" Type="http://schemas.openxmlformats.org/officeDocument/2006/relationships/font" Target="fonts/OpenSansLight-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bold.fntdata"/><Relationship Id="rId30" Type="http://schemas.openxmlformats.org/officeDocument/2006/relationships/font" Target="fonts/Poppins-regular.fntdata"/><Relationship Id="rId33" Type="http://schemas.openxmlformats.org/officeDocument/2006/relationships/font" Target="fonts/Poppins-boldItalic.fntdata"/><Relationship Id="rId32" Type="http://schemas.openxmlformats.org/officeDocument/2006/relationships/font" Target="fonts/Poppins-italic.fntdata"/><Relationship Id="rId35" Type="http://schemas.openxmlformats.org/officeDocument/2006/relationships/font" Target="fonts/IBMPlexMonoLight-bold.fntdata"/><Relationship Id="rId34" Type="http://schemas.openxmlformats.org/officeDocument/2006/relationships/font" Target="fonts/IBMPlexMonoLight-regular.fntdata"/><Relationship Id="rId37" Type="http://schemas.openxmlformats.org/officeDocument/2006/relationships/font" Target="fonts/IBMPlexMonoLight-boldItalic.fntdata"/><Relationship Id="rId36" Type="http://schemas.openxmlformats.org/officeDocument/2006/relationships/font" Target="fonts/IBMPlexMonoLight-italic.fntdata"/><Relationship Id="rId39" Type="http://schemas.openxmlformats.org/officeDocument/2006/relationships/font" Target="fonts/PoppinsMedium-bold.fntdata"/><Relationship Id="rId38" Type="http://schemas.openxmlformats.org/officeDocument/2006/relationships/font" Target="fonts/PoppinsMedium-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4.xml"/><Relationship Id="rId10" Type="http://schemas.openxmlformats.org/officeDocument/2006/relationships/slide" Target="slides/slide3.xml"/><Relationship Id="rId54"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g36468d4ee1f_1_1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2" name="Google Shape;1612;g36468d4ee1f_1_1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36468d4ee1f_1_1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2" name="Google Shape;1622;g36468d4ee1f_1_1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6468d4ee1f_1_1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Hello everyone, welcome to this session on Prompt Engineering 101. My name is [Your Name] and over the next two hours, we’re going to dive deep into how we can craft effective prompts for Large Language Models like ChatGPT, Claude, and Gemini. We’ll not only learn the concepts but also do live demonstrations so you can see the impact of good prompt design in real-time. By the end of this session, you’ll have a toolkit of patterns and techniques you can start using immediately.</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630" name="Google Shape;1630;g36468d4ee1f_1_1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36468d4ee1f_3_5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IN" sz="1000">
                <a:solidFill>
                  <a:schemeClr val="dk1"/>
                </a:solidFill>
              </a:rPr>
              <a:t>Prompt engineering is essentially the art and science of crafting the right inputs so that an AI model can give you the most accurate, useful, and contextually relevant output. Think of it as giving instructions to a very literal but very capable assistant. If your instructions are clear and well-structured, the results will be better. A simple analogy is that a prompt is like an instruction sheet for a human worker — the clearer the sheet, the better the work.</a:t>
            </a:r>
            <a:endParaRPr sz="1000">
              <a:solidFill>
                <a:schemeClr val="dk1"/>
              </a:solidFill>
            </a:endParaRPr>
          </a:p>
          <a:p>
            <a:pPr indent="0" lvl="0" marL="0" rtl="0" algn="l">
              <a:lnSpc>
                <a:spcPct val="100000"/>
              </a:lnSpc>
              <a:spcBef>
                <a:spcPts val="0"/>
              </a:spcBef>
              <a:spcAft>
                <a:spcPts val="0"/>
              </a:spcAft>
              <a:buSzPts val="1100"/>
              <a:buNone/>
            </a:pPr>
            <a:r>
              <a:t/>
            </a:r>
            <a:endParaRPr/>
          </a:p>
        </p:txBody>
      </p:sp>
      <p:sp>
        <p:nvSpPr>
          <p:cNvPr id="1639" name="Google Shape;1639;g36468d4ee1f_3_5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3" name="Google Shape;165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6" name="Google Shape;166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9" name="Google Shape;167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36468d4ee1f_3_1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5" name="Google Shape;1695;g36468d4ee1f_3_1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36468d4ee1f_3_1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8" name="Google Shape;1708;g36468d4ee1f_3_1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8" name="Google Shape;171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g36468d4ee1f_3_12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1" name="Google Shape;1731;g36468d4ee1f_3_1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6468d4ee1f_3_1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4" name="Google Shape;1744;g36468d4ee1f_3_1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36468d4ee1f_3_1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4" name="Google Shape;1754;g36468d4ee1f_3_1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5" name="Google Shape;17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36468d4ee1f_3_1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8" name="Google Shape;1778;g36468d4ee1f_3_12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g36468d4ee1f_3_2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1" name="Google Shape;1801;g36468d4ee1f_3_2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2" name="Google Shape;18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6" name="Google Shape;18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36468d4ee1f_3_18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4" name="Google Shape;1844;g36468d4ee1f_3_18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36468d4ee1f_3_23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1" name="Google Shape;1851;g36468d4ee1f_3_23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g36468d4ee1f_3_18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7" name="Google Shape;1857;g36468d4ee1f_3_18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 name="Shape 7"/>
        <p:cNvGrpSpPr/>
        <p:nvPr/>
      </p:nvGrpSpPr>
      <p:grpSpPr>
        <a:xfrm>
          <a:off x="0" y="0"/>
          <a:ext cx="0" cy="0"/>
          <a:chOff x="0" y="0"/>
          <a:chExt cx="0" cy="0"/>
        </a:xfrm>
      </p:grpSpPr>
      <p:sp>
        <p:nvSpPr>
          <p:cNvPr id="8" name="Google Shape;8;p19"/>
          <p:cNvSpPr/>
          <p:nvPr>
            <p:ph idx="2" type="pic"/>
          </p:nvPr>
        </p:nvSpPr>
        <p:spPr>
          <a:xfrm>
            <a:off x="1068777" y="837967"/>
            <a:ext cx="2873830" cy="5182065"/>
          </a:xfrm>
          <a:prstGeom prst="rect">
            <a:avLst/>
          </a:prstGeom>
          <a:solidFill>
            <a:schemeClr val="lt1"/>
          </a:solidFill>
          <a:ln>
            <a:noFill/>
          </a:ln>
        </p:spPr>
      </p:sp>
      <p:grpSp>
        <p:nvGrpSpPr>
          <p:cNvPr id="9" name="Google Shape;9;p19"/>
          <p:cNvGrpSpPr/>
          <p:nvPr/>
        </p:nvGrpSpPr>
        <p:grpSpPr>
          <a:xfrm>
            <a:off x="-693530" y="-764219"/>
            <a:ext cx="2003055" cy="3742456"/>
            <a:chOff x="-367748" y="-573164"/>
            <a:chExt cx="1502291" cy="2806842"/>
          </a:xfrm>
        </p:grpSpPr>
        <p:grpSp>
          <p:nvGrpSpPr>
            <p:cNvPr id="10" name="Google Shape;10;p19"/>
            <p:cNvGrpSpPr/>
            <p:nvPr/>
          </p:nvGrpSpPr>
          <p:grpSpPr>
            <a:xfrm rot="10800000">
              <a:off x="-191449" y="1507557"/>
              <a:ext cx="904666" cy="726121"/>
              <a:chOff x="7945225" y="4302000"/>
              <a:chExt cx="904666" cy="726121"/>
            </a:xfrm>
          </p:grpSpPr>
          <p:sp>
            <p:nvSpPr>
              <p:cNvPr id="11" name="Google Shape;11;p1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2" name="Google Shape;12;p1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 name="Google Shape;13;p1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4" name="Google Shape;14;p19"/>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5" name="Google Shape;15;p19"/>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6" name="Google Shape;16;p19"/>
            <p:cNvGrpSpPr/>
            <p:nvPr/>
          </p:nvGrpSpPr>
          <p:grpSpPr>
            <a:xfrm rot="10800000">
              <a:off x="-367748" y="-467133"/>
              <a:ext cx="699928" cy="1651024"/>
              <a:chOff x="8337812" y="3492483"/>
              <a:chExt cx="699928" cy="1651024"/>
            </a:xfrm>
          </p:grpSpPr>
          <p:sp>
            <p:nvSpPr>
              <p:cNvPr id="17" name="Google Shape;17;p1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8" name="Google Shape;18;p1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9" name="Google Shape;19;p1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20" name="Google Shape;20;p19"/>
          <p:cNvGrpSpPr/>
          <p:nvPr/>
        </p:nvGrpSpPr>
        <p:grpSpPr>
          <a:xfrm>
            <a:off x="10058981" y="-228028"/>
            <a:ext cx="4669343" cy="7413455"/>
            <a:chOff x="7392021" y="-171025"/>
            <a:chExt cx="3502095" cy="5560230"/>
          </a:xfrm>
        </p:grpSpPr>
        <p:grpSp>
          <p:nvGrpSpPr>
            <p:cNvPr id="21" name="Google Shape;21;p19"/>
            <p:cNvGrpSpPr/>
            <p:nvPr/>
          </p:nvGrpSpPr>
          <p:grpSpPr>
            <a:xfrm>
              <a:off x="7392021" y="539499"/>
              <a:ext cx="1518472" cy="3030657"/>
              <a:chOff x="7785196" y="342199"/>
              <a:chExt cx="1518472" cy="3030657"/>
            </a:xfrm>
          </p:grpSpPr>
          <p:sp>
            <p:nvSpPr>
              <p:cNvPr id="22" name="Google Shape;22;p19"/>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3" name="Google Shape;23;p19"/>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4" name="Google Shape;24;p19"/>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5" name="Google Shape;25;p19"/>
            <p:cNvGrpSpPr/>
            <p:nvPr/>
          </p:nvGrpSpPr>
          <p:grpSpPr>
            <a:xfrm>
              <a:off x="7740801" y="270000"/>
              <a:ext cx="3153315" cy="5119205"/>
              <a:chOff x="7740801" y="270000"/>
              <a:chExt cx="3153315" cy="5119205"/>
            </a:xfrm>
          </p:grpSpPr>
          <p:sp>
            <p:nvSpPr>
              <p:cNvPr id="26" name="Google Shape;26;p19"/>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27" name="Google Shape;27;p19"/>
              <p:cNvGrpSpPr/>
              <p:nvPr/>
            </p:nvGrpSpPr>
            <p:grpSpPr>
              <a:xfrm>
                <a:off x="8192875" y="4736396"/>
                <a:ext cx="134004" cy="134004"/>
                <a:chOff x="8356813" y="1074288"/>
                <a:chExt cx="351900" cy="351900"/>
              </a:xfrm>
            </p:grpSpPr>
            <p:sp>
              <p:nvSpPr>
                <p:cNvPr id="28" name="Google Shape;28;p19"/>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 name="Google Shape;29;p19"/>
                <p:cNvSpPr/>
                <p:nvPr/>
              </p:nvSpPr>
              <p:spPr>
                <a:xfrm>
                  <a:off x="8406497" y="1123972"/>
                  <a:ext cx="252600" cy="252600"/>
                </a:xfrm>
                <a:prstGeom prst="ellipse">
                  <a:avLst/>
                </a:prstGeom>
                <a:gradFill>
                  <a:gsLst>
                    <a:gs pos="0">
                      <a:srgbClr val="F50403">
                        <a:alpha val="55294"/>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0" name="Google Shape;30;p19"/>
              <p:cNvGrpSpPr/>
              <p:nvPr/>
            </p:nvGrpSpPr>
            <p:grpSpPr>
              <a:xfrm>
                <a:off x="8788200" y="3794721"/>
                <a:ext cx="134004" cy="134004"/>
                <a:chOff x="8356813" y="1074288"/>
                <a:chExt cx="351900" cy="351900"/>
              </a:xfrm>
            </p:grpSpPr>
            <p:sp>
              <p:nvSpPr>
                <p:cNvPr id="31" name="Google Shape;31;p19"/>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2" name="Google Shape;32;p19"/>
                <p:cNvSpPr/>
                <p:nvPr/>
              </p:nvSpPr>
              <p:spPr>
                <a:xfrm>
                  <a:off x="8406497" y="1123972"/>
                  <a:ext cx="252600" cy="252600"/>
                </a:xfrm>
                <a:prstGeom prst="ellipse">
                  <a:avLst/>
                </a:prstGeom>
                <a:gradFill>
                  <a:gsLst>
                    <a:gs pos="0">
                      <a:srgbClr val="9900FF">
                        <a:alpha val="45882"/>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33" name="Google Shape;33;p19"/>
              <p:cNvGrpSpPr/>
              <p:nvPr/>
            </p:nvGrpSpPr>
            <p:grpSpPr>
              <a:xfrm>
                <a:off x="8654175" y="2424671"/>
                <a:ext cx="134004" cy="134004"/>
                <a:chOff x="8356813" y="1074288"/>
                <a:chExt cx="351900" cy="351900"/>
              </a:xfrm>
            </p:grpSpPr>
            <p:sp>
              <p:nvSpPr>
                <p:cNvPr id="34" name="Google Shape;34;p19"/>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5" name="Google Shape;35;p19"/>
                <p:cNvSpPr/>
                <p:nvPr/>
              </p:nvSpPr>
              <p:spPr>
                <a:xfrm>
                  <a:off x="8406497" y="1123972"/>
                  <a:ext cx="252600" cy="252600"/>
                </a:xfrm>
                <a:prstGeom prst="ellipse">
                  <a:avLst/>
                </a:prstGeom>
                <a:gradFill>
                  <a:gsLst>
                    <a:gs pos="0">
                      <a:srgbClr val="F50403">
                        <a:alpha val="20392"/>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36" name="Google Shape;36;p19"/>
          <p:cNvPicPr preferRelativeResize="0"/>
          <p:nvPr/>
        </p:nvPicPr>
        <p:blipFill rotWithShape="1">
          <a:blip r:embed="rId2">
            <a:alphaModFix/>
          </a:blip>
          <a:srcRect b="26177" l="16960" r="7121" t="24718"/>
          <a:stretch/>
        </p:blipFill>
        <p:spPr>
          <a:xfrm>
            <a:off x="9819959" y="-1595786"/>
            <a:ext cx="4977375"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37" name="Shape 37"/>
        <p:cNvGrpSpPr/>
        <p:nvPr/>
      </p:nvGrpSpPr>
      <p:grpSpPr>
        <a:xfrm>
          <a:off x="0" y="0"/>
          <a:ext cx="0" cy="0"/>
          <a:chOff x="0" y="0"/>
          <a:chExt cx="0" cy="0"/>
        </a:xfrm>
      </p:grpSpPr>
      <p:pic>
        <p:nvPicPr>
          <p:cNvPr id="38" name="Google Shape;38;p20"/>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39" name="Google Shape;39;p20"/>
          <p:cNvGrpSpPr/>
          <p:nvPr/>
        </p:nvGrpSpPr>
        <p:grpSpPr>
          <a:xfrm>
            <a:off x="-680840" y="-2290631"/>
            <a:ext cx="5862926" cy="5562209"/>
            <a:chOff x="-494405" y="-1584825"/>
            <a:chExt cx="4397193" cy="4171657"/>
          </a:xfrm>
        </p:grpSpPr>
        <p:grpSp>
          <p:nvGrpSpPr>
            <p:cNvPr id="40" name="Google Shape;40;p20"/>
            <p:cNvGrpSpPr/>
            <p:nvPr/>
          </p:nvGrpSpPr>
          <p:grpSpPr>
            <a:xfrm>
              <a:off x="-494405" y="-252396"/>
              <a:ext cx="1741563" cy="1288563"/>
              <a:chOff x="-494405" y="-252396"/>
              <a:chExt cx="1741563" cy="1288563"/>
            </a:xfrm>
          </p:grpSpPr>
          <p:sp>
            <p:nvSpPr>
              <p:cNvPr id="41" name="Google Shape;41;p2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2" name="Google Shape;42;p2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3" name="Google Shape;43;p20"/>
            <p:cNvGrpSpPr/>
            <p:nvPr/>
          </p:nvGrpSpPr>
          <p:grpSpPr>
            <a:xfrm>
              <a:off x="245875" y="-51824"/>
              <a:ext cx="208200" cy="1824700"/>
              <a:chOff x="1040050" y="3812126"/>
              <a:chExt cx="208200" cy="1824700"/>
            </a:xfrm>
          </p:grpSpPr>
          <p:sp>
            <p:nvSpPr>
              <p:cNvPr id="44" name="Google Shape;44;p2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 name="Google Shape;45;p2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6" name="Google Shape;46;p20"/>
            <p:cNvGrpSpPr/>
            <p:nvPr/>
          </p:nvGrpSpPr>
          <p:grpSpPr>
            <a:xfrm>
              <a:off x="441574" y="-36652"/>
              <a:ext cx="699940" cy="478601"/>
              <a:chOff x="39723" y="4349021"/>
              <a:chExt cx="1061964" cy="726143"/>
            </a:xfrm>
          </p:grpSpPr>
          <p:grpSp>
            <p:nvGrpSpPr>
              <p:cNvPr id="47" name="Google Shape;47;p20"/>
              <p:cNvGrpSpPr/>
              <p:nvPr/>
            </p:nvGrpSpPr>
            <p:grpSpPr>
              <a:xfrm rot="2700000">
                <a:off x="140502" y="4460924"/>
                <a:ext cx="524584" cy="502337"/>
                <a:chOff x="1189791" y="-1767331"/>
                <a:chExt cx="904284" cy="865933"/>
              </a:xfrm>
            </p:grpSpPr>
            <p:sp>
              <p:nvSpPr>
                <p:cNvPr id="48" name="Google Shape;48;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9" name="Google Shape;49;p20"/>
                <p:cNvGrpSpPr/>
                <p:nvPr/>
              </p:nvGrpSpPr>
              <p:grpSpPr>
                <a:xfrm>
                  <a:off x="1232795" y="-1740829"/>
                  <a:ext cx="717622" cy="717393"/>
                  <a:chOff x="1483457" y="3953671"/>
                  <a:chExt cx="717622" cy="717393"/>
                </a:xfrm>
              </p:grpSpPr>
              <p:sp>
                <p:nvSpPr>
                  <p:cNvPr id="50" name="Google Shape;50;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1" name="Google Shape;51;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2" name="Google Shape;52;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3" name="Google Shape;53;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4" name="Google Shape;54;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5" name="Google Shape;55;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6" name="Google Shape;56;p20"/>
            <p:cNvGrpSpPr/>
            <p:nvPr/>
          </p:nvGrpSpPr>
          <p:grpSpPr>
            <a:xfrm>
              <a:off x="955673" y="11"/>
              <a:ext cx="592576" cy="405260"/>
              <a:chOff x="39723" y="4349021"/>
              <a:chExt cx="1061964" cy="726143"/>
            </a:xfrm>
          </p:grpSpPr>
          <p:grpSp>
            <p:nvGrpSpPr>
              <p:cNvPr id="57" name="Google Shape;57;p20"/>
              <p:cNvGrpSpPr/>
              <p:nvPr/>
            </p:nvGrpSpPr>
            <p:grpSpPr>
              <a:xfrm rot="2700000">
                <a:off x="140502" y="4460924"/>
                <a:ext cx="524584" cy="502337"/>
                <a:chOff x="1189791" y="-1767331"/>
                <a:chExt cx="904284" cy="865933"/>
              </a:xfrm>
            </p:grpSpPr>
            <p:sp>
              <p:nvSpPr>
                <p:cNvPr id="58" name="Google Shape;58;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9" name="Google Shape;59;p20"/>
                <p:cNvGrpSpPr/>
                <p:nvPr/>
              </p:nvGrpSpPr>
              <p:grpSpPr>
                <a:xfrm>
                  <a:off x="1232795" y="-1740829"/>
                  <a:ext cx="717622" cy="717393"/>
                  <a:chOff x="1483457" y="3953671"/>
                  <a:chExt cx="717622" cy="717393"/>
                </a:xfrm>
              </p:grpSpPr>
              <p:sp>
                <p:nvSpPr>
                  <p:cNvPr id="60" name="Google Shape;60;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 name="Google Shape;61;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 name="Google Shape;62;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 name="Google Shape;63;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 name="Google Shape;64;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5" name="Google Shape;65;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6" name="Google Shape;66;p20"/>
            <p:cNvGrpSpPr/>
            <p:nvPr/>
          </p:nvGrpSpPr>
          <p:grpSpPr>
            <a:xfrm>
              <a:off x="-1" y="621223"/>
              <a:ext cx="699940" cy="478601"/>
              <a:chOff x="39723" y="4349021"/>
              <a:chExt cx="1061964" cy="726143"/>
            </a:xfrm>
          </p:grpSpPr>
          <p:grpSp>
            <p:nvGrpSpPr>
              <p:cNvPr id="67" name="Google Shape;67;p20"/>
              <p:cNvGrpSpPr/>
              <p:nvPr/>
            </p:nvGrpSpPr>
            <p:grpSpPr>
              <a:xfrm rot="2700000">
                <a:off x="140502" y="4460924"/>
                <a:ext cx="524584" cy="502337"/>
                <a:chOff x="1189791" y="-1767331"/>
                <a:chExt cx="904284" cy="865933"/>
              </a:xfrm>
            </p:grpSpPr>
            <p:sp>
              <p:nvSpPr>
                <p:cNvPr id="68" name="Google Shape;68;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9" name="Google Shape;69;p20"/>
                <p:cNvGrpSpPr/>
                <p:nvPr/>
              </p:nvGrpSpPr>
              <p:grpSpPr>
                <a:xfrm>
                  <a:off x="1232795" y="-1740829"/>
                  <a:ext cx="717622" cy="717393"/>
                  <a:chOff x="1483457" y="3953671"/>
                  <a:chExt cx="717622" cy="717393"/>
                </a:xfrm>
              </p:grpSpPr>
              <p:sp>
                <p:nvSpPr>
                  <p:cNvPr id="70" name="Google Shape;70;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 name="Google Shape;71;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 name="Google Shape;72;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 name="Google Shape;73;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 name="Google Shape;74;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5" name="Google Shape;75;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 name="Google Shape;76;p20"/>
            <p:cNvGrpSpPr/>
            <p:nvPr/>
          </p:nvGrpSpPr>
          <p:grpSpPr>
            <a:xfrm rot="-8100000">
              <a:off x="540898" y="-1172741"/>
              <a:ext cx="2552124" cy="3347490"/>
              <a:chOff x="2976325" y="908175"/>
              <a:chExt cx="4028179" cy="5283555"/>
            </a:xfrm>
          </p:grpSpPr>
          <p:sp>
            <p:nvSpPr>
              <p:cNvPr id="77" name="Google Shape;77;p2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 name="Google Shape;78;p2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 name="Google Shape;79;p2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0" name="Google Shape;80;p20"/>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0"/>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82" name="Shape 82"/>
        <p:cNvGrpSpPr/>
        <p:nvPr/>
      </p:nvGrpSpPr>
      <p:grpSpPr>
        <a:xfrm>
          <a:off x="0" y="0"/>
          <a:ext cx="0" cy="0"/>
          <a:chOff x="0" y="0"/>
          <a:chExt cx="0" cy="0"/>
        </a:xfrm>
      </p:grpSpPr>
      <p:grpSp>
        <p:nvGrpSpPr>
          <p:cNvPr id="83" name="Google Shape;83;p21"/>
          <p:cNvGrpSpPr/>
          <p:nvPr/>
        </p:nvGrpSpPr>
        <p:grpSpPr>
          <a:xfrm>
            <a:off x="-528423" y="-2138181"/>
            <a:ext cx="5862777" cy="5562070"/>
            <a:chOff x="-494405" y="-1584825"/>
            <a:chExt cx="4397193" cy="4171657"/>
          </a:xfrm>
        </p:grpSpPr>
        <p:grpSp>
          <p:nvGrpSpPr>
            <p:cNvPr id="84" name="Google Shape;84;p21"/>
            <p:cNvGrpSpPr/>
            <p:nvPr/>
          </p:nvGrpSpPr>
          <p:grpSpPr>
            <a:xfrm>
              <a:off x="-494405" y="-252396"/>
              <a:ext cx="1741563" cy="1288563"/>
              <a:chOff x="-494405" y="-252396"/>
              <a:chExt cx="1741563" cy="1288563"/>
            </a:xfrm>
          </p:grpSpPr>
          <p:sp>
            <p:nvSpPr>
              <p:cNvPr id="85" name="Google Shape;85;p21"/>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 name="Google Shape;86;p21"/>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7" name="Google Shape;87;p21"/>
            <p:cNvGrpSpPr/>
            <p:nvPr/>
          </p:nvGrpSpPr>
          <p:grpSpPr>
            <a:xfrm>
              <a:off x="245875" y="-51824"/>
              <a:ext cx="208200" cy="1824700"/>
              <a:chOff x="1040050" y="3812126"/>
              <a:chExt cx="208200" cy="1824700"/>
            </a:xfrm>
          </p:grpSpPr>
          <p:sp>
            <p:nvSpPr>
              <p:cNvPr id="88" name="Google Shape;88;p21"/>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 name="Google Shape;89;p21"/>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0" name="Google Shape;90;p21"/>
            <p:cNvGrpSpPr/>
            <p:nvPr/>
          </p:nvGrpSpPr>
          <p:grpSpPr>
            <a:xfrm>
              <a:off x="441575" y="-36652"/>
              <a:ext cx="699940" cy="478601"/>
              <a:chOff x="39723" y="4349022"/>
              <a:chExt cx="1061964" cy="726143"/>
            </a:xfrm>
          </p:grpSpPr>
          <p:grpSp>
            <p:nvGrpSpPr>
              <p:cNvPr id="91" name="Google Shape;91;p21"/>
              <p:cNvGrpSpPr/>
              <p:nvPr/>
            </p:nvGrpSpPr>
            <p:grpSpPr>
              <a:xfrm rot="2700000">
                <a:off x="140502" y="4460925"/>
                <a:ext cx="524584" cy="502337"/>
                <a:chOff x="1189791" y="-1767331"/>
                <a:chExt cx="904284" cy="865933"/>
              </a:xfrm>
            </p:grpSpPr>
            <p:sp>
              <p:nvSpPr>
                <p:cNvPr id="92" name="Google Shape;92;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3" name="Google Shape;93;p21"/>
                <p:cNvGrpSpPr/>
                <p:nvPr/>
              </p:nvGrpSpPr>
              <p:grpSpPr>
                <a:xfrm>
                  <a:off x="1232795" y="-1740829"/>
                  <a:ext cx="717622" cy="717393"/>
                  <a:chOff x="1483457" y="3953671"/>
                  <a:chExt cx="717622" cy="717393"/>
                </a:xfrm>
              </p:grpSpPr>
              <p:sp>
                <p:nvSpPr>
                  <p:cNvPr id="94" name="Google Shape;94;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 name="Google Shape;95;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 name="Google Shape;96;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7" name="Google Shape;97;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 name="Google Shape;98;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9" name="Google Shape;99;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0" name="Google Shape;100;p21"/>
            <p:cNvGrpSpPr/>
            <p:nvPr/>
          </p:nvGrpSpPr>
          <p:grpSpPr>
            <a:xfrm>
              <a:off x="955673" y="14"/>
              <a:ext cx="592576" cy="405260"/>
              <a:chOff x="39723" y="4349022"/>
              <a:chExt cx="1061964" cy="726143"/>
            </a:xfrm>
          </p:grpSpPr>
          <p:grpSp>
            <p:nvGrpSpPr>
              <p:cNvPr id="101" name="Google Shape;101;p21"/>
              <p:cNvGrpSpPr/>
              <p:nvPr/>
            </p:nvGrpSpPr>
            <p:grpSpPr>
              <a:xfrm rot="2700000">
                <a:off x="140502" y="4460925"/>
                <a:ext cx="524584" cy="502337"/>
                <a:chOff x="1189791" y="-1767331"/>
                <a:chExt cx="904284" cy="865933"/>
              </a:xfrm>
            </p:grpSpPr>
            <p:sp>
              <p:nvSpPr>
                <p:cNvPr id="102" name="Google Shape;102;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03" name="Google Shape;103;p21"/>
                <p:cNvGrpSpPr/>
                <p:nvPr/>
              </p:nvGrpSpPr>
              <p:grpSpPr>
                <a:xfrm>
                  <a:off x="1232795" y="-1740829"/>
                  <a:ext cx="717622" cy="717393"/>
                  <a:chOff x="1483457" y="3953671"/>
                  <a:chExt cx="717622" cy="717393"/>
                </a:xfrm>
              </p:grpSpPr>
              <p:sp>
                <p:nvSpPr>
                  <p:cNvPr id="104" name="Google Shape;104;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5" name="Google Shape;105;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6" name="Google Shape;106;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7" name="Google Shape;107;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8" name="Google Shape;108;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09" name="Google Shape;109;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0" name="Google Shape;110;p21"/>
            <p:cNvGrpSpPr/>
            <p:nvPr/>
          </p:nvGrpSpPr>
          <p:grpSpPr>
            <a:xfrm>
              <a:off x="0" y="621223"/>
              <a:ext cx="699940" cy="478601"/>
              <a:chOff x="39723" y="4349022"/>
              <a:chExt cx="1061964" cy="726143"/>
            </a:xfrm>
          </p:grpSpPr>
          <p:grpSp>
            <p:nvGrpSpPr>
              <p:cNvPr id="111" name="Google Shape;111;p21"/>
              <p:cNvGrpSpPr/>
              <p:nvPr/>
            </p:nvGrpSpPr>
            <p:grpSpPr>
              <a:xfrm rot="2700000">
                <a:off x="140502" y="4460925"/>
                <a:ext cx="524584" cy="502337"/>
                <a:chOff x="1189791" y="-1767331"/>
                <a:chExt cx="904284" cy="865933"/>
              </a:xfrm>
            </p:grpSpPr>
            <p:sp>
              <p:nvSpPr>
                <p:cNvPr id="112" name="Google Shape;112;p2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3" name="Google Shape;113;p21"/>
                <p:cNvGrpSpPr/>
                <p:nvPr/>
              </p:nvGrpSpPr>
              <p:grpSpPr>
                <a:xfrm>
                  <a:off x="1232795" y="-1740829"/>
                  <a:ext cx="717622" cy="717393"/>
                  <a:chOff x="1483457" y="3953671"/>
                  <a:chExt cx="717622" cy="717393"/>
                </a:xfrm>
              </p:grpSpPr>
              <p:sp>
                <p:nvSpPr>
                  <p:cNvPr id="114" name="Google Shape;114;p2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5" name="Google Shape;115;p2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6" name="Google Shape;116;p2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7" name="Google Shape;117;p2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8" name="Google Shape;118;p2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9" name="Google Shape;119;p2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0" name="Google Shape;120;p21"/>
            <p:cNvGrpSpPr/>
            <p:nvPr/>
          </p:nvGrpSpPr>
          <p:grpSpPr>
            <a:xfrm rot="-8100000">
              <a:off x="540898" y="-1172741"/>
              <a:ext cx="2552124" cy="3347490"/>
              <a:chOff x="2976325" y="908175"/>
              <a:chExt cx="4028179" cy="5283555"/>
            </a:xfrm>
          </p:grpSpPr>
          <p:sp>
            <p:nvSpPr>
              <p:cNvPr id="121" name="Google Shape;121;p21"/>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 name="Google Shape;122;p21"/>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3" name="Google Shape;123;p21"/>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124" name="Google Shape;124;p21"/>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25" name="Google Shape;125;p21"/>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26" name="Shape 126"/>
        <p:cNvGrpSpPr/>
        <p:nvPr/>
      </p:nvGrpSpPr>
      <p:grpSpPr>
        <a:xfrm>
          <a:off x="0" y="0"/>
          <a:ext cx="0" cy="0"/>
          <a:chOff x="0" y="0"/>
          <a:chExt cx="0" cy="0"/>
        </a:xfrm>
      </p:grpSpPr>
      <p:pic>
        <p:nvPicPr>
          <p:cNvPr id="127" name="Google Shape;127;p2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28" name="Google Shape;128;p2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29" name="Google Shape;129;p2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30" name="Shape 130"/>
        <p:cNvGrpSpPr/>
        <p:nvPr/>
      </p:nvGrpSpPr>
      <p:grpSpPr>
        <a:xfrm>
          <a:off x="0" y="0"/>
          <a:ext cx="0" cy="0"/>
          <a:chOff x="0" y="0"/>
          <a:chExt cx="0" cy="0"/>
        </a:xfrm>
      </p:grpSpPr>
      <p:pic>
        <p:nvPicPr>
          <p:cNvPr id="131" name="Google Shape;131;p2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32" name="Google Shape;132;p23"/>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33" name="Google Shape;133;p23"/>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4" name="Shape 134"/>
        <p:cNvGrpSpPr/>
        <p:nvPr/>
      </p:nvGrpSpPr>
      <p:grpSpPr>
        <a:xfrm>
          <a:off x="0" y="0"/>
          <a:ext cx="0" cy="0"/>
          <a:chOff x="0" y="0"/>
          <a:chExt cx="0" cy="0"/>
        </a:xfrm>
      </p:grpSpPr>
      <p:sp>
        <p:nvSpPr>
          <p:cNvPr id="135" name="Google Shape;135;p24"/>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136" name="Google Shape;136;p2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37" name="Google Shape;137;p2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pic>
        <p:nvPicPr>
          <p:cNvPr id="139" name="Google Shape;139;p2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40" name="Google Shape;140;p25"/>
          <p:cNvGrpSpPr/>
          <p:nvPr/>
        </p:nvGrpSpPr>
        <p:grpSpPr>
          <a:xfrm>
            <a:off x="-1607562" y="-3646041"/>
            <a:ext cx="10823410" cy="7799545"/>
            <a:chOff x="-1180406" y="-2565680"/>
            <a:chExt cx="8117556" cy="5849659"/>
          </a:xfrm>
        </p:grpSpPr>
        <p:sp>
          <p:nvSpPr>
            <p:cNvPr id="141" name="Google Shape;141;p25"/>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 name="Google Shape;142;p25"/>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 name="Google Shape;143;p25"/>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4" name="Google Shape;144;p25"/>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 name="Google Shape;145;p25"/>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 name="Google Shape;146;p25"/>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7" name="Google Shape;147;p25"/>
            <p:cNvGrpSpPr/>
            <p:nvPr/>
          </p:nvGrpSpPr>
          <p:grpSpPr>
            <a:xfrm flipH="1">
              <a:off x="4446909" y="391151"/>
              <a:ext cx="134044" cy="134013"/>
              <a:chOff x="1101075" y="2142375"/>
              <a:chExt cx="439200" cy="439100"/>
            </a:xfrm>
          </p:grpSpPr>
          <p:sp>
            <p:nvSpPr>
              <p:cNvPr id="148" name="Google Shape;148;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9" name="Google Shape;149;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0" name="Google Shape;150;p25"/>
            <p:cNvGrpSpPr/>
            <p:nvPr/>
          </p:nvGrpSpPr>
          <p:grpSpPr>
            <a:xfrm flipH="1">
              <a:off x="1373609" y="694563"/>
              <a:ext cx="134044" cy="134013"/>
              <a:chOff x="1101075" y="2142375"/>
              <a:chExt cx="439200" cy="439100"/>
            </a:xfrm>
          </p:grpSpPr>
          <p:sp>
            <p:nvSpPr>
              <p:cNvPr id="151" name="Google Shape;15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2" name="Google Shape;15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3" name="Google Shape;153;p25"/>
            <p:cNvGrpSpPr/>
            <p:nvPr/>
          </p:nvGrpSpPr>
          <p:grpSpPr>
            <a:xfrm flipH="1">
              <a:off x="1086834" y="957463"/>
              <a:ext cx="134044" cy="134013"/>
              <a:chOff x="1101075" y="2142375"/>
              <a:chExt cx="439200" cy="439100"/>
            </a:xfrm>
          </p:grpSpPr>
          <p:sp>
            <p:nvSpPr>
              <p:cNvPr id="154" name="Google Shape;154;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 name="Google Shape;155;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6" name="Google Shape;156;p25"/>
            <p:cNvGrpSpPr/>
            <p:nvPr/>
          </p:nvGrpSpPr>
          <p:grpSpPr>
            <a:xfrm flipH="1">
              <a:off x="277709" y="957463"/>
              <a:ext cx="134044" cy="134013"/>
              <a:chOff x="1101075" y="2142375"/>
              <a:chExt cx="439200" cy="439100"/>
            </a:xfrm>
          </p:grpSpPr>
          <p:sp>
            <p:nvSpPr>
              <p:cNvPr id="157" name="Google Shape;157;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8" name="Google Shape;158;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9" name="Google Shape;159;p25"/>
            <p:cNvGrpSpPr/>
            <p:nvPr/>
          </p:nvGrpSpPr>
          <p:grpSpPr>
            <a:xfrm flipH="1">
              <a:off x="277709" y="640813"/>
              <a:ext cx="134044" cy="134013"/>
              <a:chOff x="1101075" y="2142375"/>
              <a:chExt cx="439200" cy="439100"/>
            </a:xfrm>
          </p:grpSpPr>
          <p:sp>
            <p:nvSpPr>
              <p:cNvPr id="160" name="Google Shape;160;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1" name="Google Shape;161;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62" name="Google Shape;162;p25"/>
          <p:cNvSpPr/>
          <p:nvPr/>
        </p:nvSpPr>
        <p:spPr>
          <a:xfrm rot="10800000">
            <a:off x="10148865" y="4183810"/>
            <a:ext cx="1309035" cy="3077055"/>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63" name="Google Shape;163;p25"/>
          <p:cNvSpPr/>
          <p:nvPr/>
        </p:nvSpPr>
        <p:spPr>
          <a:xfrm rot="10800000">
            <a:off x="10361327" y="4184630"/>
            <a:ext cx="1309035" cy="3077055"/>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64" name="Google Shape;164;p25"/>
          <p:cNvGrpSpPr/>
          <p:nvPr/>
        </p:nvGrpSpPr>
        <p:grpSpPr>
          <a:xfrm>
            <a:off x="9808800" y="5221734"/>
            <a:ext cx="776067" cy="776567"/>
            <a:chOff x="959750" y="3039275"/>
            <a:chExt cx="582050" cy="582425"/>
          </a:xfrm>
        </p:grpSpPr>
        <p:sp>
          <p:nvSpPr>
            <p:cNvPr id="165" name="Google Shape;165;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6" name="Google Shape;166;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7" name="Google Shape;167;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8" name="Google Shape;168;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69" name="Google Shape;169;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0" name="Google Shape;170;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1" name="Google Shape;171;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172" name="Google Shape;172;p25"/>
          <p:cNvSpPr/>
          <p:nvPr/>
        </p:nvSpPr>
        <p:spPr>
          <a:xfrm>
            <a:off x="11342634" y="4052934"/>
            <a:ext cx="641191" cy="63443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73" name="Google Shape;173;p25"/>
          <p:cNvGrpSpPr/>
          <p:nvPr/>
        </p:nvGrpSpPr>
        <p:grpSpPr>
          <a:xfrm>
            <a:off x="11218683" y="4918944"/>
            <a:ext cx="933237" cy="2201365"/>
            <a:chOff x="8337812" y="3492483"/>
            <a:chExt cx="699928" cy="1651024"/>
          </a:xfrm>
        </p:grpSpPr>
        <p:sp>
          <p:nvSpPr>
            <p:cNvPr id="174" name="Google Shape;174;p2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5" name="Google Shape;175;p2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76" name="Google Shape;176;p2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177" name="Google Shape;177;p25"/>
          <p:cNvGrpSpPr/>
          <p:nvPr/>
        </p:nvGrpSpPr>
        <p:grpSpPr>
          <a:xfrm>
            <a:off x="10695234" y="5998301"/>
            <a:ext cx="1206221" cy="968161"/>
            <a:chOff x="7945225" y="4302000"/>
            <a:chExt cx="904666" cy="726121"/>
          </a:xfrm>
        </p:grpSpPr>
        <p:sp>
          <p:nvSpPr>
            <p:cNvPr id="178" name="Google Shape;178;p2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79" name="Google Shape;179;p2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0" name="Google Shape;180;p2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1" name="Google Shape;181;p25"/>
          <p:cNvGrpSpPr/>
          <p:nvPr/>
        </p:nvGrpSpPr>
        <p:grpSpPr>
          <a:xfrm>
            <a:off x="-413180" y="4823209"/>
            <a:ext cx="1931764" cy="2985072"/>
            <a:chOff x="-309885" y="3617407"/>
            <a:chExt cx="1448823" cy="2238804"/>
          </a:xfrm>
        </p:grpSpPr>
        <p:grpSp>
          <p:nvGrpSpPr>
            <p:cNvPr id="182" name="Google Shape;182;p25"/>
            <p:cNvGrpSpPr/>
            <p:nvPr/>
          </p:nvGrpSpPr>
          <p:grpSpPr>
            <a:xfrm>
              <a:off x="-277007" y="3870159"/>
              <a:ext cx="981772" cy="1986052"/>
              <a:chOff x="-293545" y="3454371"/>
              <a:chExt cx="981772" cy="1986052"/>
            </a:xfrm>
          </p:grpSpPr>
          <p:sp>
            <p:nvSpPr>
              <p:cNvPr id="183" name="Google Shape;183;p2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84" name="Google Shape;184;p2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85" name="Google Shape;185;p25"/>
            <p:cNvGrpSpPr/>
            <p:nvPr/>
          </p:nvGrpSpPr>
          <p:grpSpPr>
            <a:xfrm>
              <a:off x="363249" y="4906873"/>
              <a:ext cx="699940" cy="478601"/>
              <a:chOff x="39723" y="4349021"/>
              <a:chExt cx="1061964" cy="726143"/>
            </a:xfrm>
          </p:grpSpPr>
          <p:grpSp>
            <p:nvGrpSpPr>
              <p:cNvPr id="186" name="Google Shape;186;p25"/>
              <p:cNvGrpSpPr/>
              <p:nvPr/>
            </p:nvGrpSpPr>
            <p:grpSpPr>
              <a:xfrm rot="2700000">
                <a:off x="140502" y="4460924"/>
                <a:ext cx="524584" cy="502337"/>
                <a:chOff x="1189791" y="-1767331"/>
                <a:chExt cx="904284" cy="865933"/>
              </a:xfrm>
            </p:grpSpPr>
            <p:sp>
              <p:nvSpPr>
                <p:cNvPr id="187" name="Google Shape;187;p2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88" name="Google Shape;188;p25"/>
                <p:cNvGrpSpPr/>
                <p:nvPr/>
              </p:nvGrpSpPr>
              <p:grpSpPr>
                <a:xfrm>
                  <a:off x="1232795" y="-1740829"/>
                  <a:ext cx="717622" cy="717393"/>
                  <a:chOff x="1483457" y="3953671"/>
                  <a:chExt cx="717622" cy="717393"/>
                </a:xfrm>
              </p:grpSpPr>
              <p:sp>
                <p:nvSpPr>
                  <p:cNvPr id="189" name="Google Shape;189;p2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0" name="Google Shape;190;p2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1" name="Google Shape;191;p2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2" name="Google Shape;192;p2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3" name="Google Shape;193;p2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94" name="Google Shape;194;p2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95" name="Google Shape;195;p25"/>
            <p:cNvGrpSpPr/>
            <p:nvPr/>
          </p:nvGrpSpPr>
          <p:grpSpPr>
            <a:xfrm rot="-5400000">
              <a:off x="-461872" y="3769395"/>
              <a:ext cx="1351491" cy="1047516"/>
              <a:chOff x="-2460210" y="2758494"/>
              <a:chExt cx="1351491" cy="1047516"/>
            </a:xfrm>
          </p:grpSpPr>
          <p:sp>
            <p:nvSpPr>
              <p:cNvPr id="196" name="Google Shape;196;p2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7" name="Google Shape;197;p2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8" name="Google Shape;198;p2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99" name="Google Shape;199;p2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00" name="Google Shape;200;p25"/>
            <p:cNvGrpSpPr/>
            <p:nvPr/>
          </p:nvGrpSpPr>
          <p:grpSpPr>
            <a:xfrm>
              <a:off x="438999" y="4567398"/>
              <a:ext cx="699940" cy="478601"/>
              <a:chOff x="39723" y="4349021"/>
              <a:chExt cx="1061964" cy="726143"/>
            </a:xfrm>
          </p:grpSpPr>
          <p:grpSp>
            <p:nvGrpSpPr>
              <p:cNvPr id="201" name="Google Shape;201;p25"/>
              <p:cNvGrpSpPr/>
              <p:nvPr/>
            </p:nvGrpSpPr>
            <p:grpSpPr>
              <a:xfrm rot="2700000">
                <a:off x="140502" y="4460924"/>
                <a:ext cx="524584" cy="502337"/>
                <a:chOff x="1189791" y="-1767331"/>
                <a:chExt cx="904284" cy="865933"/>
              </a:xfrm>
            </p:grpSpPr>
            <p:sp>
              <p:nvSpPr>
                <p:cNvPr id="202" name="Google Shape;202;p2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03" name="Google Shape;203;p25"/>
                <p:cNvGrpSpPr/>
                <p:nvPr/>
              </p:nvGrpSpPr>
              <p:grpSpPr>
                <a:xfrm>
                  <a:off x="1232795" y="-1740829"/>
                  <a:ext cx="717622" cy="717393"/>
                  <a:chOff x="1483457" y="3953671"/>
                  <a:chExt cx="717622" cy="717393"/>
                </a:xfrm>
              </p:grpSpPr>
              <p:sp>
                <p:nvSpPr>
                  <p:cNvPr id="204" name="Google Shape;204;p2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5" name="Google Shape;205;p2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6" name="Google Shape;206;p2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7" name="Google Shape;207;p2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08" name="Google Shape;208;p2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09" name="Google Shape;209;p2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10" name="Google Shape;210;p25"/>
            <p:cNvGrpSpPr/>
            <p:nvPr/>
          </p:nvGrpSpPr>
          <p:grpSpPr>
            <a:xfrm>
              <a:off x="-65076" y="4623886"/>
              <a:ext cx="699940" cy="478601"/>
              <a:chOff x="39723" y="4349021"/>
              <a:chExt cx="1061964" cy="726143"/>
            </a:xfrm>
          </p:grpSpPr>
          <p:grpSp>
            <p:nvGrpSpPr>
              <p:cNvPr id="211" name="Google Shape;211;p25"/>
              <p:cNvGrpSpPr/>
              <p:nvPr/>
            </p:nvGrpSpPr>
            <p:grpSpPr>
              <a:xfrm rot="2700000">
                <a:off x="140502" y="4460924"/>
                <a:ext cx="524584" cy="502337"/>
                <a:chOff x="1189791" y="-1767331"/>
                <a:chExt cx="904284" cy="865933"/>
              </a:xfrm>
            </p:grpSpPr>
            <p:sp>
              <p:nvSpPr>
                <p:cNvPr id="212" name="Google Shape;212;p2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13" name="Google Shape;213;p25"/>
                <p:cNvGrpSpPr/>
                <p:nvPr/>
              </p:nvGrpSpPr>
              <p:grpSpPr>
                <a:xfrm>
                  <a:off x="1232795" y="-1740829"/>
                  <a:ext cx="717622" cy="717393"/>
                  <a:chOff x="1483457" y="3953671"/>
                  <a:chExt cx="717622" cy="717393"/>
                </a:xfrm>
              </p:grpSpPr>
              <p:sp>
                <p:nvSpPr>
                  <p:cNvPr id="214" name="Google Shape;214;p2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5" name="Google Shape;215;p2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6" name="Google Shape;216;p2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7" name="Google Shape;217;p2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18" name="Google Shape;218;p2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19" name="Google Shape;219;p2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20" name="Google Shape;220;p25"/>
          <p:cNvPicPr preferRelativeResize="0"/>
          <p:nvPr/>
        </p:nvPicPr>
        <p:blipFill rotWithShape="1">
          <a:blip r:embed="rId3">
            <a:alphaModFix/>
          </a:blip>
          <a:srcRect b="17661"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21" name="Shape 221"/>
        <p:cNvGrpSpPr/>
        <p:nvPr/>
      </p:nvGrpSpPr>
      <p:grpSpPr>
        <a:xfrm>
          <a:off x="0" y="0"/>
          <a:ext cx="0" cy="0"/>
          <a:chOff x="0" y="0"/>
          <a:chExt cx="0" cy="0"/>
        </a:xfrm>
      </p:grpSpPr>
      <p:sp>
        <p:nvSpPr>
          <p:cNvPr id="222" name="Google Shape;222;p26"/>
          <p:cNvSpPr/>
          <p:nvPr>
            <p:ph idx="2" type="pic"/>
          </p:nvPr>
        </p:nvSpPr>
        <p:spPr>
          <a:xfrm>
            <a:off x="5841479" y="953468"/>
            <a:ext cx="4868084" cy="4951060"/>
          </a:xfrm>
          <a:prstGeom prst="rect">
            <a:avLst/>
          </a:prstGeom>
          <a:solidFill>
            <a:schemeClr val="lt1"/>
          </a:solidFill>
          <a:ln>
            <a:noFill/>
          </a:ln>
        </p:spPr>
      </p:sp>
      <p:pic>
        <p:nvPicPr>
          <p:cNvPr id="223" name="Google Shape;223;p2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24" name="Google Shape;224;p26"/>
          <p:cNvGrpSpPr/>
          <p:nvPr/>
        </p:nvGrpSpPr>
        <p:grpSpPr>
          <a:xfrm>
            <a:off x="-680840" y="-2290631"/>
            <a:ext cx="5862926" cy="5562209"/>
            <a:chOff x="-494405" y="-1584825"/>
            <a:chExt cx="4397193" cy="4171657"/>
          </a:xfrm>
        </p:grpSpPr>
        <p:grpSp>
          <p:nvGrpSpPr>
            <p:cNvPr id="225" name="Google Shape;225;p26"/>
            <p:cNvGrpSpPr/>
            <p:nvPr/>
          </p:nvGrpSpPr>
          <p:grpSpPr>
            <a:xfrm>
              <a:off x="-494405" y="-252396"/>
              <a:ext cx="1741563" cy="1288563"/>
              <a:chOff x="-494405" y="-252396"/>
              <a:chExt cx="1741563" cy="1288563"/>
            </a:xfrm>
          </p:grpSpPr>
          <p:sp>
            <p:nvSpPr>
              <p:cNvPr id="226" name="Google Shape;226;p26"/>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27" name="Google Shape;227;p26"/>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28" name="Google Shape;228;p26"/>
            <p:cNvGrpSpPr/>
            <p:nvPr/>
          </p:nvGrpSpPr>
          <p:grpSpPr>
            <a:xfrm>
              <a:off x="245875" y="-51824"/>
              <a:ext cx="208200" cy="1824700"/>
              <a:chOff x="1040050" y="3812126"/>
              <a:chExt cx="208200" cy="1824700"/>
            </a:xfrm>
          </p:grpSpPr>
          <p:sp>
            <p:nvSpPr>
              <p:cNvPr id="229" name="Google Shape;229;p26"/>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0" name="Google Shape;230;p26"/>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31" name="Google Shape;231;p26"/>
            <p:cNvGrpSpPr/>
            <p:nvPr/>
          </p:nvGrpSpPr>
          <p:grpSpPr>
            <a:xfrm>
              <a:off x="441574" y="-36652"/>
              <a:ext cx="699940" cy="478601"/>
              <a:chOff x="39723" y="4349021"/>
              <a:chExt cx="1061964" cy="726143"/>
            </a:xfrm>
          </p:grpSpPr>
          <p:grpSp>
            <p:nvGrpSpPr>
              <p:cNvPr id="232" name="Google Shape;232;p26"/>
              <p:cNvGrpSpPr/>
              <p:nvPr/>
            </p:nvGrpSpPr>
            <p:grpSpPr>
              <a:xfrm rot="2700000">
                <a:off x="140502" y="4460924"/>
                <a:ext cx="524584" cy="502337"/>
                <a:chOff x="1189791" y="-1767331"/>
                <a:chExt cx="904284" cy="865933"/>
              </a:xfrm>
            </p:grpSpPr>
            <p:sp>
              <p:nvSpPr>
                <p:cNvPr id="233" name="Google Shape;233;p2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34" name="Google Shape;234;p26"/>
                <p:cNvGrpSpPr/>
                <p:nvPr/>
              </p:nvGrpSpPr>
              <p:grpSpPr>
                <a:xfrm>
                  <a:off x="1232795" y="-1740829"/>
                  <a:ext cx="717622" cy="717393"/>
                  <a:chOff x="1483457" y="3953671"/>
                  <a:chExt cx="717622" cy="717393"/>
                </a:xfrm>
              </p:grpSpPr>
              <p:sp>
                <p:nvSpPr>
                  <p:cNvPr id="235" name="Google Shape;235;p2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6" name="Google Shape;236;p2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7" name="Google Shape;237;p2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8" name="Google Shape;238;p2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39" name="Google Shape;239;p2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40" name="Google Shape;240;p2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41" name="Google Shape;241;p26"/>
            <p:cNvGrpSpPr/>
            <p:nvPr/>
          </p:nvGrpSpPr>
          <p:grpSpPr>
            <a:xfrm>
              <a:off x="955673" y="11"/>
              <a:ext cx="592576" cy="405260"/>
              <a:chOff x="39723" y="4349021"/>
              <a:chExt cx="1061964" cy="726143"/>
            </a:xfrm>
          </p:grpSpPr>
          <p:grpSp>
            <p:nvGrpSpPr>
              <p:cNvPr id="242" name="Google Shape;242;p26"/>
              <p:cNvGrpSpPr/>
              <p:nvPr/>
            </p:nvGrpSpPr>
            <p:grpSpPr>
              <a:xfrm rot="2700000">
                <a:off x="140502" y="4460924"/>
                <a:ext cx="524584" cy="502337"/>
                <a:chOff x="1189791" y="-1767331"/>
                <a:chExt cx="904284" cy="865933"/>
              </a:xfrm>
            </p:grpSpPr>
            <p:sp>
              <p:nvSpPr>
                <p:cNvPr id="243" name="Google Shape;243;p2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44" name="Google Shape;244;p26"/>
                <p:cNvGrpSpPr/>
                <p:nvPr/>
              </p:nvGrpSpPr>
              <p:grpSpPr>
                <a:xfrm>
                  <a:off x="1232795" y="-1740829"/>
                  <a:ext cx="717622" cy="717393"/>
                  <a:chOff x="1483457" y="3953671"/>
                  <a:chExt cx="717622" cy="717393"/>
                </a:xfrm>
              </p:grpSpPr>
              <p:sp>
                <p:nvSpPr>
                  <p:cNvPr id="245" name="Google Shape;245;p2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6" name="Google Shape;246;p2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7" name="Google Shape;247;p2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8" name="Google Shape;248;p2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49" name="Google Shape;249;p2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50" name="Google Shape;250;p2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51" name="Google Shape;251;p26"/>
            <p:cNvGrpSpPr/>
            <p:nvPr/>
          </p:nvGrpSpPr>
          <p:grpSpPr>
            <a:xfrm>
              <a:off x="-1" y="621223"/>
              <a:ext cx="699940" cy="478601"/>
              <a:chOff x="39723" y="4349021"/>
              <a:chExt cx="1061964" cy="726143"/>
            </a:xfrm>
          </p:grpSpPr>
          <p:grpSp>
            <p:nvGrpSpPr>
              <p:cNvPr id="252" name="Google Shape;252;p26"/>
              <p:cNvGrpSpPr/>
              <p:nvPr/>
            </p:nvGrpSpPr>
            <p:grpSpPr>
              <a:xfrm rot="2700000">
                <a:off x="140502" y="4460924"/>
                <a:ext cx="524584" cy="502337"/>
                <a:chOff x="1189791" y="-1767331"/>
                <a:chExt cx="904284" cy="865933"/>
              </a:xfrm>
            </p:grpSpPr>
            <p:sp>
              <p:nvSpPr>
                <p:cNvPr id="253" name="Google Shape;253;p2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54" name="Google Shape;254;p26"/>
                <p:cNvGrpSpPr/>
                <p:nvPr/>
              </p:nvGrpSpPr>
              <p:grpSpPr>
                <a:xfrm>
                  <a:off x="1232795" y="-1740829"/>
                  <a:ext cx="717622" cy="717393"/>
                  <a:chOff x="1483457" y="3953671"/>
                  <a:chExt cx="717622" cy="717393"/>
                </a:xfrm>
              </p:grpSpPr>
              <p:sp>
                <p:nvSpPr>
                  <p:cNvPr id="255" name="Google Shape;255;p2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6" name="Google Shape;256;p2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7" name="Google Shape;257;p2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8" name="Google Shape;258;p2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59" name="Google Shape;259;p2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260" name="Google Shape;260;p2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61" name="Google Shape;261;p26"/>
            <p:cNvGrpSpPr/>
            <p:nvPr/>
          </p:nvGrpSpPr>
          <p:grpSpPr>
            <a:xfrm rot="-8100000">
              <a:off x="540898" y="-1172741"/>
              <a:ext cx="2552124" cy="3347490"/>
              <a:chOff x="2976325" y="908175"/>
              <a:chExt cx="4028179" cy="5283555"/>
            </a:xfrm>
          </p:grpSpPr>
          <p:sp>
            <p:nvSpPr>
              <p:cNvPr id="262" name="Google Shape;262;p2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3" name="Google Shape;263;p2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64" name="Google Shape;264;p2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265" name="Shape 265"/>
        <p:cNvGrpSpPr/>
        <p:nvPr/>
      </p:nvGrpSpPr>
      <p:grpSpPr>
        <a:xfrm>
          <a:off x="0" y="0"/>
          <a:ext cx="0" cy="0"/>
          <a:chOff x="0" y="0"/>
          <a:chExt cx="0" cy="0"/>
        </a:xfrm>
      </p:grpSpPr>
      <p:sp>
        <p:nvSpPr>
          <p:cNvPr id="266" name="Google Shape;266;p27"/>
          <p:cNvSpPr/>
          <p:nvPr>
            <p:ph idx="2" type="pic"/>
          </p:nvPr>
        </p:nvSpPr>
        <p:spPr>
          <a:xfrm>
            <a:off x="4310745" y="2238827"/>
            <a:ext cx="4920335" cy="3298285"/>
          </a:xfrm>
          <a:prstGeom prst="rect">
            <a:avLst/>
          </a:prstGeom>
          <a:solidFill>
            <a:schemeClr val="lt1"/>
          </a:solidFill>
          <a:ln>
            <a:noFill/>
          </a:ln>
        </p:spPr>
      </p:sp>
      <p:pic>
        <p:nvPicPr>
          <p:cNvPr id="267" name="Google Shape;267;p2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68" name="Google Shape;268;p27"/>
          <p:cNvGrpSpPr/>
          <p:nvPr/>
        </p:nvGrpSpPr>
        <p:grpSpPr>
          <a:xfrm>
            <a:off x="-1607562" y="-3646041"/>
            <a:ext cx="10823410" cy="7799545"/>
            <a:chOff x="-1180406" y="-2565680"/>
            <a:chExt cx="8117556" cy="5849659"/>
          </a:xfrm>
        </p:grpSpPr>
        <p:sp>
          <p:nvSpPr>
            <p:cNvPr id="269" name="Google Shape;269;p27"/>
            <p:cNvSpPr/>
            <p:nvPr/>
          </p:nvSpPr>
          <p:spPr>
            <a:xfrm rot="10221728">
              <a:off x="-981122" y="-549008"/>
              <a:ext cx="3045481" cy="263739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0" name="Google Shape;270;p27"/>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1" name="Google Shape;271;p27"/>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2" name="Google Shape;272;p27"/>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3" name="Google Shape;273;p27"/>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4" name="Google Shape;274;p27"/>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275" name="Google Shape;275;p27"/>
            <p:cNvGrpSpPr/>
            <p:nvPr/>
          </p:nvGrpSpPr>
          <p:grpSpPr>
            <a:xfrm flipH="1">
              <a:off x="4446909" y="391151"/>
              <a:ext cx="134044" cy="134013"/>
              <a:chOff x="1101075" y="2142375"/>
              <a:chExt cx="439200" cy="439100"/>
            </a:xfrm>
          </p:grpSpPr>
          <p:sp>
            <p:nvSpPr>
              <p:cNvPr id="276" name="Google Shape;276;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77" name="Google Shape;277;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78" name="Google Shape;278;p27"/>
            <p:cNvGrpSpPr/>
            <p:nvPr/>
          </p:nvGrpSpPr>
          <p:grpSpPr>
            <a:xfrm flipH="1">
              <a:off x="1373609" y="694563"/>
              <a:ext cx="134044" cy="134013"/>
              <a:chOff x="1101075" y="2142375"/>
              <a:chExt cx="439200" cy="439100"/>
            </a:xfrm>
          </p:grpSpPr>
          <p:sp>
            <p:nvSpPr>
              <p:cNvPr id="279" name="Google Shape;279;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0" name="Google Shape;280;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1" name="Google Shape;281;p27"/>
            <p:cNvGrpSpPr/>
            <p:nvPr/>
          </p:nvGrpSpPr>
          <p:grpSpPr>
            <a:xfrm flipH="1">
              <a:off x="1086834" y="957463"/>
              <a:ext cx="134044" cy="134013"/>
              <a:chOff x="1101075" y="2142375"/>
              <a:chExt cx="439200" cy="439100"/>
            </a:xfrm>
          </p:grpSpPr>
          <p:sp>
            <p:nvSpPr>
              <p:cNvPr id="282" name="Google Shape;282;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3" name="Google Shape;283;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4" name="Google Shape;284;p27"/>
            <p:cNvGrpSpPr/>
            <p:nvPr/>
          </p:nvGrpSpPr>
          <p:grpSpPr>
            <a:xfrm flipH="1">
              <a:off x="277709" y="957463"/>
              <a:ext cx="134044" cy="134013"/>
              <a:chOff x="1101075" y="2142375"/>
              <a:chExt cx="439200" cy="439100"/>
            </a:xfrm>
          </p:grpSpPr>
          <p:sp>
            <p:nvSpPr>
              <p:cNvPr id="285" name="Google Shape;285;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6" name="Google Shape;286;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287" name="Google Shape;287;p27"/>
            <p:cNvGrpSpPr/>
            <p:nvPr/>
          </p:nvGrpSpPr>
          <p:grpSpPr>
            <a:xfrm flipH="1">
              <a:off x="277709" y="640813"/>
              <a:ext cx="134044" cy="134013"/>
              <a:chOff x="1101075" y="2142375"/>
              <a:chExt cx="439200" cy="439100"/>
            </a:xfrm>
          </p:grpSpPr>
          <p:sp>
            <p:nvSpPr>
              <p:cNvPr id="288" name="Google Shape;288;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289" name="Google Shape;289;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290" name="Google Shape;290;p27"/>
          <p:cNvPicPr preferRelativeResize="0"/>
          <p:nvPr/>
        </p:nvPicPr>
        <p:blipFill rotWithShape="1">
          <a:blip r:embed="rId3">
            <a:alphaModFix/>
          </a:blip>
          <a:srcRect b="17661" l="0" r="0" t="17656"/>
          <a:stretch/>
        </p:blipFill>
        <p:spPr>
          <a:xfrm rot="-7778255">
            <a:off x="-3534446" y="-1919228"/>
            <a:ext cx="7140905" cy="545010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291" name="Shape 291"/>
        <p:cNvGrpSpPr/>
        <p:nvPr/>
      </p:nvGrpSpPr>
      <p:grpSpPr>
        <a:xfrm>
          <a:off x="0" y="0"/>
          <a:ext cx="0" cy="0"/>
          <a:chOff x="0" y="0"/>
          <a:chExt cx="0" cy="0"/>
        </a:xfrm>
      </p:grpSpPr>
      <p:sp>
        <p:nvSpPr>
          <p:cNvPr id="292" name="Google Shape;292;p28"/>
          <p:cNvSpPr/>
          <p:nvPr>
            <p:ph idx="2" type="pic"/>
          </p:nvPr>
        </p:nvSpPr>
        <p:spPr>
          <a:xfrm>
            <a:off x="610699" y="0"/>
            <a:ext cx="3680335" cy="3982461"/>
          </a:xfrm>
          <a:prstGeom prst="rect">
            <a:avLst/>
          </a:prstGeom>
          <a:solidFill>
            <a:schemeClr val="lt1"/>
          </a:solidFill>
          <a:ln>
            <a:noFill/>
          </a:ln>
        </p:spPr>
      </p:sp>
      <p:pic>
        <p:nvPicPr>
          <p:cNvPr id="293" name="Google Shape;293;p2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294" name="Google Shape;294;p28"/>
          <p:cNvGrpSpPr/>
          <p:nvPr/>
        </p:nvGrpSpPr>
        <p:grpSpPr>
          <a:xfrm>
            <a:off x="-693530" y="-764219"/>
            <a:ext cx="2003055" cy="3742456"/>
            <a:chOff x="-367748" y="-573164"/>
            <a:chExt cx="1502291" cy="2806842"/>
          </a:xfrm>
        </p:grpSpPr>
        <p:grpSp>
          <p:nvGrpSpPr>
            <p:cNvPr id="295" name="Google Shape;295;p28"/>
            <p:cNvGrpSpPr/>
            <p:nvPr/>
          </p:nvGrpSpPr>
          <p:grpSpPr>
            <a:xfrm rot="10800000">
              <a:off x="-191449" y="1507557"/>
              <a:ext cx="904666" cy="726121"/>
              <a:chOff x="7945225" y="4302000"/>
              <a:chExt cx="904666" cy="726121"/>
            </a:xfrm>
          </p:grpSpPr>
          <p:sp>
            <p:nvSpPr>
              <p:cNvPr id="296" name="Google Shape;296;p2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7" name="Google Shape;297;p2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298" name="Google Shape;298;p2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299" name="Google Shape;299;p28"/>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0" name="Google Shape;300;p28"/>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301" name="Google Shape;301;p28"/>
            <p:cNvGrpSpPr/>
            <p:nvPr/>
          </p:nvGrpSpPr>
          <p:grpSpPr>
            <a:xfrm rot="10800000">
              <a:off x="-367748" y="-467133"/>
              <a:ext cx="699928" cy="1651024"/>
              <a:chOff x="8337812" y="3492483"/>
              <a:chExt cx="699928" cy="1651024"/>
            </a:xfrm>
          </p:grpSpPr>
          <p:sp>
            <p:nvSpPr>
              <p:cNvPr id="302" name="Google Shape;302;p28"/>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3" name="Google Shape;303;p28"/>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04" name="Google Shape;304;p28"/>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305" name="Shape 305"/>
        <p:cNvGrpSpPr/>
        <p:nvPr/>
      </p:nvGrpSpPr>
      <p:grpSpPr>
        <a:xfrm>
          <a:off x="0" y="0"/>
          <a:ext cx="0" cy="0"/>
          <a:chOff x="0" y="0"/>
          <a:chExt cx="0" cy="0"/>
        </a:xfrm>
      </p:grpSpPr>
      <p:sp>
        <p:nvSpPr>
          <p:cNvPr id="306" name="Google Shape;306;p29"/>
          <p:cNvSpPr/>
          <p:nvPr>
            <p:ph idx="2" type="pic"/>
          </p:nvPr>
        </p:nvSpPr>
        <p:spPr>
          <a:xfrm>
            <a:off x="727217" y="622898"/>
            <a:ext cx="8333385" cy="2870146"/>
          </a:xfrm>
          <a:prstGeom prst="rect">
            <a:avLst/>
          </a:prstGeom>
          <a:solidFill>
            <a:schemeClr val="lt1"/>
          </a:solidFill>
          <a:ln>
            <a:noFill/>
          </a:ln>
        </p:spPr>
      </p:sp>
      <p:pic>
        <p:nvPicPr>
          <p:cNvPr id="307" name="Google Shape;307;p2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308" name="Shape 308"/>
        <p:cNvGrpSpPr/>
        <p:nvPr/>
      </p:nvGrpSpPr>
      <p:grpSpPr>
        <a:xfrm>
          <a:off x="0" y="0"/>
          <a:ext cx="0" cy="0"/>
          <a:chOff x="0" y="0"/>
          <a:chExt cx="0" cy="0"/>
        </a:xfrm>
      </p:grpSpPr>
      <p:pic>
        <p:nvPicPr>
          <p:cNvPr id="309" name="Google Shape;309;p3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10" name="Google Shape;310;p30"/>
          <p:cNvGrpSpPr/>
          <p:nvPr/>
        </p:nvGrpSpPr>
        <p:grpSpPr>
          <a:xfrm>
            <a:off x="-680840" y="-2290631"/>
            <a:ext cx="5862926" cy="5562209"/>
            <a:chOff x="-494405" y="-1584825"/>
            <a:chExt cx="4397193" cy="4171657"/>
          </a:xfrm>
        </p:grpSpPr>
        <p:grpSp>
          <p:nvGrpSpPr>
            <p:cNvPr id="311" name="Google Shape;311;p30"/>
            <p:cNvGrpSpPr/>
            <p:nvPr/>
          </p:nvGrpSpPr>
          <p:grpSpPr>
            <a:xfrm>
              <a:off x="-494405" y="-252396"/>
              <a:ext cx="1741563" cy="1288563"/>
              <a:chOff x="-494405" y="-252396"/>
              <a:chExt cx="1741563" cy="1288563"/>
            </a:xfrm>
          </p:grpSpPr>
          <p:sp>
            <p:nvSpPr>
              <p:cNvPr id="312" name="Google Shape;312;p3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3" name="Google Shape;313;p3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4" name="Google Shape;314;p30"/>
            <p:cNvGrpSpPr/>
            <p:nvPr/>
          </p:nvGrpSpPr>
          <p:grpSpPr>
            <a:xfrm>
              <a:off x="245875" y="-51824"/>
              <a:ext cx="208200" cy="1824700"/>
              <a:chOff x="1040050" y="3812126"/>
              <a:chExt cx="208200" cy="1824700"/>
            </a:xfrm>
          </p:grpSpPr>
          <p:sp>
            <p:nvSpPr>
              <p:cNvPr id="315" name="Google Shape;315;p3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16" name="Google Shape;316;p3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17" name="Google Shape;317;p30"/>
            <p:cNvGrpSpPr/>
            <p:nvPr/>
          </p:nvGrpSpPr>
          <p:grpSpPr>
            <a:xfrm>
              <a:off x="441574" y="-36652"/>
              <a:ext cx="699940" cy="478601"/>
              <a:chOff x="39723" y="4349021"/>
              <a:chExt cx="1061964" cy="726143"/>
            </a:xfrm>
          </p:grpSpPr>
          <p:grpSp>
            <p:nvGrpSpPr>
              <p:cNvPr id="318" name="Google Shape;318;p30"/>
              <p:cNvGrpSpPr/>
              <p:nvPr/>
            </p:nvGrpSpPr>
            <p:grpSpPr>
              <a:xfrm rot="2700000">
                <a:off x="140502" y="4460924"/>
                <a:ext cx="524584" cy="502337"/>
                <a:chOff x="1189791" y="-1767331"/>
                <a:chExt cx="904284" cy="865933"/>
              </a:xfrm>
            </p:grpSpPr>
            <p:sp>
              <p:nvSpPr>
                <p:cNvPr id="319" name="Google Shape;319;p3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20" name="Google Shape;320;p30"/>
                <p:cNvGrpSpPr/>
                <p:nvPr/>
              </p:nvGrpSpPr>
              <p:grpSpPr>
                <a:xfrm>
                  <a:off x="1232795" y="-1740829"/>
                  <a:ext cx="717622" cy="717393"/>
                  <a:chOff x="1483457" y="3953671"/>
                  <a:chExt cx="717622" cy="717393"/>
                </a:xfrm>
              </p:grpSpPr>
              <p:sp>
                <p:nvSpPr>
                  <p:cNvPr id="321" name="Google Shape;321;p3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2" name="Google Shape;322;p3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3" name="Google Shape;323;p3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4" name="Google Shape;324;p3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25" name="Google Shape;325;p3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26" name="Google Shape;326;p3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27" name="Google Shape;327;p30"/>
            <p:cNvGrpSpPr/>
            <p:nvPr/>
          </p:nvGrpSpPr>
          <p:grpSpPr>
            <a:xfrm>
              <a:off x="955673" y="11"/>
              <a:ext cx="592576" cy="405260"/>
              <a:chOff x="39723" y="4349021"/>
              <a:chExt cx="1061964" cy="726143"/>
            </a:xfrm>
          </p:grpSpPr>
          <p:grpSp>
            <p:nvGrpSpPr>
              <p:cNvPr id="328" name="Google Shape;328;p30"/>
              <p:cNvGrpSpPr/>
              <p:nvPr/>
            </p:nvGrpSpPr>
            <p:grpSpPr>
              <a:xfrm rot="2700000">
                <a:off x="140502" y="4460924"/>
                <a:ext cx="524584" cy="502337"/>
                <a:chOff x="1189791" y="-1767331"/>
                <a:chExt cx="904284" cy="865933"/>
              </a:xfrm>
            </p:grpSpPr>
            <p:sp>
              <p:nvSpPr>
                <p:cNvPr id="329" name="Google Shape;329;p3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30" name="Google Shape;330;p30"/>
                <p:cNvGrpSpPr/>
                <p:nvPr/>
              </p:nvGrpSpPr>
              <p:grpSpPr>
                <a:xfrm>
                  <a:off x="1232795" y="-1740829"/>
                  <a:ext cx="717622" cy="717393"/>
                  <a:chOff x="1483457" y="3953671"/>
                  <a:chExt cx="717622" cy="717393"/>
                </a:xfrm>
              </p:grpSpPr>
              <p:sp>
                <p:nvSpPr>
                  <p:cNvPr id="331" name="Google Shape;331;p3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2" name="Google Shape;332;p3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3" name="Google Shape;333;p3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4" name="Google Shape;334;p3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35" name="Google Shape;335;p3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36" name="Google Shape;336;p3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37" name="Google Shape;337;p30"/>
            <p:cNvGrpSpPr/>
            <p:nvPr/>
          </p:nvGrpSpPr>
          <p:grpSpPr>
            <a:xfrm>
              <a:off x="-1" y="621223"/>
              <a:ext cx="699940" cy="478601"/>
              <a:chOff x="39723" y="4349021"/>
              <a:chExt cx="1061964" cy="726143"/>
            </a:xfrm>
          </p:grpSpPr>
          <p:grpSp>
            <p:nvGrpSpPr>
              <p:cNvPr id="338" name="Google Shape;338;p30"/>
              <p:cNvGrpSpPr/>
              <p:nvPr/>
            </p:nvGrpSpPr>
            <p:grpSpPr>
              <a:xfrm rot="2700000">
                <a:off x="140502" y="4460924"/>
                <a:ext cx="524584" cy="502337"/>
                <a:chOff x="1189791" y="-1767331"/>
                <a:chExt cx="904284" cy="865933"/>
              </a:xfrm>
            </p:grpSpPr>
            <p:sp>
              <p:nvSpPr>
                <p:cNvPr id="339" name="Google Shape;339;p3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40" name="Google Shape;340;p30"/>
                <p:cNvGrpSpPr/>
                <p:nvPr/>
              </p:nvGrpSpPr>
              <p:grpSpPr>
                <a:xfrm>
                  <a:off x="1232795" y="-1740829"/>
                  <a:ext cx="717622" cy="717393"/>
                  <a:chOff x="1483457" y="3953671"/>
                  <a:chExt cx="717622" cy="717393"/>
                </a:xfrm>
              </p:grpSpPr>
              <p:sp>
                <p:nvSpPr>
                  <p:cNvPr id="341" name="Google Shape;341;p3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2" name="Google Shape;342;p3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3" name="Google Shape;343;p3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4" name="Google Shape;344;p3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5" name="Google Shape;345;p3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46" name="Google Shape;346;p3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47" name="Google Shape;347;p30"/>
            <p:cNvGrpSpPr/>
            <p:nvPr/>
          </p:nvGrpSpPr>
          <p:grpSpPr>
            <a:xfrm rot="-8100000">
              <a:off x="540898" y="-1172741"/>
              <a:ext cx="2552124" cy="3347490"/>
              <a:chOff x="2976325" y="908175"/>
              <a:chExt cx="4028179" cy="5283555"/>
            </a:xfrm>
          </p:grpSpPr>
          <p:sp>
            <p:nvSpPr>
              <p:cNvPr id="348" name="Google Shape;348;p3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49" name="Google Shape;349;p3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50" name="Google Shape;350;p3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351" name="Shape 351"/>
        <p:cNvGrpSpPr/>
        <p:nvPr/>
      </p:nvGrpSpPr>
      <p:grpSpPr>
        <a:xfrm>
          <a:off x="0" y="0"/>
          <a:ext cx="0" cy="0"/>
          <a:chOff x="0" y="0"/>
          <a:chExt cx="0" cy="0"/>
        </a:xfrm>
      </p:grpSpPr>
      <p:sp>
        <p:nvSpPr>
          <p:cNvPr id="352" name="Google Shape;352;p31"/>
          <p:cNvSpPr/>
          <p:nvPr>
            <p:ph idx="2" type="pic"/>
          </p:nvPr>
        </p:nvSpPr>
        <p:spPr>
          <a:xfrm>
            <a:off x="0" y="3061252"/>
            <a:ext cx="2969753" cy="3796748"/>
          </a:xfrm>
          <a:prstGeom prst="rect">
            <a:avLst/>
          </a:prstGeom>
          <a:solidFill>
            <a:schemeClr val="lt1"/>
          </a:solidFill>
          <a:ln>
            <a:noFill/>
          </a:ln>
        </p:spPr>
      </p:sp>
      <p:sp>
        <p:nvSpPr>
          <p:cNvPr id="353" name="Google Shape;353;p31"/>
          <p:cNvSpPr/>
          <p:nvPr>
            <p:ph idx="3" type="pic"/>
          </p:nvPr>
        </p:nvSpPr>
        <p:spPr>
          <a:xfrm>
            <a:off x="6870763" y="-3517"/>
            <a:ext cx="3838800" cy="3162995"/>
          </a:xfrm>
          <a:prstGeom prst="rect">
            <a:avLst/>
          </a:prstGeom>
          <a:solidFill>
            <a:schemeClr val="lt1"/>
          </a:solidFill>
          <a:ln>
            <a:noFill/>
          </a:ln>
        </p:spPr>
      </p:sp>
      <p:pic>
        <p:nvPicPr>
          <p:cNvPr id="354" name="Google Shape;354;p3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355" name="Shape 355"/>
        <p:cNvGrpSpPr/>
        <p:nvPr/>
      </p:nvGrpSpPr>
      <p:grpSpPr>
        <a:xfrm>
          <a:off x="0" y="0"/>
          <a:ext cx="0" cy="0"/>
          <a:chOff x="0" y="0"/>
          <a:chExt cx="0" cy="0"/>
        </a:xfrm>
      </p:grpSpPr>
      <p:sp>
        <p:nvSpPr>
          <p:cNvPr id="356" name="Google Shape;356;p32"/>
          <p:cNvSpPr/>
          <p:nvPr>
            <p:ph idx="2" type="pic"/>
          </p:nvPr>
        </p:nvSpPr>
        <p:spPr>
          <a:xfrm>
            <a:off x="6524779" y="742950"/>
            <a:ext cx="3488597" cy="4309276"/>
          </a:xfrm>
          <a:prstGeom prst="rect">
            <a:avLst/>
          </a:prstGeom>
          <a:solidFill>
            <a:schemeClr val="lt1"/>
          </a:solidFill>
          <a:ln>
            <a:noFill/>
          </a:ln>
        </p:spPr>
      </p:sp>
      <p:pic>
        <p:nvPicPr>
          <p:cNvPr id="357" name="Google Shape;357;p3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358" name="Google Shape;358;p32"/>
          <p:cNvGrpSpPr/>
          <p:nvPr/>
        </p:nvGrpSpPr>
        <p:grpSpPr>
          <a:xfrm>
            <a:off x="-680840" y="-2290631"/>
            <a:ext cx="5862926" cy="5562209"/>
            <a:chOff x="-494405" y="-1584825"/>
            <a:chExt cx="4397193" cy="4171657"/>
          </a:xfrm>
        </p:grpSpPr>
        <p:grpSp>
          <p:nvGrpSpPr>
            <p:cNvPr id="359" name="Google Shape;359;p32"/>
            <p:cNvGrpSpPr/>
            <p:nvPr/>
          </p:nvGrpSpPr>
          <p:grpSpPr>
            <a:xfrm>
              <a:off x="-494405" y="-252396"/>
              <a:ext cx="1741563" cy="1288563"/>
              <a:chOff x="-494405" y="-252396"/>
              <a:chExt cx="1741563" cy="1288563"/>
            </a:xfrm>
          </p:grpSpPr>
          <p:sp>
            <p:nvSpPr>
              <p:cNvPr id="360" name="Google Shape;360;p3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1" name="Google Shape;361;p3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2" name="Google Shape;362;p32"/>
            <p:cNvGrpSpPr/>
            <p:nvPr/>
          </p:nvGrpSpPr>
          <p:grpSpPr>
            <a:xfrm>
              <a:off x="245875" y="-51824"/>
              <a:ext cx="208200" cy="1824700"/>
              <a:chOff x="1040050" y="3812126"/>
              <a:chExt cx="208200" cy="1824700"/>
            </a:xfrm>
          </p:grpSpPr>
          <p:sp>
            <p:nvSpPr>
              <p:cNvPr id="363" name="Google Shape;363;p3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64" name="Google Shape;364;p3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65" name="Google Shape;365;p32"/>
            <p:cNvGrpSpPr/>
            <p:nvPr/>
          </p:nvGrpSpPr>
          <p:grpSpPr>
            <a:xfrm>
              <a:off x="441574" y="-36652"/>
              <a:ext cx="699940" cy="478601"/>
              <a:chOff x="39723" y="4349021"/>
              <a:chExt cx="1061964" cy="726143"/>
            </a:xfrm>
          </p:grpSpPr>
          <p:grpSp>
            <p:nvGrpSpPr>
              <p:cNvPr id="366" name="Google Shape;366;p32"/>
              <p:cNvGrpSpPr/>
              <p:nvPr/>
            </p:nvGrpSpPr>
            <p:grpSpPr>
              <a:xfrm rot="2700000">
                <a:off x="140502" y="4460924"/>
                <a:ext cx="524584" cy="502337"/>
                <a:chOff x="1189791" y="-1767331"/>
                <a:chExt cx="904284" cy="865933"/>
              </a:xfrm>
            </p:grpSpPr>
            <p:sp>
              <p:nvSpPr>
                <p:cNvPr id="367" name="Google Shape;367;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68" name="Google Shape;368;p32"/>
                <p:cNvGrpSpPr/>
                <p:nvPr/>
              </p:nvGrpSpPr>
              <p:grpSpPr>
                <a:xfrm>
                  <a:off x="1232795" y="-1740829"/>
                  <a:ext cx="717622" cy="717393"/>
                  <a:chOff x="1483457" y="3953671"/>
                  <a:chExt cx="717622" cy="717393"/>
                </a:xfrm>
              </p:grpSpPr>
              <p:sp>
                <p:nvSpPr>
                  <p:cNvPr id="369" name="Google Shape;369;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0" name="Google Shape;370;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1" name="Google Shape;371;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2" name="Google Shape;372;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73" name="Google Shape;373;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74" name="Google Shape;374;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75" name="Google Shape;375;p32"/>
            <p:cNvGrpSpPr/>
            <p:nvPr/>
          </p:nvGrpSpPr>
          <p:grpSpPr>
            <a:xfrm>
              <a:off x="955673" y="11"/>
              <a:ext cx="592576" cy="405260"/>
              <a:chOff x="39723" y="4349021"/>
              <a:chExt cx="1061964" cy="726143"/>
            </a:xfrm>
          </p:grpSpPr>
          <p:grpSp>
            <p:nvGrpSpPr>
              <p:cNvPr id="376" name="Google Shape;376;p32"/>
              <p:cNvGrpSpPr/>
              <p:nvPr/>
            </p:nvGrpSpPr>
            <p:grpSpPr>
              <a:xfrm rot="2700000">
                <a:off x="140502" y="4460924"/>
                <a:ext cx="524584" cy="502337"/>
                <a:chOff x="1189791" y="-1767331"/>
                <a:chExt cx="904284" cy="865933"/>
              </a:xfrm>
            </p:grpSpPr>
            <p:sp>
              <p:nvSpPr>
                <p:cNvPr id="377" name="Google Shape;377;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78" name="Google Shape;378;p32"/>
                <p:cNvGrpSpPr/>
                <p:nvPr/>
              </p:nvGrpSpPr>
              <p:grpSpPr>
                <a:xfrm>
                  <a:off x="1232795" y="-1740829"/>
                  <a:ext cx="717622" cy="717393"/>
                  <a:chOff x="1483457" y="3953671"/>
                  <a:chExt cx="717622" cy="717393"/>
                </a:xfrm>
              </p:grpSpPr>
              <p:sp>
                <p:nvSpPr>
                  <p:cNvPr id="379" name="Google Shape;379;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0" name="Google Shape;380;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1" name="Google Shape;381;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2" name="Google Shape;382;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83" name="Google Shape;383;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84" name="Google Shape;384;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85" name="Google Shape;385;p32"/>
            <p:cNvGrpSpPr/>
            <p:nvPr/>
          </p:nvGrpSpPr>
          <p:grpSpPr>
            <a:xfrm>
              <a:off x="-1" y="621223"/>
              <a:ext cx="699940" cy="478601"/>
              <a:chOff x="39723" y="4349021"/>
              <a:chExt cx="1061964" cy="726143"/>
            </a:xfrm>
          </p:grpSpPr>
          <p:grpSp>
            <p:nvGrpSpPr>
              <p:cNvPr id="386" name="Google Shape;386;p32"/>
              <p:cNvGrpSpPr/>
              <p:nvPr/>
            </p:nvGrpSpPr>
            <p:grpSpPr>
              <a:xfrm rot="2700000">
                <a:off x="140502" y="4460924"/>
                <a:ext cx="524584" cy="502337"/>
                <a:chOff x="1189791" y="-1767331"/>
                <a:chExt cx="904284" cy="865933"/>
              </a:xfrm>
            </p:grpSpPr>
            <p:sp>
              <p:nvSpPr>
                <p:cNvPr id="387" name="Google Shape;387;p3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388" name="Google Shape;388;p32"/>
                <p:cNvGrpSpPr/>
                <p:nvPr/>
              </p:nvGrpSpPr>
              <p:grpSpPr>
                <a:xfrm>
                  <a:off x="1232795" y="-1740829"/>
                  <a:ext cx="717622" cy="717393"/>
                  <a:chOff x="1483457" y="3953671"/>
                  <a:chExt cx="717622" cy="717393"/>
                </a:xfrm>
              </p:grpSpPr>
              <p:sp>
                <p:nvSpPr>
                  <p:cNvPr id="389" name="Google Shape;389;p3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0" name="Google Shape;390;p3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1" name="Google Shape;391;p3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2" name="Google Shape;392;p3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3" name="Google Shape;393;p3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394" name="Google Shape;394;p3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395" name="Google Shape;395;p32"/>
            <p:cNvGrpSpPr/>
            <p:nvPr/>
          </p:nvGrpSpPr>
          <p:grpSpPr>
            <a:xfrm rot="-8100000">
              <a:off x="540898" y="-1172741"/>
              <a:ext cx="2552124" cy="3347490"/>
              <a:chOff x="2976325" y="908175"/>
              <a:chExt cx="4028179" cy="5283555"/>
            </a:xfrm>
          </p:grpSpPr>
          <p:sp>
            <p:nvSpPr>
              <p:cNvPr id="396" name="Google Shape;396;p3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7" name="Google Shape;397;p3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398" name="Google Shape;398;p3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399" name="Shape 399"/>
        <p:cNvGrpSpPr/>
        <p:nvPr/>
      </p:nvGrpSpPr>
      <p:grpSpPr>
        <a:xfrm>
          <a:off x="0" y="0"/>
          <a:ext cx="0" cy="0"/>
          <a:chOff x="0" y="0"/>
          <a:chExt cx="0" cy="0"/>
        </a:xfrm>
      </p:grpSpPr>
      <p:sp>
        <p:nvSpPr>
          <p:cNvPr id="400" name="Google Shape;400;p33"/>
          <p:cNvSpPr/>
          <p:nvPr>
            <p:ph idx="2" type="pic"/>
          </p:nvPr>
        </p:nvSpPr>
        <p:spPr>
          <a:xfrm>
            <a:off x="-1" y="622897"/>
            <a:ext cx="9337882" cy="2197036"/>
          </a:xfrm>
          <a:prstGeom prst="rect">
            <a:avLst/>
          </a:prstGeom>
          <a:solidFill>
            <a:schemeClr val="lt1"/>
          </a:solidFill>
          <a:ln>
            <a:noFill/>
          </a:ln>
        </p:spPr>
      </p:sp>
      <p:pic>
        <p:nvPicPr>
          <p:cNvPr id="401" name="Google Shape;401;p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402" name="Shape 402"/>
        <p:cNvGrpSpPr/>
        <p:nvPr/>
      </p:nvGrpSpPr>
      <p:grpSpPr>
        <a:xfrm>
          <a:off x="0" y="0"/>
          <a:ext cx="0" cy="0"/>
          <a:chOff x="0" y="0"/>
          <a:chExt cx="0" cy="0"/>
        </a:xfrm>
      </p:grpSpPr>
      <p:sp>
        <p:nvSpPr>
          <p:cNvPr id="403" name="Google Shape;403;p34"/>
          <p:cNvSpPr/>
          <p:nvPr>
            <p:ph idx="2" type="pic"/>
          </p:nvPr>
        </p:nvSpPr>
        <p:spPr>
          <a:xfrm>
            <a:off x="1481266" y="3350560"/>
            <a:ext cx="2370770" cy="2370770"/>
          </a:xfrm>
          <a:prstGeom prst="rect">
            <a:avLst/>
          </a:prstGeom>
          <a:solidFill>
            <a:schemeClr val="lt1"/>
          </a:solidFill>
          <a:ln>
            <a:noFill/>
          </a:ln>
        </p:spPr>
      </p:sp>
      <p:sp>
        <p:nvSpPr>
          <p:cNvPr id="404" name="Google Shape;404;p34"/>
          <p:cNvSpPr/>
          <p:nvPr>
            <p:ph idx="3" type="pic"/>
          </p:nvPr>
        </p:nvSpPr>
        <p:spPr>
          <a:xfrm>
            <a:off x="4169396" y="3350560"/>
            <a:ext cx="2370770" cy="2370770"/>
          </a:xfrm>
          <a:prstGeom prst="rect">
            <a:avLst/>
          </a:prstGeom>
          <a:solidFill>
            <a:schemeClr val="lt1"/>
          </a:solidFill>
          <a:ln>
            <a:noFill/>
          </a:ln>
        </p:spPr>
      </p:sp>
      <p:sp>
        <p:nvSpPr>
          <p:cNvPr id="405" name="Google Shape;405;p34"/>
          <p:cNvSpPr/>
          <p:nvPr>
            <p:ph idx="4" type="pic"/>
          </p:nvPr>
        </p:nvSpPr>
        <p:spPr>
          <a:xfrm>
            <a:off x="6857527" y="3350560"/>
            <a:ext cx="2370770" cy="2370770"/>
          </a:xfrm>
          <a:prstGeom prst="rect">
            <a:avLst/>
          </a:prstGeom>
          <a:solidFill>
            <a:schemeClr val="lt1"/>
          </a:solidFill>
          <a:ln>
            <a:noFill/>
          </a:ln>
        </p:spPr>
      </p:sp>
      <p:pic>
        <p:nvPicPr>
          <p:cNvPr id="406" name="Google Shape;406;p3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407" name="Shape 407"/>
        <p:cNvGrpSpPr/>
        <p:nvPr/>
      </p:nvGrpSpPr>
      <p:grpSpPr>
        <a:xfrm>
          <a:off x="0" y="0"/>
          <a:ext cx="0" cy="0"/>
          <a:chOff x="0" y="0"/>
          <a:chExt cx="0" cy="0"/>
        </a:xfrm>
      </p:grpSpPr>
      <p:sp>
        <p:nvSpPr>
          <p:cNvPr id="408" name="Google Shape;408;p35"/>
          <p:cNvSpPr/>
          <p:nvPr>
            <p:ph idx="2" type="pic"/>
          </p:nvPr>
        </p:nvSpPr>
        <p:spPr>
          <a:xfrm>
            <a:off x="5653560" y="672033"/>
            <a:ext cx="1690792" cy="1690792"/>
          </a:xfrm>
          <a:prstGeom prst="rect">
            <a:avLst/>
          </a:prstGeom>
          <a:solidFill>
            <a:schemeClr val="lt1"/>
          </a:solidFill>
          <a:ln>
            <a:noFill/>
          </a:ln>
        </p:spPr>
      </p:sp>
      <p:sp>
        <p:nvSpPr>
          <p:cNvPr id="409" name="Google Shape;409;p35"/>
          <p:cNvSpPr/>
          <p:nvPr>
            <p:ph idx="3" type="pic"/>
          </p:nvPr>
        </p:nvSpPr>
        <p:spPr>
          <a:xfrm>
            <a:off x="5653560" y="2583602"/>
            <a:ext cx="1690792" cy="1690792"/>
          </a:xfrm>
          <a:prstGeom prst="rect">
            <a:avLst/>
          </a:prstGeom>
          <a:solidFill>
            <a:schemeClr val="lt1"/>
          </a:solidFill>
          <a:ln>
            <a:noFill/>
          </a:ln>
        </p:spPr>
      </p:sp>
      <p:sp>
        <p:nvSpPr>
          <p:cNvPr id="410" name="Google Shape;410;p35"/>
          <p:cNvSpPr/>
          <p:nvPr>
            <p:ph idx="4" type="pic"/>
          </p:nvPr>
        </p:nvSpPr>
        <p:spPr>
          <a:xfrm>
            <a:off x="5653560" y="4495171"/>
            <a:ext cx="1690792" cy="1690792"/>
          </a:xfrm>
          <a:prstGeom prst="rect">
            <a:avLst/>
          </a:prstGeom>
          <a:solidFill>
            <a:schemeClr val="lt1"/>
          </a:solidFill>
          <a:ln>
            <a:noFill/>
          </a:ln>
        </p:spPr>
      </p:sp>
      <p:pic>
        <p:nvPicPr>
          <p:cNvPr id="411" name="Google Shape;411;p3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412" name="Shape 412"/>
        <p:cNvGrpSpPr/>
        <p:nvPr/>
      </p:nvGrpSpPr>
      <p:grpSpPr>
        <a:xfrm>
          <a:off x="0" y="0"/>
          <a:ext cx="0" cy="0"/>
          <a:chOff x="0" y="0"/>
          <a:chExt cx="0" cy="0"/>
        </a:xfrm>
      </p:grpSpPr>
      <p:sp>
        <p:nvSpPr>
          <p:cNvPr id="413" name="Google Shape;413;p36"/>
          <p:cNvSpPr/>
          <p:nvPr>
            <p:ph idx="2" type="pic"/>
          </p:nvPr>
        </p:nvSpPr>
        <p:spPr>
          <a:xfrm>
            <a:off x="8231618" y="728382"/>
            <a:ext cx="2099690" cy="2099690"/>
          </a:xfrm>
          <a:prstGeom prst="rect">
            <a:avLst/>
          </a:prstGeom>
          <a:solidFill>
            <a:schemeClr val="lt1"/>
          </a:solidFill>
          <a:ln>
            <a:noFill/>
          </a:ln>
        </p:spPr>
      </p:sp>
      <p:sp>
        <p:nvSpPr>
          <p:cNvPr id="414" name="Google Shape;414;p36"/>
          <p:cNvSpPr/>
          <p:nvPr>
            <p:ph idx="3" type="pic"/>
          </p:nvPr>
        </p:nvSpPr>
        <p:spPr>
          <a:xfrm>
            <a:off x="5935846" y="728382"/>
            <a:ext cx="2099690" cy="2099690"/>
          </a:xfrm>
          <a:prstGeom prst="rect">
            <a:avLst/>
          </a:prstGeom>
          <a:solidFill>
            <a:schemeClr val="lt1"/>
          </a:solidFill>
          <a:ln>
            <a:noFill/>
          </a:ln>
        </p:spPr>
      </p:sp>
      <p:sp>
        <p:nvSpPr>
          <p:cNvPr id="415" name="Google Shape;415;p36"/>
          <p:cNvSpPr/>
          <p:nvPr>
            <p:ph idx="4" type="pic"/>
          </p:nvPr>
        </p:nvSpPr>
        <p:spPr>
          <a:xfrm>
            <a:off x="-1" y="3366773"/>
            <a:ext cx="4525530" cy="2435478"/>
          </a:xfrm>
          <a:prstGeom prst="rect">
            <a:avLst/>
          </a:prstGeom>
          <a:solidFill>
            <a:schemeClr val="lt1"/>
          </a:solidFill>
          <a:ln>
            <a:noFill/>
          </a:ln>
        </p:spPr>
      </p:sp>
      <p:pic>
        <p:nvPicPr>
          <p:cNvPr id="416" name="Google Shape;416;p3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417" name="Shape 417"/>
        <p:cNvGrpSpPr/>
        <p:nvPr/>
      </p:nvGrpSpPr>
      <p:grpSpPr>
        <a:xfrm>
          <a:off x="0" y="0"/>
          <a:ext cx="0" cy="0"/>
          <a:chOff x="0" y="0"/>
          <a:chExt cx="0" cy="0"/>
        </a:xfrm>
      </p:grpSpPr>
      <p:sp>
        <p:nvSpPr>
          <p:cNvPr id="418" name="Google Shape;418;p37"/>
          <p:cNvSpPr/>
          <p:nvPr>
            <p:ph idx="2" type="pic"/>
          </p:nvPr>
        </p:nvSpPr>
        <p:spPr>
          <a:xfrm>
            <a:off x="889964" y="1372128"/>
            <a:ext cx="2137654" cy="4113740"/>
          </a:xfrm>
          <a:prstGeom prst="rect">
            <a:avLst/>
          </a:prstGeom>
          <a:solidFill>
            <a:schemeClr val="lt1"/>
          </a:solidFill>
          <a:ln>
            <a:noFill/>
          </a:ln>
        </p:spPr>
      </p:sp>
      <p:sp>
        <p:nvSpPr>
          <p:cNvPr id="419" name="Google Shape;419;p37"/>
          <p:cNvSpPr/>
          <p:nvPr>
            <p:ph idx="3" type="pic"/>
          </p:nvPr>
        </p:nvSpPr>
        <p:spPr>
          <a:xfrm>
            <a:off x="3210142" y="1372128"/>
            <a:ext cx="2137654" cy="4113740"/>
          </a:xfrm>
          <a:prstGeom prst="rect">
            <a:avLst/>
          </a:prstGeom>
          <a:solidFill>
            <a:schemeClr val="lt1"/>
          </a:solidFill>
          <a:ln>
            <a:noFill/>
          </a:ln>
        </p:spPr>
      </p:sp>
      <p:pic>
        <p:nvPicPr>
          <p:cNvPr id="420" name="Google Shape;420;p3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421" name="Shape 421"/>
        <p:cNvGrpSpPr/>
        <p:nvPr/>
      </p:nvGrpSpPr>
      <p:grpSpPr>
        <a:xfrm>
          <a:off x="0" y="0"/>
          <a:ext cx="0" cy="0"/>
          <a:chOff x="0" y="0"/>
          <a:chExt cx="0" cy="0"/>
        </a:xfrm>
      </p:grpSpPr>
      <p:sp>
        <p:nvSpPr>
          <p:cNvPr id="422" name="Google Shape;422;p38"/>
          <p:cNvSpPr/>
          <p:nvPr>
            <p:ph idx="2" type="pic"/>
          </p:nvPr>
        </p:nvSpPr>
        <p:spPr>
          <a:xfrm>
            <a:off x="6896192" y="1655804"/>
            <a:ext cx="2800470" cy="5202195"/>
          </a:xfrm>
          <a:prstGeom prst="rect">
            <a:avLst/>
          </a:prstGeom>
          <a:solidFill>
            <a:schemeClr val="lt1"/>
          </a:solidFill>
          <a:ln>
            <a:noFill/>
          </a:ln>
        </p:spPr>
      </p:sp>
      <p:pic>
        <p:nvPicPr>
          <p:cNvPr id="423" name="Google Shape;423;p3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424" name="Shape 424"/>
        <p:cNvGrpSpPr/>
        <p:nvPr/>
      </p:nvGrpSpPr>
      <p:grpSpPr>
        <a:xfrm>
          <a:off x="0" y="0"/>
          <a:ext cx="0" cy="0"/>
          <a:chOff x="0" y="0"/>
          <a:chExt cx="0" cy="0"/>
        </a:xfrm>
      </p:grpSpPr>
      <p:sp>
        <p:nvSpPr>
          <p:cNvPr id="425" name="Google Shape;425;p39"/>
          <p:cNvSpPr/>
          <p:nvPr>
            <p:ph idx="2" type="pic"/>
          </p:nvPr>
        </p:nvSpPr>
        <p:spPr>
          <a:xfrm>
            <a:off x="1179006" y="1014481"/>
            <a:ext cx="2768300" cy="4122516"/>
          </a:xfrm>
          <a:prstGeom prst="rect">
            <a:avLst/>
          </a:prstGeom>
          <a:solidFill>
            <a:schemeClr val="lt1"/>
          </a:solidFill>
          <a:ln>
            <a:noFill/>
          </a:ln>
        </p:spPr>
      </p:sp>
      <p:pic>
        <p:nvPicPr>
          <p:cNvPr id="426" name="Google Shape;426;p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427" name="Shape 427"/>
        <p:cNvGrpSpPr/>
        <p:nvPr/>
      </p:nvGrpSpPr>
      <p:grpSpPr>
        <a:xfrm>
          <a:off x="0" y="0"/>
          <a:ext cx="0" cy="0"/>
          <a:chOff x="0" y="0"/>
          <a:chExt cx="0" cy="0"/>
        </a:xfrm>
      </p:grpSpPr>
      <p:sp>
        <p:nvSpPr>
          <p:cNvPr id="428" name="Google Shape;428;p40"/>
          <p:cNvSpPr/>
          <p:nvPr>
            <p:ph idx="2" type="pic"/>
          </p:nvPr>
        </p:nvSpPr>
        <p:spPr>
          <a:xfrm>
            <a:off x="4930282" y="1031838"/>
            <a:ext cx="5779279" cy="2934822"/>
          </a:xfrm>
          <a:prstGeom prst="rect">
            <a:avLst/>
          </a:prstGeom>
          <a:solidFill>
            <a:schemeClr val="lt1"/>
          </a:solidFill>
          <a:ln>
            <a:noFill/>
          </a:ln>
        </p:spPr>
      </p:sp>
      <p:pic>
        <p:nvPicPr>
          <p:cNvPr id="429" name="Google Shape;429;p4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430" name="Shape 430"/>
        <p:cNvGrpSpPr/>
        <p:nvPr/>
      </p:nvGrpSpPr>
      <p:grpSpPr>
        <a:xfrm>
          <a:off x="0" y="0"/>
          <a:ext cx="0" cy="0"/>
          <a:chOff x="0" y="0"/>
          <a:chExt cx="0" cy="0"/>
        </a:xfrm>
      </p:grpSpPr>
      <p:sp>
        <p:nvSpPr>
          <p:cNvPr id="431" name="Google Shape;431;p41"/>
          <p:cNvSpPr/>
          <p:nvPr>
            <p:ph idx="2" type="pic"/>
          </p:nvPr>
        </p:nvSpPr>
        <p:spPr>
          <a:xfrm>
            <a:off x="3220234" y="2120348"/>
            <a:ext cx="2279374" cy="2279374"/>
          </a:xfrm>
          <a:prstGeom prst="rect">
            <a:avLst/>
          </a:prstGeom>
          <a:solidFill>
            <a:schemeClr val="lt1"/>
          </a:solidFill>
          <a:ln>
            <a:noFill/>
          </a:ln>
        </p:spPr>
      </p:sp>
      <p:sp>
        <p:nvSpPr>
          <p:cNvPr id="432" name="Google Shape;432;p41"/>
          <p:cNvSpPr/>
          <p:nvPr>
            <p:ph idx="3" type="pic"/>
          </p:nvPr>
        </p:nvSpPr>
        <p:spPr>
          <a:xfrm>
            <a:off x="5712651" y="2120348"/>
            <a:ext cx="2279374" cy="2279374"/>
          </a:xfrm>
          <a:prstGeom prst="rect">
            <a:avLst/>
          </a:prstGeom>
          <a:solidFill>
            <a:schemeClr val="lt1"/>
          </a:solidFill>
          <a:ln>
            <a:noFill/>
          </a:ln>
        </p:spPr>
      </p:sp>
      <p:sp>
        <p:nvSpPr>
          <p:cNvPr id="433" name="Google Shape;433;p41"/>
          <p:cNvSpPr/>
          <p:nvPr>
            <p:ph idx="4" type="pic"/>
          </p:nvPr>
        </p:nvSpPr>
        <p:spPr>
          <a:xfrm>
            <a:off x="8205068" y="2120348"/>
            <a:ext cx="2279374" cy="2279374"/>
          </a:xfrm>
          <a:prstGeom prst="rect">
            <a:avLst/>
          </a:prstGeom>
          <a:solidFill>
            <a:schemeClr val="lt1"/>
          </a:solidFill>
          <a:ln>
            <a:noFill/>
          </a:ln>
        </p:spPr>
      </p:sp>
      <p:pic>
        <p:nvPicPr>
          <p:cNvPr id="434" name="Google Shape;434;p4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435" name="Google Shape;435;p41"/>
          <p:cNvGrpSpPr/>
          <p:nvPr/>
        </p:nvGrpSpPr>
        <p:grpSpPr>
          <a:xfrm>
            <a:off x="-680840" y="-2290631"/>
            <a:ext cx="5862926" cy="5562209"/>
            <a:chOff x="-494405" y="-1584825"/>
            <a:chExt cx="4397193" cy="4171657"/>
          </a:xfrm>
        </p:grpSpPr>
        <p:grpSp>
          <p:nvGrpSpPr>
            <p:cNvPr id="436" name="Google Shape;436;p41"/>
            <p:cNvGrpSpPr/>
            <p:nvPr/>
          </p:nvGrpSpPr>
          <p:grpSpPr>
            <a:xfrm>
              <a:off x="-494405" y="-252396"/>
              <a:ext cx="1741563" cy="1288563"/>
              <a:chOff x="-494405" y="-252396"/>
              <a:chExt cx="1741563" cy="1288563"/>
            </a:xfrm>
          </p:grpSpPr>
          <p:sp>
            <p:nvSpPr>
              <p:cNvPr id="437" name="Google Shape;437;p41"/>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38" name="Google Shape;438;p41"/>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39" name="Google Shape;439;p41"/>
            <p:cNvGrpSpPr/>
            <p:nvPr/>
          </p:nvGrpSpPr>
          <p:grpSpPr>
            <a:xfrm>
              <a:off x="245875" y="-51824"/>
              <a:ext cx="208200" cy="1824700"/>
              <a:chOff x="1040050" y="3812126"/>
              <a:chExt cx="208200" cy="1824700"/>
            </a:xfrm>
          </p:grpSpPr>
          <p:sp>
            <p:nvSpPr>
              <p:cNvPr id="440" name="Google Shape;440;p41"/>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1" name="Google Shape;441;p41"/>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42" name="Google Shape;442;p41"/>
            <p:cNvGrpSpPr/>
            <p:nvPr/>
          </p:nvGrpSpPr>
          <p:grpSpPr>
            <a:xfrm>
              <a:off x="441574" y="-36652"/>
              <a:ext cx="699940" cy="478601"/>
              <a:chOff x="39723" y="4349021"/>
              <a:chExt cx="1061964" cy="726143"/>
            </a:xfrm>
          </p:grpSpPr>
          <p:grpSp>
            <p:nvGrpSpPr>
              <p:cNvPr id="443" name="Google Shape;443;p41"/>
              <p:cNvGrpSpPr/>
              <p:nvPr/>
            </p:nvGrpSpPr>
            <p:grpSpPr>
              <a:xfrm rot="2700000">
                <a:off x="140502" y="4460924"/>
                <a:ext cx="524584" cy="502337"/>
                <a:chOff x="1189791" y="-1767331"/>
                <a:chExt cx="904284" cy="865933"/>
              </a:xfrm>
            </p:grpSpPr>
            <p:sp>
              <p:nvSpPr>
                <p:cNvPr id="444" name="Google Shape;444;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45" name="Google Shape;445;p41"/>
                <p:cNvGrpSpPr/>
                <p:nvPr/>
              </p:nvGrpSpPr>
              <p:grpSpPr>
                <a:xfrm>
                  <a:off x="1232795" y="-1740829"/>
                  <a:ext cx="717622" cy="717393"/>
                  <a:chOff x="1483457" y="3953671"/>
                  <a:chExt cx="717622" cy="717393"/>
                </a:xfrm>
              </p:grpSpPr>
              <p:sp>
                <p:nvSpPr>
                  <p:cNvPr id="446" name="Google Shape;446;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7" name="Google Shape;447;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8" name="Google Shape;448;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49" name="Google Shape;449;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0" name="Google Shape;450;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51" name="Google Shape;451;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52" name="Google Shape;452;p41"/>
            <p:cNvGrpSpPr/>
            <p:nvPr/>
          </p:nvGrpSpPr>
          <p:grpSpPr>
            <a:xfrm>
              <a:off x="955673" y="11"/>
              <a:ext cx="592576" cy="405260"/>
              <a:chOff x="39723" y="4349021"/>
              <a:chExt cx="1061964" cy="726143"/>
            </a:xfrm>
          </p:grpSpPr>
          <p:grpSp>
            <p:nvGrpSpPr>
              <p:cNvPr id="453" name="Google Shape;453;p41"/>
              <p:cNvGrpSpPr/>
              <p:nvPr/>
            </p:nvGrpSpPr>
            <p:grpSpPr>
              <a:xfrm rot="2700000">
                <a:off x="140502" y="4460924"/>
                <a:ext cx="524584" cy="502337"/>
                <a:chOff x="1189791" y="-1767331"/>
                <a:chExt cx="904284" cy="865933"/>
              </a:xfrm>
            </p:grpSpPr>
            <p:sp>
              <p:nvSpPr>
                <p:cNvPr id="454" name="Google Shape;454;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55" name="Google Shape;455;p41"/>
                <p:cNvGrpSpPr/>
                <p:nvPr/>
              </p:nvGrpSpPr>
              <p:grpSpPr>
                <a:xfrm>
                  <a:off x="1232795" y="-1740829"/>
                  <a:ext cx="717622" cy="717393"/>
                  <a:chOff x="1483457" y="3953671"/>
                  <a:chExt cx="717622" cy="717393"/>
                </a:xfrm>
              </p:grpSpPr>
              <p:sp>
                <p:nvSpPr>
                  <p:cNvPr id="456" name="Google Shape;456;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7" name="Google Shape;457;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8" name="Google Shape;458;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59" name="Google Shape;459;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0" name="Google Shape;460;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61" name="Google Shape;461;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62" name="Google Shape;462;p41"/>
            <p:cNvGrpSpPr/>
            <p:nvPr/>
          </p:nvGrpSpPr>
          <p:grpSpPr>
            <a:xfrm>
              <a:off x="-1" y="621223"/>
              <a:ext cx="699940" cy="478601"/>
              <a:chOff x="39723" y="4349021"/>
              <a:chExt cx="1061964" cy="726143"/>
            </a:xfrm>
          </p:grpSpPr>
          <p:grpSp>
            <p:nvGrpSpPr>
              <p:cNvPr id="463" name="Google Shape;463;p41"/>
              <p:cNvGrpSpPr/>
              <p:nvPr/>
            </p:nvGrpSpPr>
            <p:grpSpPr>
              <a:xfrm rot="2700000">
                <a:off x="140502" y="4460924"/>
                <a:ext cx="524584" cy="502337"/>
                <a:chOff x="1189791" y="-1767331"/>
                <a:chExt cx="904284" cy="865933"/>
              </a:xfrm>
            </p:grpSpPr>
            <p:sp>
              <p:nvSpPr>
                <p:cNvPr id="464" name="Google Shape;464;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465" name="Google Shape;465;p41"/>
                <p:cNvGrpSpPr/>
                <p:nvPr/>
              </p:nvGrpSpPr>
              <p:grpSpPr>
                <a:xfrm>
                  <a:off x="1232795" y="-1740829"/>
                  <a:ext cx="717622" cy="717393"/>
                  <a:chOff x="1483457" y="3953671"/>
                  <a:chExt cx="717622" cy="717393"/>
                </a:xfrm>
              </p:grpSpPr>
              <p:sp>
                <p:nvSpPr>
                  <p:cNvPr id="466" name="Google Shape;466;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7" name="Google Shape;467;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8" name="Google Shape;468;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69" name="Google Shape;469;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0" name="Google Shape;470;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471" name="Google Shape;471;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472" name="Google Shape;472;p41"/>
            <p:cNvGrpSpPr/>
            <p:nvPr/>
          </p:nvGrpSpPr>
          <p:grpSpPr>
            <a:xfrm rot="-8100000">
              <a:off x="540898" y="-1172741"/>
              <a:ext cx="2552124" cy="3347490"/>
              <a:chOff x="2976325" y="908175"/>
              <a:chExt cx="4028179" cy="5283555"/>
            </a:xfrm>
          </p:grpSpPr>
          <p:sp>
            <p:nvSpPr>
              <p:cNvPr id="473" name="Google Shape;473;p41"/>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4" name="Google Shape;474;p41"/>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475" name="Google Shape;475;p41"/>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476" name="Shape 476"/>
        <p:cNvGrpSpPr/>
        <p:nvPr/>
      </p:nvGrpSpPr>
      <p:grpSpPr>
        <a:xfrm>
          <a:off x="0" y="0"/>
          <a:ext cx="0" cy="0"/>
          <a:chOff x="0" y="0"/>
          <a:chExt cx="0" cy="0"/>
        </a:xfrm>
      </p:grpSpPr>
      <p:sp>
        <p:nvSpPr>
          <p:cNvPr id="477" name="Google Shape;477;p42"/>
          <p:cNvSpPr/>
          <p:nvPr>
            <p:ph idx="2" type="pic"/>
          </p:nvPr>
        </p:nvSpPr>
        <p:spPr>
          <a:xfrm>
            <a:off x="1" y="833261"/>
            <a:ext cx="4270431" cy="2504394"/>
          </a:xfrm>
          <a:prstGeom prst="rect">
            <a:avLst/>
          </a:prstGeom>
          <a:solidFill>
            <a:schemeClr val="lt1"/>
          </a:solidFill>
          <a:ln>
            <a:noFill/>
          </a:ln>
        </p:spPr>
      </p:sp>
      <p:sp>
        <p:nvSpPr>
          <p:cNvPr id="478" name="Google Shape;478;p42"/>
          <p:cNvSpPr/>
          <p:nvPr>
            <p:ph idx="3" type="pic"/>
          </p:nvPr>
        </p:nvSpPr>
        <p:spPr>
          <a:xfrm>
            <a:off x="1" y="3520340"/>
            <a:ext cx="4270431" cy="2504394"/>
          </a:xfrm>
          <a:prstGeom prst="rect">
            <a:avLst/>
          </a:prstGeom>
          <a:solidFill>
            <a:schemeClr val="lt1"/>
          </a:solidFill>
          <a:ln>
            <a:noFill/>
          </a:ln>
        </p:spPr>
      </p:sp>
      <p:pic>
        <p:nvPicPr>
          <p:cNvPr id="479" name="Google Shape;479;p4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480" name="Shape 480"/>
        <p:cNvGrpSpPr/>
        <p:nvPr/>
      </p:nvGrpSpPr>
      <p:grpSpPr>
        <a:xfrm>
          <a:off x="0" y="0"/>
          <a:ext cx="0" cy="0"/>
          <a:chOff x="0" y="0"/>
          <a:chExt cx="0" cy="0"/>
        </a:xfrm>
      </p:grpSpPr>
      <p:sp>
        <p:nvSpPr>
          <p:cNvPr id="481" name="Google Shape;481;p43"/>
          <p:cNvSpPr/>
          <p:nvPr>
            <p:ph idx="2" type="pic"/>
          </p:nvPr>
        </p:nvSpPr>
        <p:spPr>
          <a:xfrm>
            <a:off x="7405685" y="757036"/>
            <a:ext cx="3303874" cy="2235200"/>
          </a:xfrm>
          <a:prstGeom prst="rect">
            <a:avLst/>
          </a:prstGeom>
          <a:solidFill>
            <a:schemeClr val="lt1"/>
          </a:solidFill>
          <a:ln>
            <a:noFill/>
          </a:ln>
        </p:spPr>
      </p:sp>
      <p:sp>
        <p:nvSpPr>
          <p:cNvPr id="482" name="Google Shape;482;p43"/>
          <p:cNvSpPr/>
          <p:nvPr>
            <p:ph idx="3" type="pic"/>
          </p:nvPr>
        </p:nvSpPr>
        <p:spPr>
          <a:xfrm>
            <a:off x="4975112" y="757036"/>
            <a:ext cx="2235200" cy="2235200"/>
          </a:xfrm>
          <a:prstGeom prst="rect">
            <a:avLst/>
          </a:prstGeom>
          <a:solidFill>
            <a:schemeClr val="lt1"/>
          </a:solidFill>
          <a:ln>
            <a:noFill/>
          </a:ln>
        </p:spPr>
      </p:sp>
      <p:sp>
        <p:nvSpPr>
          <p:cNvPr id="483" name="Google Shape;483;p43"/>
          <p:cNvSpPr/>
          <p:nvPr>
            <p:ph idx="4" type="pic"/>
          </p:nvPr>
        </p:nvSpPr>
        <p:spPr>
          <a:xfrm>
            <a:off x="1372980" y="3265714"/>
            <a:ext cx="2430322" cy="3592286"/>
          </a:xfrm>
          <a:prstGeom prst="rect">
            <a:avLst/>
          </a:prstGeom>
          <a:solidFill>
            <a:schemeClr val="lt1"/>
          </a:solidFill>
          <a:ln>
            <a:noFill/>
          </a:ln>
        </p:spPr>
      </p:sp>
      <p:pic>
        <p:nvPicPr>
          <p:cNvPr id="484" name="Google Shape;484;p4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485" name="Shape 485"/>
        <p:cNvGrpSpPr/>
        <p:nvPr/>
      </p:nvGrpSpPr>
      <p:grpSpPr>
        <a:xfrm>
          <a:off x="0" y="0"/>
          <a:ext cx="0" cy="0"/>
          <a:chOff x="0" y="0"/>
          <a:chExt cx="0" cy="0"/>
        </a:xfrm>
      </p:grpSpPr>
      <p:sp>
        <p:nvSpPr>
          <p:cNvPr id="486" name="Google Shape;486;p44"/>
          <p:cNvSpPr/>
          <p:nvPr>
            <p:ph idx="2" type="pic"/>
          </p:nvPr>
        </p:nvSpPr>
        <p:spPr>
          <a:xfrm>
            <a:off x="945565" y="4375786"/>
            <a:ext cx="1642576" cy="1642576"/>
          </a:xfrm>
          <a:prstGeom prst="rect">
            <a:avLst/>
          </a:prstGeom>
          <a:solidFill>
            <a:schemeClr val="lt1"/>
          </a:solidFill>
          <a:ln>
            <a:noFill/>
          </a:ln>
        </p:spPr>
      </p:sp>
      <p:sp>
        <p:nvSpPr>
          <p:cNvPr id="487" name="Google Shape;487;p44"/>
          <p:cNvSpPr/>
          <p:nvPr>
            <p:ph idx="3" type="pic"/>
          </p:nvPr>
        </p:nvSpPr>
        <p:spPr>
          <a:xfrm>
            <a:off x="6786169" y="839634"/>
            <a:ext cx="2952916" cy="5178729"/>
          </a:xfrm>
          <a:prstGeom prst="rect">
            <a:avLst/>
          </a:prstGeom>
          <a:solidFill>
            <a:schemeClr val="lt1"/>
          </a:solidFill>
          <a:ln>
            <a:noFill/>
          </a:ln>
        </p:spPr>
      </p:sp>
      <p:pic>
        <p:nvPicPr>
          <p:cNvPr id="488" name="Google Shape;488;p4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489" name="Shape 489"/>
        <p:cNvGrpSpPr/>
        <p:nvPr/>
      </p:nvGrpSpPr>
      <p:grpSpPr>
        <a:xfrm>
          <a:off x="0" y="0"/>
          <a:ext cx="0" cy="0"/>
          <a:chOff x="0" y="0"/>
          <a:chExt cx="0" cy="0"/>
        </a:xfrm>
      </p:grpSpPr>
      <p:sp>
        <p:nvSpPr>
          <p:cNvPr id="490" name="Google Shape;490;p45"/>
          <p:cNvSpPr/>
          <p:nvPr>
            <p:ph idx="2" type="pic"/>
          </p:nvPr>
        </p:nvSpPr>
        <p:spPr>
          <a:xfrm>
            <a:off x="6231818" y="3918532"/>
            <a:ext cx="4477745" cy="2046192"/>
          </a:xfrm>
          <a:prstGeom prst="rect">
            <a:avLst/>
          </a:prstGeom>
          <a:solidFill>
            <a:schemeClr val="lt1"/>
          </a:solidFill>
          <a:ln>
            <a:noFill/>
          </a:ln>
        </p:spPr>
      </p:sp>
      <p:sp>
        <p:nvSpPr>
          <p:cNvPr id="491" name="Google Shape;491;p45"/>
          <p:cNvSpPr/>
          <p:nvPr>
            <p:ph idx="3" type="pic"/>
          </p:nvPr>
        </p:nvSpPr>
        <p:spPr>
          <a:xfrm>
            <a:off x="1" y="512772"/>
            <a:ext cx="5393169" cy="2693448"/>
          </a:xfrm>
          <a:prstGeom prst="rect">
            <a:avLst/>
          </a:prstGeom>
          <a:solidFill>
            <a:schemeClr val="lt1"/>
          </a:solidFill>
          <a:ln>
            <a:noFill/>
          </a:ln>
        </p:spPr>
      </p:sp>
      <p:pic>
        <p:nvPicPr>
          <p:cNvPr id="492" name="Google Shape;492;p4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493" name="Shape 493"/>
        <p:cNvGrpSpPr/>
        <p:nvPr/>
      </p:nvGrpSpPr>
      <p:grpSpPr>
        <a:xfrm>
          <a:off x="0" y="0"/>
          <a:ext cx="0" cy="0"/>
          <a:chOff x="0" y="0"/>
          <a:chExt cx="0" cy="0"/>
        </a:xfrm>
      </p:grpSpPr>
      <p:sp>
        <p:nvSpPr>
          <p:cNvPr id="494" name="Google Shape;494;p46"/>
          <p:cNvSpPr/>
          <p:nvPr>
            <p:ph idx="2" type="pic"/>
          </p:nvPr>
        </p:nvSpPr>
        <p:spPr>
          <a:xfrm>
            <a:off x="5370288" y="616476"/>
            <a:ext cx="2965624" cy="5625045"/>
          </a:xfrm>
          <a:prstGeom prst="rect">
            <a:avLst/>
          </a:prstGeom>
          <a:solidFill>
            <a:schemeClr val="lt1"/>
          </a:solidFill>
          <a:ln>
            <a:noFill/>
          </a:ln>
        </p:spPr>
      </p:sp>
      <p:sp>
        <p:nvSpPr>
          <p:cNvPr id="495" name="Google Shape;495;p46"/>
          <p:cNvSpPr/>
          <p:nvPr>
            <p:ph idx="3" type="pic"/>
          </p:nvPr>
        </p:nvSpPr>
        <p:spPr>
          <a:xfrm>
            <a:off x="8505736" y="616474"/>
            <a:ext cx="2034005" cy="1778726"/>
          </a:xfrm>
          <a:prstGeom prst="rect">
            <a:avLst/>
          </a:prstGeom>
          <a:solidFill>
            <a:schemeClr val="lt1"/>
          </a:solidFill>
          <a:ln>
            <a:noFill/>
          </a:ln>
        </p:spPr>
      </p:sp>
      <p:sp>
        <p:nvSpPr>
          <p:cNvPr id="496" name="Google Shape;496;p46"/>
          <p:cNvSpPr/>
          <p:nvPr>
            <p:ph idx="4" type="pic"/>
          </p:nvPr>
        </p:nvSpPr>
        <p:spPr>
          <a:xfrm>
            <a:off x="8505736" y="2539633"/>
            <a:ext cx="2034005" cy="1778726"/>
          </a:xfrm>
          <a:prstGeom prst="rect">
            <a:avLst/>
          </a:prstGeom>
          <a:solidFill>
            <a:schemeClr val="lt1"/>
          </a:solidFill>
          <a:ln>
            <a:noFill/>
          </a:ln>
        </p:spPr>
      </p:sp>
      <p:sp>
        <p:nvSpPr>
          <p:cNvPr id="497" name="Google Shape;497;p46"/>
          <p:cNvSpPr/>
          <p:nvPr>
            <p:ph idx="5" type="pic"/>
          </p:nvPr>
        </p:nvSpPr>
        <p:spPr>
          <a:xfrm>
            <a:off x="8505736" y="4462792"/>
            <a:ext cx="2034005" cy="1778726"/>
          </a:xfrm>
          <a:prstGeom prst="rect">
            <a:avLst/>
          </a:prstGeom>
          <a:solidFill>
            <a:schemeClr val="lt1"/>
          </a:solidFill>
          <a:ln>
            <a:noFill/>
          </a:ln>
        </p:spPr>
      </p:sp>
      <p:pic>
        <p:nvPicPr>
          <p:cNvPr id="498" name="Google Shape;498;p4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499" name="Shape 499"/>
        <p:cNvGrpSpPr/>
        <p:nvPr/>
      </p:nvGrpSpPr>
      <p:grpSpPr>
        <a:xfrm>
          <a:off x="0" y="0"/>
          <a:ext cx="0" cy="0"/>
          <a:chOff x="0" y="0"/>
          <a:chExt cx="0" cy="0"/>
        </a:xfrm>
      </p:grpSpPr>
      <p:sp>
        <p:nvSpPr>
          <p:cNvPr id="500" name="Google Shape;500;p47"/>
          <p:cNvSpPr/>
          <p:nvPr>
            <p:ph idx="2" type="pic"/>
          </p:nvPr>
        </p:nvSpPr>
        <p:spPr>
          <a:xfrm>
            <a:off x="1323522" y="1123950"/>
            <a:ext cx="2120149" cy="4578350"/>
          </a:xfrm>
          <a:prstGeom prst="rect">
            <a:avLst/>
          </a:prstGeom>
          <a:solidFill>
            <a:schemeClr val="lt1"/>
          </a:solidFill>
          <a:ln>
            <a:noFill/>
          </a:ln>
        </p:spPr>
      </p:sp>
      <p:sp>
        <p:nvSpPr>
          <p:cNvPr id="501" name="Google Shape;501;p47"/>
          <p:cNvSpPr/>
          <p:nvPr>
            <p:ph idx="3" type="pic"/>
          </p:nvPr>
        </p:nvSpPr>
        <p:spPr>
          <a:xfrm>
            <a:off x="7849986" y="0"/>
            <a:ext cx="2120149" cy="2970706"/>
          </a:xfrm>
          <a:prstGeom prst="rect">
            <a:avLst/>
          </a:prstGeom>
          <a:solidFill>
            <a:schemeClr val="lt1"/>
          </a:solidFill>
          <a:ln>
            <a:noFill/>
          </a:ln>
        </p:spPr>
      </p:sp>
      <p:pic>
        <p:nvPicPr>
          <p:cNvPr id="502" name="Google Shape;502;p4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503" name="Shape 503"/>
        <p:cNvGrpSpPr/>
        <p:nvPr/>
      </p:nvGrpSpPr>
      <p:grpSpPr>
        <a:xfrm>
          <a:off x="0" y="0"/>
          <a:ext cx="0" cy="0"/>
          <a:chOff x="0" y="0"/>
          <a:chExt cx="0" cy="0"/>
        </a:xfrm>
      </p:grpSpPr>
      <p:sp>
        <p:nvSpPr>
          <p:cNvPr id="504" name="Google Shape;504;p48"/>
          <p:cNvSpPr/>
          <p:nvPr>
            <p:ph idx="2" type="pic"/>
          </p:nvPr>
        </p:nvSpPr>
        <p:spPr>
          <a:xfrm>
            <a:off x="1451036" y="3571877"/>
            <a:ext cx="3685820" cy="2333621"/>
          </a:xfrm>
          <a:prstGeom prst="rect">
            <a:avLst/>
          </a:prstGeom>
          <a:solidFill>
            <a:schemeClr val="lt1"/>
          </a:solidFill>
          <a:ln>
            <a:noFill/>
          </a:ln>
        </p:spPr>
      </p:sp>
      <p:pic>
        <p:nvPicPr>
          <p:cNvPr id="505" name="Google Shape;505;p4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506" name="Shape 506"/>
        <p:cNvGrpSpPr/>
        <p:nvPr/>
      </p:nvGrpSpPr>
      <p:grpSpPr>
        <a:xfrm>
          <a:off x="0" y="0"/>
          <a:ext cx="0" cy="0"/>
          <a:chOff x="0" y="0"/>
          <a:chExt cx="0" cy="0"/>
        </a:xfrm>
      </p:grpSpPr>
      <p:sp>
        <p:nvSpPr>
          <p:cNvPr id="507" name="Google Shape;507;p49"/>
          <p:cNvSpPr/>
          <p:nvPr>
            <p:ph idx="2" type="pic"/>
          </p:nvPr>
        </p:nvSpPr>
        <p:spPr>
          <a:xfrm>
            <a:off x="0" y="4094373"/>
            <a:ext cx="3536627" cy="2156587"/>
          </a:xfrm>
          <a:prstGeom prst="rect">
            <a:avLst/>
          </a:prstGeom>
          <a:solidFill>
            <a:schemeClr val="lt1"/>
          </a:solidFill>
          <a:ln>
            <a:noFill/>
          </a:ln>
        </p:spPr>
      </p:sp>
      <p:sp>
        <p:nvSpPr>
          <p:cNvPr id="508" name="Google Shape;508;p49"/>
          <p:cNvSpPr/>
          <p:nvPr>
            <p:ph idx="3" type="pic"/>
          </p:nvPr>
        </p:nvSpPr>
        <p:spPr>
          <a:xfrm>
            <a:off x="7199085" y="1"/>
            <a:ext cx="2577954" cy="3316713"/>
          </a:xfrm>
          <a:prstGeom prst="rect">
            <a:avLst/>
          </a:prstGeom>
          <a:solidFill>
            <a:schemeClr val="lt1"/>
          </a:solidFill>
          <a:ln>
            <a:noFill/>
          </a:ln>
        </p:spPr>
      </p:sp>
      <p:pic>
        <p:nvPicPr>
          <p:cNvPr id="509" name="Google Shape;509;p4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10" name="Shape 510"/>
        <p:cNvGrpSpPr/>
        <p:nvPr/>
      </p:nvGrpSpPr>
      <p:grpSpPr>
        <a:xfrm>
          <a:off x="0" y="0"/>
          <a:ext cx="0" cy="0"/>
          <a:chOff x="0" y="0"/>
          <a:chExt cx="0" cy="0"/>
        </a:xfrm>
      </p:grpSpPr>
      <p:sp>
        <p:nvSpPr>
          <p:cNvPr id="511" name="Google Shape;511;p50"/>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0"/>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3" name="Google Shape;513;p50"/>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4" name="Google Shape;514;p50"/>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15" name="Shape 515"/>
        <p:cNvGrpSpPr/>
        <p:nvPr/>
      </p:nvGrpSpPr>
      <p:grpSpPr>
        <a:xfrm>
          <a:off x="0" y="0"/>
          <a:ext cx="0" cy="0"/>
          <a:chOff x="0" y="0"/>
          <a:chExt cx="0" cy="0"/>
        </a:xfrm>
      </p:grpSpPr>
      <p:sp>
        <p:nvSpPr>
          <p:cNvPr id="516" name="Google Shape;516;p51"/>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1"/>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8" name="Google Shape;518;p51"/>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19" name="Google Shape;519;p51"/>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520" name="Shape 520"/>
        <p:cNvGrpSpPr/>
        <p:nvPr/>
      </p:nvGrpSpPr>
      <p:grpSpPr>
        <a:xfrm>
          <a:off x="0" y="0"/>
          <a:ext cx="0" cy="0"/>
          <a:chOff x="0" y="0"/>
          <a:chExt cx="0" cy="0"/>
        </a:xfrm>
      </p:grpSpPr>
      <p:sp>
        <p:nvSpPr>
          <p:cNvPr id="521" name="Google Shape;521;p52"/>
          <p:cNvSpPr/>
          <p:nvPr>
            <p:ph idx="2" type="pic"/>
          </p:nvPr>
        </p:nvSpPr>
        <p:spPr>
          <a:xfrm>
            <a:off x="0" y="2670629"/>
            <a:ext cx="9243000" cy="4187400"/>
          </a:xfrm>
          <a:prstGeom prst="rect">
            <a:avLst/>
          </a:prstGeom>
          <a:solidFill>
            <a:schemeClr val="lt1"/>
          </a:solidFill>
          <a:ln>
            <a:noFill/>
          </a:ln>
        </p:spPr>
      </p:sp>
      <p:pic>
        <p:nvPicPr>
          <p:cNvPr id="522" name="Google Shape;522;p5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523" name="Google Shape;523;p5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524" name="Google Shape;524;p5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27" name="Shape 527"/>
        <p:cNvGrpSpPr/>
        <p:nvPr/>
      </p:nvGrpSpPr>
      <p:grpSpPr>
        <a:xfrm>
          <a:off x="0" y="0"/>
          <a:ext cx="0" cy="0"/>
          <a:chOff x="0" y="0"/>
          <a:chExt cx="0" cy="0"/>
        </a:xfrm>
      </p:grpSpPr>
      <p:sp>
        <p:nvSpPr>
          <p:cNvPr id="528" name="Google Shape;528;g36468d4ee1f_3_581"/>
          <p:cNvSpPr/>
          <p:nvPr>
            <p:ph idx="2" type="pic"/>
          </p:nvPr>
        </p:nvSpPr>
        <p:spPr>
          <a:xfrm>
            <a:off x="1068777" y="837967"/>
            <a:ext cx="2873700" cy="5182200"/>
          </a:xfrm>
          <a:prstGeom prst="rect">
            <a:avLst/>
          </a:prstGeom>
          <a:solidFill>
            <a:schemeClr val="lt1"/>
          </a:solidFill>
          <a:ln>
            <a:noFill/>
          </a:ln>
        </p:spPr>
      </p:sp>
      <p:grpSp>
        <p:nvGrpSpPr>
          <p:cNvPr id="529" name="Google Shape;529;g36468d4ee1f_3_581"/>
          <p:cNvGrpSpPr/>
          <p:nvPr/>
        </p:nvGrpSpPr>
        <p:grpSpPr>
          <a:xfrm>
            <a:off x="-693518" y="-764200"/>
            <a:ext cx="2003005" cy="3742362"/>
            <a:chOff x="-367748" y="-573164"/>
            <a:chExt cx="1502291" cy="2806842"/>
          </a:xfrm>
        </p:grpSpPr>
        <p:grpSp>
          <p:nvGrpSpPr>
            <p:cNvPr id="530" name="Google Shape;530;g36468d4ee1f_3_581"/>
            <p:cNvGrpSpPr/>
            <p:nvPr/>
          </p:nvGrpSpPr>
          <p:grpSpPr>
            <a:xfrm rot="10800000">
              <a:off x="-191449" y="1507557"/>
              <a:ext cx="904666" cy="726121"/>
              <a:chOff x="7945225" y="4302000"/>
              <a:chExt cx="904666" cy="726121"/>
            </a:xfrm>
          </p:grpSpPr>
          <p:sp>
            <p:nvSpPr>
              <p:cNvPr id="531" name="Google Shape;531;g36468d4ee1f_3_58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32" name="Google Shape;532;g36468d4ee1f_3_58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33" name="Google Shape;533;g36468d4ee1f_3_58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534" name="Google Shape;534;g36468d4ee1f_3_581"/>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35" name="Google Shape;535;g36468d4ee1f_3_581"/>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536" name="Google Shape;536;g36468d4ee1f_3_581"/>
            <p:cNvGrpSpPr/>
            <p:nvPr/>
          </p:nvGrpSpPr>
          <p:grpSpPr>
            <a:xfrm rot="10800000">
              <a:off x="-367748" y="-467133"/>
              <a:ext cx="699928" cy="1651024"/>
              <a:chOff x="8337812" y="3492483"/>
              <a:chExt cx="699928" cy="1651024"/>
            </a:xfrm>
          </p:grpSpPr>
          <p:sp>
            <p:nvSpPr>
              <p:cNvPr id="537" name="Google Shape;537;g36468d4ee1f_3_581"/>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38" name="Google Shape;538;g36468d4ee1f_3_581"/>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39" name="Google Shape;539;g36468d4ee1f_3_581"/>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540" name="Google Shape;540;g36468d4ee1f_3_581"/>
          <p:cNvGrpSpPr/>
          <p:nvPr/>
        </p:nvGrpSpPr>
        <p:grpSpPr>
          <a:xfrm>
            <a:off x="10058982" y="-228028"/>
            <a:ext cx="4669343" cy="7413455"/>
            <a:chOff x="7392021" y="-171025"/>
            <a:chExt cx="3502095" cy="5560230"/>
          </a:xfrm>
        </p:grpSpPr>
        <p:grpSp>
          <p:nvGrpSpPr>
            <p:cNvPr id="541" name="Google Shape;541;g36468d4ee1f_3_581"/>
            <p:cNvGrpSpPr/>
            <p:nvPr/>
          </p:nvGrpSpPr>
          <p:grpSpPr>
            <a:xfrm>
              <a:off x="7392021" y="539499"/>
              <a:ext cx="1518472" cy="3030657"/>
              <a:chOff x="7785196" y="342199"/>
              <a:chExt cx="1518472" cy="3030657"/>
            </a:xfrm>
          </p:grpSpPr>
          <p:sp>
            <p:nvSpPr>
              <p:cNvPr id="542" name="Google Shape;542;g36468d4ee1f_3_581"/>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43" name="Google Shape;543;g36468d4ee1f_3_581"/>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544" name="Google Shape;544;g36468d4ee1f_3_581"/>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545" name="Google Shape;545;g36468d4ee1f_3_581"/>
            <p:cNvGrpSpPr/>
            <p:nvPr/>
          </p:nvGrpSpPr>
          <p:grpSpPr>
            <a:xfrm>
              <a:off x="7740801" y="270000"/>
              <a:ext cx="3153315" cy="5119205"/>
              <a:chOff x="7740801" y="270000"/>
              <a:chExt cx="3153315" cy="5119205"/>
            </a:xfrm>
          </p:grpSpPr>
          <p:sp>
            <p:nvSpPr>
              <p:cNvPr id="546" name="Google Shape;546;g36468d4ee1f_3_581"/>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547" name="Google Shape;547;g36468d4ee1f_3_581"/>
              <p:cNvGrpSpPr/>
              <p:nvPr/>
            </p:nvGrpSpPr>
            <p:grpSpPr>
              <a:xfrm>
                <a:off x="8192864" y="4736395"/>
                <a:ext cx="134004" cy="134004"/>
                <a:chOff x="8356813" y="1074288"/>
                <a:chExt cx="351900" cy="351900"/>
              </a:xfrm>
            </p:grpSpPr>
            <p:sp>
              <p:nvSpPr>
                <p:cNvPr id="548" name="Google Shape;548;g36468d4ee1f_3_58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49" name="Google Shape;549;g36468d4ee1f_3_581"/>
                <p:cNvSpPr/>
                <p:nvPr/>
              </p:nvSpPr>
              <p:spPr>
                <a:xfrm>
                  <a:off x="8406497" y="1123972"/>
                  <a:ext cx="252600" cy="252600"/>
                </a:xfrm>
                <a:prstGeom prst="ellipse">
                  <a:avLst/>
                </a:prstGeom>
                <a:gradFill>
                  <a:gsLst>
                    <a:gs pos="0">
                      <a:srgbClr val="F50403">
                        <a:alpha val="55294"/>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550" name="Google Shape;550;g36468d4ee1f_3_581"/>
              <p:cNvGrpSpPr/>
              <p:nvPr/>
            </p:nvGrpSpPr>
            <p:grpSpPr>
              <a:xfrm>
                <a:off x="8788189" y="3794720"/>
                <a:ext cx="134004" cy="134004"/>
                <a:chOff x="8356813" y="1074288"/>
                <a:chExt cx="351900" cy="351900"/>
              </a:xfrm>
            </p:grpSpPr>
            <p:sp>
              <p:nvSpPr>
                <p:cNvPr id="551" name="Google Shape;551;g36468d4ee1f_3_58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52" name="Google Shape;552;g36468d4ee1f_3_581"/>
                <p:cNvSpPr/>
                <p:nvPr/>
              </p:nvSpPr>
              <p:spPr>
                <a:xfrm>
                  <a:off x="8406497" y="1123972"/>
                  <a:ext cx="252600" cy="252600"/>
                </a:xfrm>
                <a:prstGeom prst="ellipse">
                  <a:avLst/>
                </a:prstGeom>
                <a:gradFill>
                  <a:gsLst>
                    <a:gs pos="0">
                      <a:srgbClr val="9900FF">
                        <a:alpha val="45882"/>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553" name="Google Shape;553;g36468d4ee1f_3_581"/>
              <p:cNvGrpSpPr/>
              <p:nvPr/>
            </p:nvGrpSpPr>
            <p:grpSpPr>
              <a:xfrm>
                <a:off x="8654164" y="2424670"/>
                <a:ext cx="134004" cy="134004"/>
                <a:chOff x="8356813" y="1074288"/>
                <a:chExt cx="351900" cy="351900"/>
              </a:xfrm>
            </p:grpSpPr>
            <p:sp>
              <p:nvSpPr>
                <p:cNvPr id="554" name="Google Shape;554;g36468d4ee1f_3_581"/>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555" name="Google Shape;555;g36468d4ee1f_3_581"/>
                <p:cNvSpPr/>
                <p:nvPr/>
              </p:nvSpPr>
              <p:spPr>
                <a:xfrm>
                  <a:off x="8406497" y="1123972"/>
                  <a:ext cx="252600" cy="252600"/>
                </a:xfrm>
                <a:prstGeom prst="ellipse">
                  <a:avLst/>
                </a:prstGeom>
                <a:gradFill>
                  <a:gsLst>
                    <a:gs pos="0">
                      <a:srgbClr val="F50403">
                        <a:alpha val="20392"/>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556" name="Google Shape;556;g36468d4ee1f_3_581"/>
          <p:cNvPicPr preferRelativeResize="0"/>
          <p:nvPr/>
        </p:nvPicPr>
        <p:blipFill rotWithShape="1">
          <a:blip r:embed="rId2">
            <a:alphaModFix/>
          </a:blip>
          <a:srcRect b="26177" l="16960" r="7121" t="24718"/>
          <a:stretch/>
        </p:blipFill>
        <p:spPr>
          <a:xfrm>
            <a:off x="9819959" y="-1595786"/>
            <a:ext cx="4977374"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557" name="Shape 557"/>
        <p:cNvGrpSpPr/>
        <p:nvPr/>
      </p:nvGrpSpPr>
      <p:grpSpPr>
        <a:xfrm>
          <a:off x="0" y="0"/>
          <a:ext cx="0" cy="0"/>
          <a:chOff x="0" y="0"/>
          <a:chExt cx="0" cy="0"/>
        </a:xfrm>
      </p:grpSpPr>
      <p:grpSp>
        <p:nvGrpSpPr>
          <p:cNvPr id="558" name="Google Shape;558;g36468d4ee1f_3_611"/>
          <p:cNvGrpSpPr/>
          <p:nvPr/>
        </p:nvGrpSpPr>
        <p:grpSpPr>
          <a:xfrm>
            <a:off x="-528423" y="-2138181"/>
            <a:ext cx="5862778" cy="5562070"/>
            <a:chOff x="-494405" y="-1584824"/>
            <a:chExt cx="4397194" cy="4171657"/>
          </a:xfrm>
        </p:grpSpPr>
        <p:grpSp>
          <p:nvGrpSpPr>
            <p:cNvPr id="559" name="Google Shape;559;g36468d4ee1f_3_611"/>
            <p:cNvGrpSpPr/>
            <p:nvPr/>
          </p:nvGrpSpPr>
          <p:grpSpPr>
            <a:xfrm>
              <a:off x="-494405" y="-252396"/>
              <a:ext cx="1741563" cy="1288563"/>
              <a:chOff x="-494405" y="-252396"/>
              <a:chExt cx="1741563" cy="1288563"/>
            </a:xfrm>
          </p:grpSpPr>
          <p:sp>
            <p:nvSpPr>
              <p:cNvPr id="560" name="Google Shape;560;g36468d4ee1f_3_611"/>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61" name="Google Shape;561;g36468d4ee1f_3_611"/>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62" name="Google Shape;562;g36468d4ee1f_3_611"/>
            <p:cNvGrpSpPr/>
            <p:nvPr/>
          </p:nvGrpSpPr>
          <p:grpSpPr>
            <a:xfrm>
              <a:off x="245875" y="-51824"/>
              <a:ext cx="208200" cy="1824700"/>
              <a:chOff x="1040050" y="3812126"/>
              <a:chExt cx="208200" cy="1824700"/>
            </a:xfrm>
          </p:grpSpPr>
          <p:sp>
            <p:nvSpPr>
              <p:cNvPr id="563" name="Google Shape;563;g36468d4ee1f_3_611"/>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64" name="Google Shape;564;g36468d4ee1f_3_611"/>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65" name="Google Shape;565;g36468d4ee1f_3_611"/>
            <p:cNvGrpSpPr/>
            <p:nvPr/>
          </p:nvGrpSpPr>
          <p:grpSpPr>
            <a:xfrm>
              <a:off x="441575" y="-36652"/>
              <a:ext cx="699940" cy="478601"/>
              <a:chOff x="39723" y="4349023"/>
              <a:chExt cx="1061963" cy="726143"/>
            </a:xfrm>
          </p:grpSpPr>
          <p:grpSp>
            <p:nvGrpSpPr>
              <p:cNvPr id="566" name="Google Shape;566;g36468d4ee1f_3_611"/>
              <p:cNvGrpSpPr/>
              <p:nvPr/>
            </p:nvGrpSpPr>
            <p:grpSpPr>
              <a:xfrm rot="2700000">
                <a:off x="140502" y="4460926"/>
                <a:ext cx="524584" cy="502337"/>
                <a:chOff x="1189791" y="-1767331"/>
                <a:chExt cx="904284" cy="865933"/>
              </a:xfrm>
            </p:grpSpPr>
            <p:sp>
              <p:nvSpPr>
                <p:cNvPr id="567" name="Google Shape;567;g36468d4ee1f_3_6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68" name="Google Shape;568;g36468d4ee1f_3_611"/>
                <p:cNvGrpSpPr/>
                <p:nvPr/>
              </p:nvGrpSpPr>
              <p:grpSpPr>
                <a:xfrm>
                  <a:off x="1232795" y="-1740829"/>
                  <a:ext cx="717622" cy="717393"/>
                  <a:chOff x="1483457" y="3953671"/>
                  <a:chExt cx="717622" cy="717393"/>
                </a:xfrm>
              </p:grpSpPr>
              <p:sp>
                <p:nvSpPr>
                  <p:cNvPr id="569" name="Google Shape;569;g36468d4ee1f_3_6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0" name="Google Shape;570;g36468d4ee1f_3_6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1" name="Google Shape;571;g36468d4ee1f_3_6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2" name="Google Shape;572;g36468d4ee1f_3_6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73" name="Google Shape;573;g36468d4ee1f_3_6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74" name="Google Shape;574;g36468d4ee1f_3_6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75" name="Google Shape;575;g36468d4ee1f_3_611"/>
            <p:cNvGrpSpPr/>
            <p:nvPr/>
          </p:nvGrpSpPr>
          <p:grpSpPr>
            <a:xfrm>
              <a:off x="955673" y="17"/>
              <a:ext cx="592576" cy="405260"/>
              <a:chOff x="39723" y="4349023"/>
              <a:chExt cx="1061963" cy="726143"/>
            </a:xfrm>
          </p:grpSpPr>
          <p:grpSp>
            <p:nvGrpSpPr>
              <p:cNvPr id="576" name="Google Shape;576;g36468d4ee1f_3_611"/>
              <p:cNvGrpSpPr/>
              <p:nvPr/>
            </p:nvGrpSpPr>
            <p:grpSpPr>
              <a:xfrm rot="2700000">
                <a:off x="140502" y="4460926"/>
                <a:ext cx="524584" cy="502337"/>
                <a:chOff x="1189791" y="-1767331"/>
                <a:chExt cx="904284" cy="865933"/>
              </a:xfrm>
            </p:grpSpPr>
            <p:sp>
              <p:nvSpPr>
                <p:cNvPr id="577" name="Google Shape;577;g36468d4ee1f_3_6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78" name="Google Shape;578;g36468d4ee1f_3_611"/>
                <p:cNvGrpSpPr/>
                <p:nvPr/>
              </p:nvGrpSpPr>
              <p:grpSpPr>
                <a:xfrm>
                  <a:off x="1232795" y="-1740829"/>
                  <a:ext cx="717622" cy="717393"/>
                  <a:chOff x="1483457" y="3953671"/>
                  <a:chExt cx="717622" cy="717393"/>
                </a:xfrm>
              </p:grpSpPr>
              <p:sp>
                <p:nvSpPr>
                  <p:cNvPr id="579" name="Google Shape;579;g36468d4ee1f_3_6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0" name="Google Shape;580;g36468d4ee1f_3_6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1" name="Google Shape;581;g36468d4ee1f_3_6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2" name="Google Shape;582;g36468d4ee1f_3_6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83" name="Google Shape;583;g36468d4ee1f_3_6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84" name="Google Shape;584;g36468d4ee1f_3_6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85" name="Google Shape;585;g36468d4ee1f_3_611"/>
            <p:cNvGrpSpPr/>
            <p:nvPr/>
          </p:nvGrpSpPr>
          <p:grpSpPr>
            <a:xfrm>
              <a:off x="0" y="621223"/>
              <a:ext cx="699940" cy="478601"/>
              <a:chOff x="39723" y="4349023"/>
              <a:chExt cx="1061963" cy="726143"/>
            </a:xfrm>
          </p:grpSpPr>
          <p:grpSp>
            <p:nvGrpSpPr>
              <p:cNvPr id="586" name="Google Shape;586;g36468d4ee1f_3_611"/>
              <p:cNvGrpSpPr/>
              <p:nvPr/>
            </p:nvGrpSpPr>
            <p:grpSpPr>
              <a:xfrm rot="2700000">
                <a:off x="140502" y="4460926"/>
                <a:ext cx="524584" cy="502337"/>
                <a:chOff x="1189791" y="-1767331"/>
                <a:chExt cx="904284" cy="865933"/>
              </a:xfrm>
            </p:grpSpPr>
            <p:sp>
              <p:nvSpPr>
                <p:cNvPr id="587" name="Google Shape;587;g36468d4ee1f_3_6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588" name="Google Shape;588;g36468d4ee1f_3_611"/>
                <p:cNvGrpSpPr/>
                <p:nvPr/>
              </p:nvGrpSpPr>
              <p:grpSpPr>
                <a:xfrm>
                  <a:off x="1232795" y="-1740829"/>
                  <a:ext cx="717622" cy="717393"/>
                  <a:chOff x="1483457" y="3953671"/>
                  <a:chExt cx="717622" cy="717393"/>
                </a:xfrm>
              </p:grpSpPr>
              <p:sp>
                <p:nvSpPr>
                  <p:cNvPr id="589" name="Google Shape;589;g36468d4ee1f_3_6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0" name="Google Shape;590;g36468d4ee1f_3_6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1" name="Google Shape;591;g36468d4ee1f_3_6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2" name="Google Shape;592;g36468d4ee1f_3_6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3" name="Google Shape;593;g36468d4ee1f_3_6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594" name="Google Shape;594;g36468d4ee1f_3_6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595" name="Google Shape;595;g36468d4ee1f_3_611"/>
            <p:cNvGrpSpPr/>
            <p:nvPr/>
          </p:nvGrpSpPr>
          <p:grpSpPr>
            <a:xfrm rot="-8100000">
              <a:off x="540898" y="-1172741"/>
              <a:ext cx="2552124" cy="3347490"/>
              <a:chOff x="2976325" y="908175"/>
              <a:chExt cx="4028179" cy="5283555"/>
            </a:xfrm>
          </p:grpSpPr>
          <p:sp>
            <p:nvSpPr>
              <p:cNvPr id="596" name="Google Shape;596;g36468d4ee1f_3_611"/>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7" name="Google Shape;597;g36468d4ee1f_3_611"/>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598" name="Google Shape;598;g36468d4ee1f_3_611"/>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599" name="Google Shape;599;g36468d4ee1f_3_611"/>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00" name="Google Shape;600;g36468d4ee1f_3_611"/>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1" name="Shape 601"/>
        <p:cNvGrpSpPr/>
        <p:nvPr/>
      </p:nvGrpSpPr>
      <p:grpSpPr>
        <a:xfrm>
          <a:off x="0" y="0"/>
          <a:ext cx="0" cy="0"/>
          <a:chOff x="0" y="0"/>
          <a:chExt cx="0" cy="0"/>
        </a:xfrm>
      </p:grpSpPr>
      <p:sp>
        <p:nvSpPr>
          <p:cNvPr id="602" name="Google Shape;602;g36468d4ee1f_3_655"/>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603" name="Google Shape;603;g36468d4ee1f_3_655"/>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04" name="Google Shape;604;g36468d4ee1f_3_655"/>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605" name="Shape 605"/>
        <p:cNvGrpSpPr/>
        <p:nvPr/>
      </p:nvGrpSpPr>
      <p:grpSpPr>
        <a:xfrm>
          <a:off x="0" y="0"/>
          <a:ext cx="0" cy="0"/>
          <a:chOff x="0" y="0"/>
          <a:chExt cx="0" cy="0"/>
        </a:xfrm>
      </p:grpSpPr>
      <p:pic>
        <p:nvPicPr>
          <p:cNvPr id="606" name="Google Shape;606;g36468d4ee1f_3_659"/>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607" name="Google Shape;607;g36468d4ee1f_3_659"/>
          <p:cNvGrpSpPr/>
          <p:nvPr/>
        </p:nvGrpSpPr>
        <p:grpSpPr>
          <a:xfrm>
            <a:off x="-680823" y="-2290581"/>
            <a:ext cx="5862778" cy="5562070"/>
            <a:chOff x="-494405" y="-1584824"/>
            <a:chExt cx="4397194" cy="4171657"/>
          </a:xfrm>
        </p:grpSpPr>
        <p:grpSp>
          <p:nvGrpSpPr>
            <p:cNvPr id="608" name="Google Shape;608;g36468d4ee1f_3_659"/>
            <p:cNvGrpSpPr/>
            <p:nvPr/>
          </p:nvGrpSpPr>
          <p:grpSpPr>
            <a:xfrm>
              <a:off x="-494405" y="-252396"/>
              <a:ext cx="1741563" cy="1288563"/>
              <a:chOff x="-494405" y="-252396"/>
              <a:chExt cx="1741563" cy="1288563"/>
            </a:xfrm>
          </p:grpSpPr>
          <p:sp>
            <p:nvSpPr>
              <p:cNvPr id="609" name="Google Shape;609;g36468d4ee1f_3_65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0" name="Google Shape;610;g36468d4ee1f_3_65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11" name="Google Shape;611;g36468d4ee1f_3_659"/>
            <p:cNvGrpSpPr/>
            <p:nvPr/>
          </p:nvGrpSpPr>
          <p:grpSpPr>
            <a:xfrm>
              <a:off x="245875" y="-51824"/>
              <a:ext cx="208200" cy="1824700"/>
              <a:chOff x="1040050" y="3812126"/>
              <a:chExt cx="208200" cy="1824700"/>
            </a:xfrm>
          </p:grpSpPr>
          <p:sp>
            <p:nvSpPr>
              <p:cNvPr id="612" name="Google Shape;612;g36468d4ee1f_3_65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3" name="Google Shape;613;g36468d4ee1f_3_65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14" name="Google Shape;614;g36468d4ee1f_3_659"/>
            <p:cNvGrpSpPr/>
            <p:nvPr/>
          </p:nvGrpSpPr>
          <p:grpSpPr>
            <a:xfrm>
              <a:off x="441575" y="-36652"/>
              <a:ext cx="699940" cy="478601"/>
              <a:chOff x="39723" y="4349023"/>
              <a:chExt cx="1061963" cy="726143"/>
            </a:xfrm>
          </p:grpSpPr>
          <p:grpSp>
            <p:nvGrpSpPr>
              <p:cNvPr id="615" name="Google Shape;615;g36468d4ee1f_3_659"/>
              <p:cNvGrpSpPr/>
              <p:nvPr/>
            </p:nvGrpSpPr>
            <p:grpSpPr>
              <a:xfrm rot="2700000">
                <a:off x="140502" y="4460926"/>
                <a:ext cx="524584" cy="502337"/>
                <a:chOff x="1189791" y="-1767331"/>
                <a:chExt cx="904284" cy="865933"/>
              </a:xfrm>
            </p:grpSpPr>
            <p:sp>
              <p:nvSpPr>
                <p:cNvPr id="616" name="Google Shape;616;g36468d4ee1f_3_65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17" name="Google Shape;617;g36468d4ee1f_3_659"/>
                <p:cNvGrpSpPr/>
                <p:nvPr/>
              </p:nvGrpSpPr>
              <p:grpSpPr>
                <a:xfrm>
                  <a:off x="1232795" y="-1740829"/>
                  <a:ext cx="717622" cy="717393"/>
                  <a:chOff x="1483457" y="3953671"/>
                  <a:chExt cx="717622" cy="717393"/>
                </a:xfrm>
              </p:grpSpPr>
              <p:sp>
                <p:nvSpPr>
                  <p:cNvPr id="618" name="Google Shape;618;g36468d4ee1f_3_65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19" name="Google Shape;619;g36468d4ee1f_3_65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0" name="Google Shape;620;g36468d4ee1f_3_65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1" name="Google Shape;621;g36468d4ee1f_3_65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2" name="Google Shape;622;g36468d4ee1f_3_65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23" name="Google Shape;623;g36468d4ee1f_3_65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24" name="Google Shape;624;g36468d4ee1f_3_659"/>
            <p:cNvGrpSpPr/>
            <p:nvPr/>
          </p:nvGrpSpPr>
          <p:grpSpPr>
            <a:xfrm>
              <a:off x="955673" y="17"/>
              <a:ext cx="592576" cy="405260"/>
              <a:chOff x="39723" y="4349023"/>
              <a:chExt cx="1061963" cy="726143"/>
            </a:xfrm>
          </p:grpSpPr>
          <p:grpSp>
            <p:nvGrpSpPr>
              <p:cNvPr id="625" name="Google Shape;625;g36468d4ee1f_3_659"/>
              <p:cNvGrpSpPr/>
              <p:nvPr/>
            </p:nvGrpSpPr>
            <p:grpSpPr>
              <a:xfrm rot="2700000">
                <a:off x="140502" y="4460926"/>
                <a:ext cx="524584" cy="502337"/>
                <a:chOff x="1189791" y="-1767331"/>
                <a:chExt cx="904284" cy="865933"/>
              </a:xfrm>
            </p:grpSpPr>
            <p:sp>
              <p:nvSpPr>
                <p:cNvPr id="626" name="Google Shape;626;g36468d4ee1f_3_65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27" name="Google Shape;627;g36468d4ee1f_3_659"/>
                <p:cNvGrpSpPr/>
                <p:nvPr/>
              </p:nvGrpSpPr>
              <p:grpSpPr>
                <a:xfrm>
                  <a:off x="1232795" y="-1740829"/>
                  <a:ext cx="717622" cy="717393"/>
                  <a:chOff x="1483457" y="3953671"/>
                  <a:chExt cx="717622" cy="717393"/>
                </a:xfrm>
              </p:grpSpPr>
              <p:sp>
                <p:nvSpPr>
                  <p:cNvPr id="628" name="Google Shape;628;g36468d4ee1f_3_65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29" name="Google Shape;629;g36468d4ee1f_3_65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0" name="Google Shape;630;g36468d4ee1f_3_65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1" name="Google Shape;631;g36468d4ee1f_3_65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2" name="Google Shape;632;g36468d4ee1f_3_65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33" name="Google Shape;633;g36468d4ee1f_3_65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34" name="Google Shape;634;g36468d4ee1f_3_659"/>
            <p:cNvGrpSpPr/>
            <p:nvPr/>
          </p:nvGrpSpPr>
          <p:grpSpPr>
            <a:xfrm>
              <a:off x="0" y="621223"/>
              <a:ext cx="699940" cy="478601"/>
              <a:chOff x="39723" y="4349023"/>
              <a:chExt cx="1061963" cy="726143"/>
            </a:xfrm>
          </p:grpSpPr>
          <p:grpSp>
            <p:nvGrpSpPr>
              <p:cNvPr id="635" name="Google Shape;635;g36468d4ee1f_3_659"/>
              <p:cNvGrpSpPr/>
              <p:nvPr/>
            </p:nvGrpSpPr>
            <p:grpSpPr>
              <a:xfrm rot="2700000">
                <a:off x="140502" y="4460926"/>
                <a:ext cx="524584" cy="502337"/>
                <a:chOff x="1189791" y="-1767331"/>
                <a:chExt cx="904284" cy="865933"/>
              </a:xfrm>
            </p:grpSpPr>
            <p:sp>
              <p:nvSpPr>
                <p:cNvPr id="636" name="Google Shape;636;g36468d4ee1f_3_65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37" name="Google Shape;637;g36468d4ee1f_3_659"/>
                <p:cNvGrpSpPr/>
                <p:nvPr/>
              </p:nvGrpSpPr>
              <p:grpSpPr>
                <a:xfrm>
                  <a:off x="1232795" y="-1740829"/>
                  <a:ext cx="717622" cy="717393"/>
                  <a:chOff x="1483457" y="3953671"/>
                  <a:chExt cx="717622" cy="717393"/>
                </a:xfrm>
              </p:grpSpPr>
              <p:sp>
                <p:nvSpPr>
                  <p:cNvPr id="638" name="Google Shape;638;g36468d4ee1f_3_65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39" name="Google Shape;639;g36468d4ee1f_3_65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0" name="Google Shape;640;g36468d4ee1f_3_65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1" name="Google Shape;641;g36468d4ee1f_3_65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2" name="Google Shape;642;g36468d4ee1f_3_65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43" name="Google Shape;643;g36468d4ee1f_3_65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44" name="Google Shape;644;g36468d4ee1f_3_659"/>
            <p:cNvGrpSpPr/>
            <p:nvPr/>
          </p:nvGrpSpPr>
          <p:grpSpPr>
            <a:xfrm rot="-8100000">
              <a:off x="540898" y="-1172741"/>
              <a:ext cx="2552124" cy="3347490"/>
              <a:chOff x="2976325" y="908175"/>
              <a:chExt cx="4028179" cy="5283555"/>
            </a:xfrm>
          </p:grpSpPr>
          <p:sp>
            <p:nvSpPr>
              <p:cNvPr id="645" name="Google Shape;645;g36468d4ee1f_3_65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6" name="Google Shape;646;g36468d4ee1f_3_65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47" name="Google Shape;647;g36468d4ee1f_3_65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48" name="Google Shape;648;g36468d4ee1f_3_659"/>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g36468d4ee1f_3_659"/>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50" name="Shape 650"/>
        <p:cNvGrpSpPr/>
        <p:nvPr/>
      </p:nvGrpSpPr>
      <p:grpSpPr>
        <a:xfrm>
          <a:off x="0" y="0"/>
          <a:ext cx="0" cy="0"/>
          <a:chOff x="0" y="0"/>
          <a:chExt cx="0" cy="0"/>
        </a:xfrm>
      </p:grpSpPr>
      <p:pic>
        <p:nvPicPr>
          <p:cNvPr id="651" name="Google Shape;651;g36468d4ee1f_3_70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52" name="Google Shape;652;g36468d4ee1f_3_70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53" name="Google Shape;653;g36468d4ee1f_3_70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654" name="Shape 654"/>
        <p:cNvGrpSpPr/>
        <p:nvPr/>
      </p:nvGrpSpPr>
      <p:grpSpPr>
        <a:xfrm>
          <a:off x="0" y="0"/>
          <a:ext cx="0" cy="0"/>
          <a:chOff x="0" y="0"/>
          <a:chExt cx="0" cy="0"/>
        </a:xfrm>
      </p:grpSpPr>
      <p:pic>
        <p:nvPicPr>
          <p:cNvPr id="655" name="Google Shape;655;g36468d4ee1f_3_70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656" name="Google Shape;656;g36468d4ee1f_3_70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657" name="Google Shape;657;g36468d4ee1f_3_70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8" name="Shape 658"/>
        <p:cNvGrpSpPr/>
        <p:nvPr/>
      </p:nvGrpSpPr>
      <p:grpSpPr>
        <a:xfrm>
          <a:off x="0" y="0"/>
          <a:ext cx="0" cy="0"/>
          <a:chOff x="0" y="0"/>
          <a:chExt cx="0" cy="0"/>
        </a:xfrm>
      </p:grpSpPr>
      <p:pic>
        <p:nvPicPr>
          <p:cNvPr id="659" name="Google Shape;659;g36468d4ee1f_3_71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660" name="Google Shape;660;g36468d4ee1f_3_712"/>
          <p:cNvGrpSpPr/>
          <p:nvPr/>
        </p:nvGrpSpPr>
        <p:grpSpPr>
          <a:xfrm>
            <a:off x="-1607531" y="-3645954"/>
            <a:ext cx="10823147" cy="7799351"/>
            <a:chOff x="-1180413" y="-2565680"/>
            <a:chExt cx="8117563" cy="5849659"/>
          </a:xfrm>
        </p:grpSpPr>
        <p:sp>
          <p:nvSpPr>
            <p:cNvPr id="661" name="Google Shape;661;g36468d4ee1f_3_712"/>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2" name="Google Shape;662;g36468d4ee1f_3_71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3" name="Google Shape;663;g36468d4ee1f_3_71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4" name="Google Shape;664;g36468d4ee1f_3_71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5" name="Google Shape;665;g36468d4ee1f_3_71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6" name="Google Shape;666;g36468d4ee1f_3_71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67" name="Google Shape;667;g36468d4ee1f_3_712"/>
            <p:cNvGrpSpPr/>
            <p:nvPr/>
          </p:nvGrpSpPr>
          <p:grpSpPr>
            <a:xfrm flipH="1">
              <a:off x="4446911" y="391155"/>
              <a:ext cx="134044" cy="134013"/>
              <a:chOff x="1101075" y="2142375"/>
              <a:chExt cx="439200" cy="439100"/>
            </a:xfrm>
          </p:grpSpPr>
          <p:sp>
            <p:nvSpPr>
              <p:cNvPr id="668" name="Google Shape;668;g36468d4ee1f_3_7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69" name="Google Shape;669;g36468d4ee1f_3_7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0" name="Google Shape;670;g36468d4ee1f_3_712"/>
            <p:cNvGrpSpPr/>
            <p:nvPr/>
          </p:nvGrpSpPr>
          <p:grpSpPr>
            <a:xfrm flipH="1">
              <a:off x="1373611" y="694567"/>
              <a:ext cx="134044" cy="134013"/>
              <a:chOff x="1101075" y="2142375"/>
              <a:chExt cx="439200" cy="439100"/>
            </a:xfrm>
          </p:grpSpPr>
          <p:sp>
            <p:nvSpPr>
              <p:cNvPr id="671" name="Google Shape;671;g36468d4ee1f_3_7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2" name="Google Shape;672;g36468d4ee1f_3_7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3" name="Google Shape;673;g36468d4ee1f_3_712"/>
            <p:cNvGrpSpPr/>
            <p:nvPr/>
          </p:nvGrpSpPr>
          <p:grpSpPr>
            <a:xfrm flipH="1">
              <a:off x="1086836" y="957467"/>
              <a:ext cx="134044" cy="134013"/>
              <a:chOff x="1101075" y="2142375"/>
              <a:chExt cx="439200" cy="439100"/>
            </a:xfrm>
          </p:grpSpPr>
          <p:sp>
            <p:nvSpPr>
              <p:cNvPr id="674" name="Google Shape;674;g36468d4ee1f_3_7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5" name="Google Shape;675;g36468d4ee1f_3_7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6" name="Google Shape;676;g36468d4ee1f_3_712"/>
            <p:cNvGrpSpPr/>
            <p:nvPr/>
          </p:nvGrpSpPr>
          <p:grpSpPr>
            <a:xfrm flipH="1">
              <a:off x="277711" y="957467"/>
              <a:ext cx="134044" cy="134013"/>
              <a:chOff x="1101075" y="2142375"/>
              <a:chExt cx="439200" cy="439100"/>
            </a:xfrm>
          </p:grpSpPr>
          <p:sp>
            <p:nvSpPr>
              <p:cNvPr id="677" name="Google Shape;677;g36468d4ee1f_3_7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78" name="Google Shape;678;g36468d4ee1f_3_7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679" name="Google Shape;679;g36468d4ee1f_3_712"/>
            <p:cNvGrpSpPr/>
            <p:nvPr/>
          </p:nvGrpSpPr>
          <p:grpSpPr>
            <a:xfrm flipH="1">
              <a:off x="277711" y="640817"/>
              <a:ext cx="134044" cy="134013"/>
              <a:chOff x="1101075" y="2142375"/>
              <a:chExt cx="439200" cy="439100"/>
            </a:xfrm>
          </p:grpSpPr>
          <p:sp>
            <p:nvSpPr>
              <p:cNvPr id="680" name="Google Shape;680;g36468d4ee1f_3_7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1" name="Google Shape;681;g36468d4ee1f_3_7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682" name="Google Shape;682;g36468d4ee1f_3_712"/>
          <p:cNvSpPr/>
          <p:nvPr/>
        </p:nvSpPr>
        <p:spPr>
          <a:xfrm rot="10800000">
            <a:off x="10148845" y="4183763"/>
            <a:ext cx="1309055" cy="307710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83" name="Google Shape;683;g36468d4ee1f_3_712"/>
          <p:cNvSpPr/>
          <p:nvPr/>
        </p:nvSpPr>
        <p:spPr>
          <a:xfrm rot="10800000">
            <a:off x="10361307" y="4184583"/>
            <a:ext cx="1309055" cy="307710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84" name="Google Shape;684;g36468d4ee1f_3_712"/>
          <p:cNvGrpSpPr/>
          <p:nvPr/>
        </p:nvGrpSpPr>
        <p:grpSpPr>
          <a:xfrm>
            <a:off x="9808767" y="5221632"/>
            <a:ext cx="776047" cy="776547"/>
            <a:chOff x="959750" y="3039275"/>
            <a:chExt cx="582050" cy="582425"/>
          </a:xfrm>
        </p:grpSpPr>
        <p:sp>
          <p:nvSpPr>
            <p:cNvPr id="685" name="Google Shape;685;g36468d4ee1f_3_71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86" name="Google Shape;686;g36468d4ee1f_3_71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87" name="Google Shape;687;g36468d4ee1f_3_71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88" name="Google Shape;688;g36468d4ee1f_3_71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89" name="Google Shape;689;g36468d4ee1f_3_71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90" name="Google Shape;690;g36468d4ee1f_3_71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91" name="Google Shape;691;g36468d4ee1f_3_71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862"/>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692" name="Google Shape;692;g36468d4ee1f_3_712"/>
          <p:cNvSpPr/>
          <p:nvPr/>
        </p:nvSpPr>
        <p:spPr>
          <a:xfrm>
            <a:off x="11342634" y="4052934"/>
            <a:ext cx="641221" cy="63446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693" name="Google Shape;693;g36468d4ee1f_3_712"/>
          <p:cNvGrpSpPr/>
          <p:nvPr/>
        </p:nvGrpSpPr>
        <p:grpSpPr>
          <a:xfrm>
            <a:off x="11218409" y="4918829"/>
            <a:ext cx="933214" cy="2201310"/>
            <a:chOff x="8337812" y="3492483"/>
            <a:chExt cx="699928" cy="1651024"/>
          </a:xfrm>
        </p:grpSpPr>
        <p:sp>
          <p:nvSpPr>
            <p:cNvPr id="694" name="Google Shape;694;g36468d4ee1f_3_71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95" name="Google Shape;695;g36468d4ee1f_3_71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696" name="Google Shape;696;g36468d4ee1f_3_71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697" name="Google Shape;697;g36468d4ee1f_3_712"/>
          <p:cNvGrpSpPr/>
          <p:nvPr/>
        </p:nvGrpSpPr>
        <p:grpSpPr>
          <a:xfrm>
            <a:off x="10694974" y="5998161"/>
            <a:ext cx="1206191" cy="968137"/>
            <a:chOff x="7945225" y="4302000"/>
            <a:chExt cx="904666" cy="726121"/>
          </a:xfrm>
        </p:grpSpPr>
        <p:sp>
          <p:nvSpPr>
            <p:cNvPr id="698" name="Google Shape;698;g36468d4ee1f_3_71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699" name="Google Shape;699;g36468d4ee1f_3_71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0" name="Google Shape;700;g36468d4ee1f_3_71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01" name="Google Shape;701;g36468d4ee1f_3_712"/>
          <p:cNvGrpSpPr/>
          <p:nvPr/>
        </p:nvGrpSpPr>
        <p:grpSpPr>
          <a:xfrm>
            <a:off x="-413170" y="4823086"/>
            <a:ext cx="1931718" cy="2984999"/>
            <a:chOff x="-309885" y="3617406"/>
            <a:chExt cx="1448825" cy="2238805"/>
          </a:xfrm>
        </p:grpSpPr>
        <p:grpSp>
          <p:nvGrpSpPr>
            <p:cNvPr id="702" name="Google Shape;702;g36468d4ee1f_3_712"/>
            <p:cNvGrpSpPr/>
            <p:nvPr/>
          </p:nvGrpSpPr>
          <p:grpSpPr>
            <a:xfrm>
              <a:off x="-277007" y="3870159"/>
              <a:ext cx="981772" cy="1986052"/>
              <a:chOff x="-293545" y="3454371"/>
              <a:chExt cx="981772" cy="1986052"/>
            </a:xfrm>
          </p:grpSpPr>
          <p:sp>
            <p:nvSpPr>
              <p:cNvPr id="703" name="Google Shape;703;g36468d4ee1f_3_71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04" name="Google Shape;704;g36468d4ee1f_3_71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05" name="Google Shape;705;g36468d4ee1f_3_712"/>
            <p:cNvGrpSpPr/>
            <p:nvPr/>
          </p:nvGrpSpPr>
          <p:grpSpPr>
            <a:xfrm>
              <a:off x="363250" y="4906873"/>
              <a:ext cx="699940" cy="478601"/>
              <a:chOff x="39723" y="4349023"/>
              <a:chExt cx="1061963" cy="726143"/>
            </a:xfrm>
          </p:grpSpPr>
          <p:grpSp>
            <p:nvGrpSpPr>
              <p:cNvPr id="706" name="Google Shape;706;g36468d4ee1f_3_712"/>
              <p:cNvGrpSpPr/>
              <p:nvPr/>
            </p:nvGrpSpPr>
            <p:grpSpPr>
              <a:xfrm rot="2700000">
                <a:off x="140502" y="4460926"/>
                <a:ext cx="524584" cy="502337"/>
                <a:chOff x="1189791" y="-1767331"/>
                <a:chExt cx="904284" cy="865933"/>
              </a:xfrm>
            </p:grpSpPr>
            <p:sp>
              <p:nvSpPr>
                <p:cNvPr id="707" name="Google Shape;707;g36468d4ee1f_3_7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08" name="Google Shape;708;g36468d4ee1f_3_712"/>
                <p:cNvGrpSpPr/>
                <p:nvPr/>
              </p:nvGrpSpPr>
              <p:grpSpPr>
                <a:xfrm>
                  <a:off x="1232795" y="-1740829"/>
                  <a:ext cx="717622" cy="717393"/>
                  <a:chOff x="1483457" y="3953671"/>
                  <a:chExt cx="717622" cy="717393"/>
                </a:xfrm>
              </p:grpSpPr>
              <p:sp>
                <p:nvSpPr>
                  <p:cNvPr id="709" name="Google Shape;709;g36468d4ee1f_3_7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0" name="Google Shape;710;g36468d4ee1f_3_7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1" name="Google Shape;711;g36468d4ee1f_3_7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2" name="Google Shape;712;g36468d4ee1f_3_7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3" name="Google Shape;713;g36468d4ee1f_3_7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14" name="Google Shape;714;g36468d4ee1f_3_7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15" name="Google Shape;715;g36468d4ee1f_3_712"/>
            <p:cNvGrpSpPr/>
            <p:nvPr/>
          </p:nvGrpSpPr>
          <p:grpSpPr>
            <a:xfrm rot="-5400000">
              <a:off x="-461872" y="3769393"/>
              <a:ext cx="1351491" cy="1047516"/>
              <a:chOff x="-2460210" y="2758494"/>
              <a:chExt cx="1351491" cy="1047516"/>
            </a:xfrm>
          </p:grpSpPr>
          <p:sp>
            <p:nvSpPr>
              <p:cNvPr id="716" name="Google Shape;716;g36468d4ee1f_3_71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7" name="Google Shape;717;g36468d4ee1f_3_71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8" name="Google Shape;718;g36468d4ee1f_3_71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19" name="Google Shape;719;g36468d4ee1f_3_71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6274"/>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20" name="Google Shape;720;g36468d4ee1f_3_712"/>
            <p:cNvGrpSpPr/>
            <p:nvPr/>
          </p:nvGrpSpPr>
          <p:grpSpPr>
            <a:xfrm>
              <a:off x="439000" y="4567398"/>
              <a:ext cx="699940" cy="478601"/>
              <a:chOff x="39723" y="4349023"/>
              <a:chExt cx="1061963" cy="726143"/>
            </a:xfrm>
          </p:grpSpPr>
          <p:grpSp>
            <p:nvGrpSpPr>
              <p:cNvPr id="721" name="Google Shape;721;g36468d4ee1f_3_712"/>
              <p:cNvGrpSpPr/>
              <p:nvPr/>
            </p:nvGrpSpPr>
            <p:grpSpPr>
              <a:xfrm rot="2700000">
                <a:off x="140502" y="4460926"/>
                <a:ext cx="524584" cy="502337"/>
                <a:chOff x="1189791" y="-1767331"/>
                <a:chExt cx="904284" cy="865933"/>
              </a:xfrm>
            </p:grpSpPr>
            <p:sp>
              <p:nvSpPr>
                <p:cNvPr id="722" name="Google Shape;722;g36468d4ee1f_3_7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23" name="Google Shape;723;g36468d4ee1f_3_712"/>
                <p:cNvGrpSpPr/>
                <p:nvPr/>
              </p:nvGrpSpPr>
              <p:grpSpPr>
                <a:xfrm>
                  <a:off x="1232795" y="-1740829"/>
                  <a:ext cx="717622" cy="717393"/>
                  <a:chOff x="1483457" y="3953671"/>
                  <a:chExt cx="717622" cy="717393"/>
                </a:xfrm>
              </p:grpSpPr>
              <p:sp>
                <p:nvSpPr>
                  <p:cNvPr id="724" name="Google Shape;724;g36468d4ee1f_3_7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5" name="Google Shape;725;g36468d4ee1f_3_7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6" name="Google Shape;726;g36468d4ee1f_3_7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7" name="Google Shape;727;g36468d4ee1f_3_7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28" name="Google Shape;728;g36468d4ee1f_3_7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29" name="Google Shape;729;g36468d4ee1f_3_7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30" name="Google Shape;730;g36468d4ee1f_3_712"/>
            <p:cNvGrpSpPr/>
            <p:nvPr/>
          </p:nvGrpSpPr>
          <p:grpSpPr>
            <a:xfrm>
              <a:off x="-65075" y="4623886"/>
              <a:ext cx="699940" cy="478601"/>
              <a:chOff x="39723" y="4349023"/>
              <a:chExt cx="1061963" cy="726143"/>
            </a:xfrm>
          </p:grpSpPr>
          <p:grpSp>
            <p:nvGrpSpPr>
              <p:cNvPr id="731" name="Google Shape;731;g36468d4ee1f_3_712"/>
              <p:cNvGrpSpPr/>
              <p:nvPr/>
            </p:nvGrpSpPr>
            <p:grpSpPr>
              <a:xfrm rot="2700000">
                <a:off x="140502" y="4460926"/>
                <a:ext cx="524584" cy="502337"/>
                <a:chOff x="1189791" y="-1767331"/>
                <a:chExt cx="904284" cy="865933"/>
              </a:xfrm>
            </p:grpSpPr>
            <p:sp>
              <p:nvSpPr>
                <p:cNvPr id="732" name="Google Shape;732;g36468d4ee1f_3_71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33" name="Google Shape;733;g36468d4ee1f_3_712"/>
                <p:cNvGrpSpPr/>
                <p:nvPr/>
              </p:nvGrpSpPr>
              <p:grpSpPr>
                <a:xfrm>
                  <a:off x="1232795" y="-1740829"/>
                  <a:ext cx="717622" cy="717393"/>
                  <a:chOff x="1483457" y="3953671"/>
                  <a:chExt cx="717622" cy="717393"/>
                </a:xfrm>
              </p:grpSpPr>
              <p:sp>
                <p:nvSpPr>
                  <p:cNvPr id="734" name="Google Shape;734;g36468d4ee1f_3_71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5" name="Google Shape;735;g36468d4ee1f_3_71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6" name="Google Shape;736;g36468d4ee1f_3_71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7" name="Google Shape;737;g36468d4ee1f_3_71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38" name="Google Shape;738;g36468d4ee1f_3_71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39" name="Google Shape;739;g36468d4ee1f_3_71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740" name="Google Shape;740;g36468d4ee1f_3_712"/>
          <p:cNvPicPr preferRelativeResize="0"/>
          <p:nvPr/>
        </p:nvPicPr>
        <p:blipFill rotWithShape="1">
          <a:blip r:embed="rId3">
            <a:alphaModFix/>
          </a:blip>
          <a:srcRect b="17663" l="0" r="0" t="17657"/>
          <a:stretch/>
        </p:blipFill>
        <p:spPr>
          <a:xfrm rot="-7778255">
            <a:off x="-3534445" y="-1919229"/>
            <a:ext cx="7140905" cy="545011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41" name="Shape 741"/>
        <p:cNvGrpSpPr/>
        <p:nvPr/>
      </p:nvGrpSpPr>
      <p:grpSpPr>
        <a:xfrm>
          <a:off x="0" y="0"/>
          <a:ext cx="0" cy="0"/>
          <a:chOff x="0" y="0"/>
          <a:chExt cx="0" cy="0"/>
        </a:xfrm>
      </p:grpSpPr>
      <p:sp>
        <p:nvSpPr>
          <p:cNvPr id="742" name="Google Shape;742;g36468d4ee1f_3_795"/>
          <p:cNvSpPr/>
          <p:nvPr>
            <p:ph idx="2" type="pic"/>
          </p:nvPr>
        </p:nvSpPr>
        <p:spPr>
          <a:xfrm>
            <a:off x="5841479" y="953468"/>
            <a:ext cx="4868100" cy="4951200"/>
          </a:xfrm>
          <a:prstGeom prst="rect">
            <a:avLst/>
          </a:prstGeom>
          <a:solidFill>
            <a:schemeClr val="lt1"/>
          </a:solidFill>
          <a:ln>
            <a:noFill/>
          </a:ln>
        </p:spPr>
      </p:sp>
      <p:pic>
        <p:nvPicPr>
          <p:cNvPr id="743" name="Google Shape;743;g36468d4ee1f_3_79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44" name="Google Shape;744;g36468d4ee1f_3_795"/>
          <p:cNvGrpSpPr/>
          <p:nvPr/>
        </p:nvGrpSpPr>
        <p:grpSpPr>
          <a:xfrm>
            <a:off x="-680823" y="-2290581"/>
            <a:ext cx="5862778" cy="5562070"/>
            <a:chOff x="-494405" y="-1584824"/>
            <a:chExt cx="4397194" cy="4171657"/>
          </a:xfrm>
        </p:grpSpPr>
        <p:grpSp>
          <p:nvGrpSpPr>
            <p:cNvPr id="745" name="Google Shape;745;g36468d4ee1f_3_795"/>
            <p:cNvGrpSpPr/>
            <p:nvPr/>
          </p:nvGrpSpPr>
          <p:grpSpPr>
            <a:xfrm>
              <a:off x="-494405" y="-252396"/>
              <a:ext cx="1741563" cy="1288563"/>
              <a:chOff x="-494405" y="-252396"/>
              <a:chExt cx="1741563" cy="1288563"/>
            </a:xfrm>
          </p:grpSpPr>
          <p:sp>
            <p:nvSpPr>
              <p:cNvPr id="746" name="Google Shape;746;g36468d4ee1f_3_79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47" name="Google Shape;747;g36468d4ee1f_3_79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48" name="Google Shape;748;g36468d4ee1f_3_795"/>
            <p:cNvGrpSpPr/>
            <p:nvPr/>
          </p:nvGrpSpPr>
          <p:grpSpPr>
            <a:xfrm>
              <a:off x="245875" y="-51824"/>
              <a:ext cx="208200" cy="1824700"/>
              <a:chOff x="1040050" y="3812126"/>
              <a:chExt cx="208200" cy="1824700"/>
            </a:xfrm>
          </p:grpSpPr>
          <p:sp>
            <p:nvSpPr>
              <p:cNvPr id="749" name="Google Shape;749;g36468d4ee1f_3_79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0" name="Google Shape;750;g36468d4ee1f_3_79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51" name="Google Shape;751;g36468d4ee1f_3_795"/>
            <p:cNvGrpSpPr/>
            <p:nvPr/>
          </p:nvGrpSpPr>
          <p:grpSpPr>
            <a:xfrm>
              <a:off x="441575" y="-36652"/>
              <a:ext cx="699940" cy="478601"/>
              <a:chOff x="39723" y="4349023"/>
              <a:chExt cx="1061963" cy="726143"/>
            </a:xfrm>
          </p:grpSpPr>
          <p:grpSp>
            <p:nvGrpSpPr>
              <p:cNvPr id="752" name="Google Shape;752;g36468d4ee1f_3_795"/>
              <p:cNvGrpSpPr/>
              <p:nvPr/>
            </p:nvGrpSpPr>
            <p:grpSpPr>
              <a:xfrm rot="2700000">
                <a:off x="140502" y="4460926"/>
                <a:ext cx="524584" cy="502337"/>
                <a:chOff x="1189791" y="-1767331"/>
                <a:chExt cx="904284" cy="865933"/>
              </a:xfrm>
            </p:grpSpPr>
            <p:sp>
              <p:nvSpPr>
                <p:cNvPr id="753" name="Google Shape;753;g36468d4ee1f_3_79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54" name="Google Shape;754;g36468d4ee1f_3_795"/>
                <p:cNvGrpSpPr/>
                <p:nvPr/>
              </p:nvGrpSpPr>
              <p:grpSpPr>
                <a:xfrm>
                  <a:off x="1232795" y="-1740829"/>
                  <a:ext cx="717622" cy="717393"/>
                  <a:chOff x="1483457" y="3953671"/>
                  <a:chExt cx="717622" cy="717393"/>
                </a:xfrm>
              </p:grpSpPr>
              <p:sp>
                <p:nvSpPr>
                  <p:cNvPr id="755" name="Google Shape;755;g36468d4ee1f_3_79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6" name="Google Shape;756;g36468d4ee1f_3_79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7" name="Google Shape;757;g36468d4ee1f_3_79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8" name="Google Shape;758;g36468d4ee1f_3_79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59" name="Google Shape;759;g36468d4ee1f_3_79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60" name="Google Shape;760;g36468d4ee1f_3_79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61" name="Google Shape;761;g36468d4ee1f_3_795"/>
            <p:cNvGrpSpPr/>
            <p:nvPr/>
          </p:nvGrpSpPr>
          <p:grpSpPr>
            <a:xfrm>
              <a:off x="955673" y="17"/>
              <a:ext cx="592576" cy="405260"/>
              <a:chOff x="39723" y="4349023"/>
              <a:chExt cx="1061963" cy="726143"/>
            </a:xfrm>
          </p:grpSpPr>
          <p:grpSp>
            <p:nvGrpSpPr>
              <p:cNvPr id="762" name="Google Shape;762;g36468d4ee1f_3_795"/>
              <p:cNvGrpSpPr/>
              <p:nvPr/>
            </p:nvGrpSpPr>
            <p:grpSpPr>
              <a:xfrm rot="2700000">
                <a:off x="140502" y="4460926"/>
                <a:ext cx="524584" cy="502337"/>
                <a:chOff x="1189791" y="-1767331"/>
                <a:chExt cx="904284" cy="865933"/>
              </a:xfrm>
            </p:grpSpPr>
            <p:sp>
              <p:nvSpPr>
                <p:cNvPr id="763" name="Google Shape;763;g36468d4ee1f_3_79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64" name="Google Shape;764;g36468d4ee1f_3_795"/>
                <p:cNvGrpSpPr/>
                <p:nvPr/>
              </p:nvGrpSpPr>
              <p:grpSpPr>
                <a:xfrm>
                  <a:off x="1232795" y="-1740829"/>
                  <a:ext cx="717622" cy="717393"/>
                  <a:chOff x="1483457" y="3953671"/>
                  <a:chExt cx="717622" cy="717393"/>
                </a:xfrm>
              </p:grpSpPr>
              <p:sp>
                <p:nvSpPr>
                  <p:cNvPr id="765" name="Google Shape;765;g36468d4ee1f_3_79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6" name="Google Shape;766;g36468d4ee1f_3_79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7" name="Google Shape;767;g36468d4ee1f_3_79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8" name="Google Shape;768;g36468d4ee1f_3_79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69" name="Google Shape;769;g36468d4ee1f_3_79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70" name="Google Shape;770;g36468d4ee1f_3_79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71" name="Google Shape;771;g36468d4ee1f_3_795"/>
            <p:cNvGrpSpPr/>
            <p:nvPr/>
          </p:nvGrpSpPr>
          <p:grpSpPr>
            <a:xfrm>
              <a:off x="0" y="621223"/>
              <a:ext cx="699940" cy="478601"/>
              <a:chOff x="39723" y="4349023"/>
              <a:chExt cx="1061963" cy="726143"/>
            </a:xfrm>
          </p:grpSpPr>
          <p:grpSp>
            <p:nvGrpSpPr>
              <p:cNvPr id="772" name="Google Shape;772;g36468d4ee1f_3_795"/>
              <p:cNvGrpSpPr/>
              <p:nvPr/>
            </p:nvGrpSpPr>
            <p:grpSpPr>
              <a:xfrm rot="2700000">
                <a:off x="140502" y="4460926"/>
                <a:ext cx="524584" cy="502337"/>
                <a:chOff x="1189791" y="-1767331"/>
                <a:chExt cx="904284" cy="865933"/>
              </a:xfrm>
            </p:grpSpPr>
            <p:sp>
              <p:nvSpPr>
                <p:cNvPr id="773" name="Google Shape;773;g36468d4ee1f_3_79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74" name="Google Shape;774;g36468d4ee1f_3_795"/>
                <p:cNvGrpSpPr/>
                <p:nvPr/>
              </p:nvGrpSpPr>
              <p:grpSpPr>
                <a:xfrm>
                  <a:off x="1232795" y="-1740829"/>
                  <a:ext cx="717622" cy="717393"/>
                  <a:chOff x="1483457" y="3953671"/>
                  <a:chExt cx="717622" cy="717393"/>
                </a:xfrm>
              </p:grpSpPr>
              <p:sp>
                <p:nvSpPr>
                  <p:cNvPr id="775" name="Google Shape;775;g36468d4ee1f_3_79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6" name="Google Shape;776;g36468d4ee1f_3_79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7" name="Google Shape;777;g36468d4ee1f_3_79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8" name="Google Shape;778;g36468d4ee1f_3_79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79" name="Google Shape;779;g36468d4ee1f_3_79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780" name="Google Shape;780;g36468d4ee1f_3_79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81" name="Google Shape;781;g36468d4ee1f_3_795"/>
            <p:cNvGrpSpPr/>
            <p:nvPr/>
          </p:nvGrpSpPr>
          <p:grpSpPr>
            <a:xfrm rot="-8100000">
              <a:off x="540898" y="-1172741"/>
              <a:ext cx="2552124" cy="3347490"/>
              <a:chOff x="2976325" y="908175"/>
              <a:chExt cx="4028179" cy="5283555"/>
            </a:xfrm>
          </p:grpSpPr>
          <p:sp>
            <p:nvSpPr>
              <p:cNvPr id="782" name="Google Shape;782;g36468d4ee1f_3_79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3" name="Google Shape;783;g36468d4ee1f_3_79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84" name="Google Shape;784;g36468d4ee1f_3_79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785" name="Shape 785"/>
        <p:cNvGrpSpPr/>
        <p:nvPr/>
      </p:nvGrpSpPr>
      <p:grpSpPr>
        <a:xfrm>
          <a:off x="0" y="0"/>
          <a:ext cx="0" cy="0"/>
          <a:chOff x="0" y="0"/>
          <a:chExt cx="0" cy="0"/>
        </a:xfrm>
      </p:grpSpPr>
      <p:sp>
        <p:nvSpPr>
          <p:cNvPr id="786" name="Google Shape;786;g36468d4ee1f_3_839"/>
          <p:cNvSpPr/>
          <p:nvPr>
            <p:ph idx="2" type="pic"/>
          </p:nvPr>
        </p:nvSpPr>
        <p:spPr>
          <a:xfrm>
            <a:off x="4310745" y="2238827"/>
            <a:ext cx="4920300" cy="3298200"/>
          </a:xfrm>
          <a:prstGeom prst="rect">
            <a:avLst/>
          </a:prstGeom>
          <a:solidFill>
            <a:schemeClr val="lt1"/>
          </a:solidFill>
          <a:ln>
            <a:noFill/>
          </a:ln>
        </p:spPr>
      </p:sp>
      <p:pic>
        <p:nvPicPr>
          <p:cNvPr id="787" name="Google Shape;787;g36468d4ee1f_3_8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788" name="Google Shape;788;g36468d4ee1f_3_839"/>
          <p:cNvGrpSpPr/>
          <p:nvPr/>
        </p:nvGrpSpPr>
        <p:grpSpPr>
          <a:xfrm>
            <a:off x="-1607531" y="-3645954"/>
            <a:ext cx="10823147" cy="7799351"/>
            <a:chOff x="-1180413" y="-2565680"/>
            <a:chExt cx="8117563" cy="5849659"/>
          </a:xfrm>
        </p:grpSpPr>
        <p:sp>
          <p:nvSpPr>
            <p:cNvPr id="789" name="Google Shape;789;g36468d4ee1f_3_839"/>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0" name="Google Shape;790;g36468d4ee1f_3_83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1" name="Google Shape;791;g36468d4ee1f_3_83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2" name="Google Shape;792;g36468d4ee1f_3_83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3" name="Google Shape;793;g36468d4ee1f_3_83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4" name="Google Shape;794;g36468d4ee1f_3_83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795" name="Google Shape;795;g36468d4ee1f_3_839"/>
            <p:cNvGrpSpPr/>
            <p:nvPr/>
          </p:nvGrpSpPr>
          <p:grpSpPr>
            <a:xfrm flipH="1">
              <a:off x="4446911" y="391155"/>
              <a:ext cx="134044" cy="134013"/>
              <a:chOff x="1101075" y="2142375"/>
              <a:chExt cx="439200" cy="439100"/>
            </a:xfrm>
          </p:grpSpPr>
          <p:sp>
            <p:nvSpPr>
              <p:cNvPr id="796" name="Google Shape;796;g36468d4ee1f_3_83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797" name="Google Shape;797;g36468d4ee1f_3_83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798" name="Google Shape;798;g36468d4ee1f_3_839"/>
            <p:cNvGrpSpPr/>
            <p:nvPr/>
          </p:nvGrpSpPr>
          <p:grpSpPr>
            <a:xfrm flipH="1">
              <a:off x="1373611" y="694567"/>
              <a:ext cx="134044" cy="134013"/>
              <a:chOff x="1101075" y="2142375"/>
              <a:chExt cx="439200" cy="439100"/>
            </a:xfrm>
          </p:grpSpPr>
          <p:sp>
            <p:nvSpPr>
              <p:cNvPr id="799" name="Google Shape;799;g36468d4ee1f_3_83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0" name="Google Shape;800;g36468d4ee1f_3_83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01" name="Google Shape;801;g36468d4ee1f_3_839"/>
            <p:cNvGrpSpPr/>
            <p:nvPr/>
          </p:nvGrpSpPr>
          <p:grpSpPr>
            <a:xfrm flipH="1">
              <a:off x="1086836" y="957467"/>
              <a:ext cx="134044" cy="134013"/>
              <a:chOff x="1101075" y="2142375"/>
              <a:chExt cx="439200" cy="439100"/>
            </a:xfrm>
          </p:grpSpPr>
          <p:sp>
            <p:nvSpPr>
              <p:cNvPr id="802" name="Google Shape;802;g36468d4ee1f_3_83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3" name="Google Shape;803;g36468d4ee1f_3_83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04" name="Google Shape;804;g36468d4ee1f_3_839"/>
            <p:cNvGrpSpPr/>
            <p:nvPr/>
          </p:nvGrpSpPr>
          <p:grpSpPr>
            <a:xfrm flipH="1">
              <a:off x="277711" y="957467"/>
              <a:ext cx="134044" cy="134013"/>
              <a:chOff x="1101075" y="2142375"/>
              <a:chExt cx="439200" cy="439100"/>
            </a:xfrm>
          </p:grpSpPr>
          <p:sp>
            <p:nvSpPr>
              <p:cNvPr id="805" name="Google Shape;805;g36468d4ee1f_3_83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6" name="Google Shape;806;g36468d4ee1f_3_83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07" name="Google Shape;807;g36468d4ee1f_3_839"/>
            <p:cNvGrpSpPr/>
            <p:nvPr/>
          </p:nvGrpSpPr>
          <p:grpSpPr>
            <a:xfrm flipH="1">
              <a:off x="277711" y="640817"/>
              <a:ext cx="134044" cy="134013"/>
              <a:chOff x="1101075" y="2142375"/>
              <a:chExt cx="439200" cy="439100"/>
            </a:xfrm>
          </p:grpSpPr>
          <p:sp>
            <p:nvSpPr>
              <p:cNvPr id="808" name="Google Shape;808;g36468d4ee1f_3_83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09" name="Google Shape;809;g36468d4ee1f_3_83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810" name="Google Shape;810;g36468d4ee1f_3_839"/>
          <p:cNvPicPr preferRelativeResize="0"/>
          <p:nvPr/>
        </p:nvPicPr>
        <p:blipFill rotWithShape="1">
          <a:blip r:embed="rId3">
            <a:alphaModFix/>
          </a:blip>
          <a:srcRect b="17663" l="0" r="0" t="17657"/>
          <a:stretch/>
        </p:blipFill>
        <p:spPr>
          <a:xfrm rot="-7778255">
            <a:off x="-3534445" y="-1919229"/>
            <a:ext cx="7140905" cy="545011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811" name="Shape 811"/>
        <p:cNvGrpSpPr/>
        <p:nvPr/>
      </p:nvGrpSpPr>
      <p:grpSpPr>
        <a:xfrm>
          <a:off x="0" y="0"/>
          <a:ext cx="0" cy="0"/>
          <a:chOff x="0" y="0"/>
          <a:chExt cx="0" cy="0"/>
        </a:xfrm>
      </p:grpSpPr>
      <p:sp>
        <p:nvSpPr>
          <p:cNvPr id="812" name="Google Shape;812;g36468d4ee1f_3_865"/>
          <p:cNvSpPr/>
          <p:nvPr>
            <p:ph idx="2" type="pic"/>
          </p:nvPr>
        </p:nvSpPr>
        <p:spPr>
          <a:xfrm>
            <a:off x="610699" y="0"/>
            <a:ext cx="3680400" cy="3982500"/>
          </a:xfrm>
          <a:prstGeom prst="rect">
            <a:avLst/>
          </a:prstGeom>
          <a:solidFill>
            <a:schemeClr val="lt1"/>
          </a:solidFill>
          <a:ln>
            <a:noFill/>
          </a:ln>
        </p:spPr>
      </p:sp>
      <p:pic>
        <p:nvPicPr>
          <p:cNvPr id="813" name="Google Shape;813;g36468d4ee1f_3_86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14" name="Google Shape;814;g36468d4ee1f_3_865"/>
          <p:cNvGrpSpPr/>
          <p:nvPr/>
        </p:nvGrpSpPr>
        <p:grpSpPr>
          <a:xfrm>
            <a:off x="-693518" y="-764200"/>
            <a:ext cx="2003005" cy="3742362"/>
            <a:chOff x="-367748" y="-573164"/>
            <a:chExt cx="1502291" cy="2806842"/>
          </a:xfrm>
        </p:grpSpPr>
        <p:grpSp>
          <p:nvGrpSpPr>
            <p:cNvPr id="815" name="Google Shape;815;g36468d4ee1f_3_865"/>
            <p:cNvGrpSpPr/>
            <p:nvPr/>
          </p:nvGrpSpPr>
          <p:grpSpPr>
            <a:xfrm rot="10800000">
              <a:off x="-191449" y="1507557"/>
              <a:ext cx="904666" cy="726121"/>
              <a:chOff x="7945225" y="4302000"/>
              <a:chExt cx="904666" cy="726121"/>
            </a:xfrm>
          </p:grpSpPr>
          <p:sp>
            <p:nvSpPr>
              <p:cNvPr id="816" name="Google Shape;816;g36468d4ee1f_3_86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49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17" name="Google Shape;817;g36468d4ee1f_3_86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18" name="Google Shape;818;g36468d4ee1f_3_86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819" name="Google Shape;819;g36468d4ee1f_3_865"/>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568"/>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20" name="Google Shape;820;g36468d4ee1f_3_865"/>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56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821" name="Google Shape;821;g36468d4ee1f_3_865"/>
            <p:cNvGrpSpPr/>
            <p:nvPr/>
          </p:nvGrpSpPr>
          <p:grpSpPr>
            <a:xfrm rot="10800000">
              <a:off x="-367748" y="-467133"/>
              <a:ext cx="699928" cy="1651024"/>
              <a:chOff x="8337812" y="3492483"/>
              <a:chExt cx="699928" cy="1651024"/>
            </a:xfrm>
          </p:grpSpPr>
          <p:sp>
            <p:nvSpPr>
              <p:cNvPr id="822" name="Google Shape;822;g36468d4ee1f_3_86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23" name="Google Shape;823;g36468d4ee1f_3_86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824" name="Google Shape;824;g36468d4ee1f_3_86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47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825" name="Shape 825"/>
        <p:cNvGrpSpPr/>
        <p:nvPr/>
      </p:nvGrpSpPr>
      <p:grpSpPr>
        <a:xfrm>
          <a:off x="0" y="0"/>
          <a:ext cx="0" cy="0"/>
          <a:chOff x="0" y="0"/>
          <a:chExt cx="0" cy="0"/>
        </a:xfrm>
      </p:grpSpPr>
      <p:sp>
        <p:nvSpPr>
          <p:cNvPr id="826" name="Google Shape;826;g36468d4ee1f_3_879"/>
          <p:cNvSpPr/>
          <p:nvPr>
            <p:ph idx="2" type="pic"/>
          </p:nvPr>
        </p:nvSpPr>
        <p:spPr>
          <a:xfrm>
            <a:off x="727217" y="622898"/>
            <a:ext cx="8333400" cy="2870100"/>
          </a:xfrm>
          <a:prstGeom prst="rect">
            <a:avLst/>
          </a:prstGeom>
          <a:solidFill>
            <a:schemeClr val="lt1"/>
          </a:solidFill>
          <a:ln>
            <a:noFill/>
          </a:ln>
        </p:spPr>
      </p:sp>
      <p:pic>
        <p:nvPicPr>
          <p:cNvPr id="827" name="Google Shape;827;g36468d4ee1f_3_87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828" name="Shape 828"/>
        <p:cNvGrpSpPr/>
        <p:nvPr/>
      </p:nvGrpSpPr>
      <p:grpSpPr>
        <a:xfrm>
          <a:off x="0" y="0"/>
          <a:ext cx="0" cy="0"/>
          <a:chOff x="0" y="0"/>
          <a:chExt cx="0" cy="0"/>
        </a:xfrm>
      </p:grpSpPr>
      <p:pic>
        <p:nvPicPr>
          <p:cNvPr id="829" name="Google Shape;829;g36468d4ee1f_3_88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30" name="Google Shape;830;g36468d4ee1f_3_882"/>
          <p:cNvGrpSpPr/>
          <p:nvPr/>
        </p:nvGrpSpPr>
        <p:grpSpPr>
          <a:xfrm>
            <a:off x="-680823" y="-2290581"/>
            <a:ext cx="5862778" cy="5562070"/>
            <a:chOff x="-494405" y="-1584824"/>
            <a:chExt cx="4397194" cy="4171657"/>
          </a:xfrm>
        </p:grpSpPr>
        <p:grpSp>
          <p:nvGrpSpPr>
            <p:cNvPr id="831" name="Google Shape;831;g36468d4ee1f_3_882"/>
            <p:cNvGrpSpPr/>
            <p:nvPr/>
          </p:nvGrpSpPr>
          <p:grpSpPr>
            <a:xfrm>
              <a:off x="-494405" y="-252396"/>
              <a:ext cx="1741563" cy="1288563"/>
              <a:chOff x="-494405" y="-252396"/>
              <a:chExt cx="1741563" cy="1288563"/>
            </a:xfrm>
          </p:grpSpPr>
          <p:sp>
            <p:nvSpPr>
              <p:cNvPr id="832" name="Google Shape;832;g36468d4ee1f_3_88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3" name="Google Shape;833;g36468d4ee1f_3_88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34" name="Google Shape;834;g36468d4ee1f_3_882"/>
            <p:cNvGrpSpPr/>
            <p:nvPr/>
          </p:nvGrpSpPr>
          <p:grpSpPr>
            <a:xfrm>
              <a:off x="245875" y="-51824"/>
              <a:ext cx="208200" cy="1824700"/>
              <a:chOff x="1040050" y="3812126"/>
              <a:chExt cx="208200" cy="1824700"/>
            </a:xfrm>
          </p:grpSpPr>
          <p:sp>
            <p:nvSpPr>
              <p:cNvPr id="835" name="Google Shape;835;g36468d4ee1f_3_88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36" name="Google Shape;836;g36468d4ee1f_3_88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37" name="Google Shape;837;g36468d4ee1f_3_882"/>
            <p:cNvGrpSpPr/>
            <p:nvPr/>
          </p:nvGrpSpPr>
          <p:grpSpPr>
            <a:xfrm>
              <a:off x="441575" y="-36652"/>
              <a:ext cx="699940" cy="478601"/>
              <a:chOff x="39723" y="4349023"/>
              <a:chExt cx="1061963" cy="726143"/>
            </a:xfrm>
          </p:grpSpPr>
          <p:grpSp>
            <p:nvGrpSpPr>
              <p:cNvPr id="838" name="Google Shape;838;g36468d4ee1f_3_882"/>
              <p:cNvGrpSpPr/>
              <p:nvPr/>
            </p:nvGrpSpPr>
            <p:grpSpPr>
              <a:xfrm rot="2700000">
                <a:off x="140502" y="4460926"/>
                <a:ext cx="524584" cy="502337"/>
                <a:chOff x="1189791" y="-1767331"/>
                <a:chExt cx="904284" cy="865933"/>
              </a:xfrm>
            </p:grpSpPr>
            <p:sp>
              <p:nvSpPr>
                <p:cNvPr id="839" name="Google Shape;839;g36468d4ee1f_3_8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40" name="Google Shape;840;g36468d4ee1f_3_882"/>
                <p:cNvGrpSpPr/>
                <p:nvPr/>
              </p:nvGrpSpPr>
              <p:grpSpPr>
                <a:xfrm>
                  <a:off x="1232795" y="-1740829"/>
                  <a:ext cx="717622" cy="717393"/>
                  <a:chOff x="1483457" y="3953671"/>
                  <a:chExt cx="717622" cy="717393"/>
                </a:xfrm>
              </p:grpSpPr>
              <p:sp>
                <p:nvSpPr>
                  <p:cNvPr id="841" name="Google Shape;841;g36468d4ee1f_3_8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2" name="Google Shape;842;g36468d4ee1f_3_8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3" name="Google Shape;843;g36468d4ee1f_3_8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4" name="Google Shape;844;g36468d4ee1f_3_8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45" name="Google Shape;845;g36468d4ee1f_3_8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46" name="Google Shape;846;g36468d4ee1f_3_8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47" name="Google Shape;847;g36468d4ee1f_3_882"/>
            <p:cNvGrpSpPr/>
            <p:nvPr/>
          </p:nvGrpSpPr>
          <p:grpSpPr>
            <a:xfrm>
              <a:off x="955673" y="17"/>
              <a:ext cx="592576" cy="405260"/>
              <a:chOff x="39723" y="4349023"/>
              <a:chExt cx="1061963" cy="726143"/>
            </a:xfrm>
          </p:grpSpPr>
          <p:grpSp>
            <p:nvGrpSpPr>
              <p:cNvPr id="848" name="Google Shape;848;g36468d4ee1f_3_882"/>
              <p:cNvGrpSpPr/>
              <p:nvPr/>
            </p:nvGrpSpPr>
            <p:grpSpPr>
              <a:xfrm rot="2700000">
                <a:off x="140502" y="4460926"/>
                <a:ext cx="524584" cy="502337"/>
                <a:chOff x="1189791" y="-1767331"/>
                <a:chExt cx="904284" cy="865933"/>
              </a:xfrm>
            </p:grpSpPr>
            <p:sp>
              <p:nvSpPr>
                <p:cNvPr id="849" name="Google Shape;849;g36468d4ee1f_3_8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50" name="Google Shape;850;g36468d4ee1f_3_882"/>
                <p:cNvGrpSpPr/>
                <p:nvPr/>
              </p:nvGrpSpPr>
              <p:grpSpPr>
                <a:xfrm>
                  <a:off x="1232795" y="-1740829"/>
                  <a:ext cx="717622" cy="717393"/>
                  <a:chOff x="1483457" y="3953671"/>
                  <a:chExt cx="717622" cy="717393"/>
                </a:xfrm>
              </p:grpSpPr>
              <p:sp>
                <p:nvSpPr>
                  <p:cNvPr id="851" name="Google Shape;851;g36468d4ee1f_3_8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2" name="Google Shape;852;g36468d4ee1f_3_8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3" name="Google Shape;853;g36468d4ee1f_3_8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4" name="Google Shape;854;g36468d4ee1f_3_8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55" name="Google Shape;855;g36468d4ee1f_3_8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56" name="Google Shape;856;g36468d4ee1f_3_8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57" name="Google Shape;857;g36468d4ee1f_3_882"/>
            <p:cNvGrpSpPr/>
            <p:nvPr/>
          </p:nvGrpSpPr>
          <p:grpSpPr>
            <a:xfrm>
              <a:off x="0" y="621223"/>
              <a:ext cx="699940" cy="478601"/>
              <a:chOff x="39723" y="4349023"/>
              <a:chExt cx="1061963" cy="726143"/>
            </a:xfrm>
          </p:grpSpPr>
          <p:grpSp>
            <p:nvGrpSpPr>
              <p:cNvPr id="858" name="Google Shape;858;g36468d4ee1f_3_882"/>
              <p:cNvGrpSpPr/>
              <p:nvPr/>
            </p:nvGrpSpPr>
            <p:grpSpPr>
              <a:xfrm rot="2700000">
                <a:off x="140502" y="4460926"/>
                <a:ext cx="524584" cy="502337"/>
                <a:chOff x="1189791" y="-1767331"/>
                <a:chExt cx="904284" cy="865933"/>
              </a:xfrm>
            </p:grpSpPr>
            <p:sp>
              <p:nvSpPr>
                <p:cNvPr id="859" name="Google Shape;859;g36468d4ee1f_3_8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60" name="Google Shape;860;g36468d4ee1f_3_882"/>
                <p:cNvGrpSpPr/>
                <p:nvPr/>
              </p:nvGrpSpPr>
              <p:grpSpPr>
                <a:xfrm>
                  <a:off x="1232795" y="-1740829"/>
                  <a:ext cx="717622" cy="717393"/>
                  <a:chOff x="1483457" y="3953671"/>
                  <a:chExt cx="717622" cy="717393"/>
                </a:xfrm>
              </p:grpSpPr>
              <p:sp>
                <p:nvSpPr>
                  <p:cNvPr id="861" name="Google Shape;861;g36468d4ee1f_3_8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2" name="Google Shape;862;g36468d4ee1f_3_8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3" name="Google Shape;863;g36468d4ee1f_3_8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4" name="Google Shape;864;g36468d4ee1f_3_8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5" name="Google Shape;865;g36468d4ee1f_3_8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66" name="Google Shape;866;g36468d4ee1f_3_8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67" name="Google Shape;867;g36468d4ee1f_3_882"/>
            <p:cNvGrpSpPr/>
            <p:nvPr/>
          </p:nvGrpSpPr>
          <p:grpSpPr>
            <a:xfrm rot="-8100000">
              <a:off x="540898" y="-1172741"/>
              <a:ext cx="2552124" cy="3347490"/>
              <a:chOff x="2976325" y="908175"/>
              <a:chExt cx="4028179" cy="5283555"/>
            </a:xfrm>
          </p:grpSpPr>
          <p:sp>
            <p:nvSpPr>
              <p:cNvPr id="868" name="Google Shape;868;g36468d4ee1f_3_88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69" name="Google Shape;869;g36468d4ee1f_3_88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70" name="Google Shape;870;g36468d4ee1f_3_88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871" name="Shape 871"/>
        <p:cNvGrpSpPr/>
        <p:nvPr/>
      </p:nvGrpSpPr>
      <p:grpSpPr>
        <a:xfrm>
          <a:off x="0" y="0"/>
          <a:ext cx="0" cy="0"/>
          <a:chOff x="0" y="0"/>
          <a:chExt cx="0" cy="0"/>
        </a:xfrm>
      </p:grpSpPr>
      <p:sp>
        <p:nvSpPr>
          <p:cNvPr id="872" name="Google Shape;872;g36468d4ee1f_3_925"/>
          <p:cNvSpPr/>
          <p:nvPr>
            <p:ph idx="2" type="pic"/>
          </p:nvPr>
        </p:nvSpPr>
        <p:spPr>
          <a:xfrm>
            <a:off x="0" y="3061252"/>
            <a:ext cx="2969700" cy="3796800"/>
          </a:xfrm>
          <a:prstGeom prst="rect">
            <a:avLst/>
          </a:prstGeom>
          <a:solidFill>
            <a:schemeClr val="lt1"/>
          </a:solidFill>
          <a:ln>
            <a:noFill/>
          </a:ln>
        </p:spPr>
      </p:sp>
      <p:sp>
        <p:nvSpPr>
          <p:cNvPr id="873" name="Google Shape;873;g36468d4ee1f_3_925"/>
          <p:cNvSpPr/>
          <p:nvPr>
            <p:ph idx="3" type="pic"/>
          </p:nvPr>
        </p:nvSpPr>
        <p:spPr>
          <a:xfrm>
            <a:off x="6870763" y="-3517"/>
            <a:ext cx="3838800" cy="3162900"/>
          </a:xfrm>
          <a:prstGeom prst="rect">
            <a:avLst/>
          </a:prstGeom>
          <a:solidFill>
            <a:schemeClr val="lt1"/>
          </a:solidFill>
          <a:ln>
            <a:noFill/>
          </a:ln>
        </p:spPr>
      </p:sp>
      <p:pic>
        <p:nvPicPr>
          <p:cNvPr id="874" name="Google Shape;874;g36468d4ee1f_3_92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875" name="Shape 875"/>
        <p:cNvGrpSpPr/>
        <p:nvPr/>
      </p:nvGrpSpPr>
      <p:grpSpPr>
        <a:xfrm>
          <a:off x="0" y="0"/>
          <a:ext cx="0" cy="0"/>
          <a:chOff x="0" y="0"/>
          <a:chExt cx="0" cy="0"/>
        </a:xfrm>
      </p:grpSpPr>
      <p:sp>
        <p:nvSpPr>
          <p:cNvPr id="876" name="Google Shape;876;g36468d4ee1f_3_929"/>
          <p:cNvSpPr/>
          <p:nvPr>
            <p:ph idx="2" type="pic"/>
          </p:nvPr>
        </p:nvSpPr>
        <p:spPr>
          <a:xfrm>
            <a:off x="6524779" y="742950"/>
            <a:ext cx="3488700" cy="4309200"/>
          </a:xfrm>
          <a:prstGeom prst="rect">
            <a:avLst/>
          </a:prstGeom>
          <a:solidFill>
            <a:schemeClr val="lt1"/>
          </a:solidFill>
          <a:ln>
            <a:noFill/>
          </a:ln>
        </p:spPr>
      </p:sp>
      <p:pic>
        <p:nvPicPr>
          <p:cNvPr id="877" name="Google Shape;877;g36468d4ee1f_3_92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878" name="Google Shape;878;g36468d4ee1f_3_929"/>
          <p:cNvGrpSpPr/>
          <p:nvPr/>
        </p:nvGrpSpPr>
        <p:grpSpPr>
          <a:xfrm>
            <a:off x="-680823" y="-2290581"/>
            <a:ext cx="5862778" cy="5562070"/>
            <a:chOff x="-494405" y="-1584824"/>
            <a:chExt cx="4397194" cy="4171657"/>
          </a:xfrm>
        </p:grpSpPr>
        <p:grpSp>
          <p:nvGrpSpPr>
            <p:cNvPr id="879" name="Google Shape;879;g36468d4ee1f_3_929"/>
            <p:cNvGrpSpPr/>
            <p:nvPr/>
          </p:nvGrpSpPr>
          <p:grpSpPr>
            <a:xfrm>
              <a:off x="-494405" y="-252396"/>
              <a:ext cx="1741563" cy="1288563"/>
              <a:chOff x="-494405" y="-252396"/>
              <a:chExt cx="1741563" cy="1288563"/>
            </a:xfrm>
          </p:grpSpPr>
          <p:sp>
            <p:nvSpPr>
              <p:cNvPr id="880" name="Google Shape;880;g36468d4ee1f_3_9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1" name="Google Shape;881;g36468d4ee1f_3_9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82" name="Google Shape;882;g36468d4ee1f_3_929"/>
            <p:cNvGrpSpPr/>
            <p:nvPr/>
          </p:nvGrpSpPr>
          <p:grpSpPr>
            <a:xfrm>
              <a:off x="245875" y="-51824"/>
              <a:ext cx="208200" cy="1824700"/>
              <a:chOff x="1040050" y="3812126"/>
              <a:chExt cx="208200" cy="1824700"/>
            </a:xfrm>
          </p:grpSpPr>
          <p:sp>
            <p:nvSpPr>
              <p:cNvPr id="883" name="Google Shape;883;g36468d4ee1f_3_9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84" name="Google Shape;884;g36468d4ee1f_3_9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85" name="Google Shape;885;g36468d4ee1f_3_929"/>
            <p:cNvGrpSpPr/>
            <p:nvPr/>
          </p:nvGrpSpPr>
          <p:grpSpPr>
            <a:xfrm>
              <a:off x="441575" y="-36652"/>
              <a:ext cx="699940" cy="478601"/>
              <a:chOff x="39723" y="4349023"/>
              <a:chExt cx="1061963" cy="726143"/>
            </a:xfrm>
          </p:grpSpPr>
          <p:grpSp>
            <p:nvGrpSpPr>
              <p:cNvPr id="886" name="Google Shape;886;g36468d4ee1f_3_929"/>
              <p:cNvGrpSpPr/>
              <p:nvPr/>
            </p:nvGrpSpPr>
            <p:grpSpPr>
              <a:xfrm rot="2700000">
                <a:off x="140502" y="4460926"/>
                <a:ext cx="524584" cy="502337"/>
                <a:chOff x="1189791" y="-1767331"/>
                <a:chExt cx="904284" cy="865933"/>
              </a:xfrm>
            </p:grpSpPr>
            <p:sp>
              <p:nvSpPr>
                <p:cNvPr id="887" name="Google Shape;887;g36468d4ee1f_3_9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88" name="Google Shape;888;g36468d4ee1f_3_929"/>
                <p:cNvGrpSpPr/>
                <p:nvPr/>
              </p:nvGrpSpPr>
              <p:grpSpPr>
                <a:xfrm>
                  <a:off x="1232795" y="-1740829"/>
                  <a:ext cx="717622" cy="717393"/>
                  <a:chOff x="1483457" y="3953671"/>
                  <a:chExt cx="717622" cy="717393"/>
                </a:xfrm>
              </p:grpSpPr>
              <p:sp>
                <p:nvSpPr>
                  <p:cNvPr id="889" name="Google Shape;889;g36468d4ee1f_3_9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0" name="Google Shape;890;g36468d4ee1f_3_9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1" name="Google Shape;891;g36468d4ee1f_3_9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2" name="Google Shape;892;g36468d4ee1f_3_9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893" name="Google Shape;893;g36468d4ee1f_3_9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894" name="Google Shape;894;g36468d4ee1f_3_9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895" name="Google Shape;895;g36468d4ee1f_3_929"/>
            <p:cNvGrpSpPr/>
            <p:nvPr/>
          </p:nvGrpSpPr>
          <p:grpSpPr>
            <a:xfrm>
              <a:off x="955673" y="17"/>
              <a:ext cx="592576" cy="405260"/>
              <a:chOff x="39723" y="4349023"/>
              <a:chExt cx="1061963" cy="726143"/>
            </a:xfrm>
          </p:grpSpPr>
          <p:grpSp>
            <p:nvGrpSpPr>
              <p:cNvPr id="896" name="Google Shape;896;g36468d4ee1f_3_929"/>
              <p:cNvGrpSpPr/>
              <p:nvPr/>
            </p:nvGrpSpPr>
            <p:grpSpPr>
              <a:xfrm rot="2700000">
                <a:off x="140502" y="4460926"/>
                <a:ext cx="524584" cy="502337"/>
                <a:chOff x="1189791" y="-1767331"/>
                <a:chExt cx="904284" cy="865933"/>
              </a:xfrm>
            </p:grpSpPr>
            <p:sp>
              <p:nvSpPr>
                <p:cNvPr id="897" name="Google Shape;897;g36468d4ee1f_3_9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898" name="Google Shape;898;g36468d4ee1f_3_929"/>
                <p:cNvGrpSpPr/>
                <p:nvPr/>
              </p:nvGrpSpPr>
              <p:grpSpPr>
                <a:xfrm>
                  <a:off x="1232795" y="-1740829"/>
                  <a:ext cx="717622" cy="717393"/>
                  <a:chOff x="1483457" y="3953671"/>
                  <a:chExt cx="717622" cy="717393"/>
                </a:xfrm>
              </p:grpSpPr>
              <p:sp>
                <p:nvSpPr>
                  <p:cNvPr id="899" name="Google Shape;899;g36468d4ee1f_3_9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0" name="Google Shape;900;g36468d4ee1f_3_9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1" name="Google Shape;901;g36468d4ee1f_3_9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2" name="Google Shape;902;g36468d4ee1f_3_9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03" name="Google Shape;903;g36468d4ee1f_3_9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04" name="Google Shape;904;g36468d4ee1f_3_9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05" name="Google Shape;905;g36468d4ee1f_3_929"/>
            <p:cNvGrpSpPr/>
            <p:nvPr/>
          </p:nvGrpSpPr>
          <p:grpSpPr>
            <a:xfrm>
              <a:off x="0" y="621223"/>
              <a:ext cx="699940" cy="478601"/>
              <a:chOff x="39723" y="4349023"/>
              <a:chExt cx="1061963" cy="726143"/>
            </a:xfrm>
          </p:grpSpPr>
          <p:grpSp>
            <p:nvGrpSpPr>
              <p:cNvPr id="906" name="Google Shape;906;g36468d4ee1f_3_929"/>
              <p:cNvGrpSpPr/>
              <p:nvPr/>
            </p:nvGrpSpPr>
            <p:grpSpPr>
              <a:xfrm rot="2700000">
                <a:off x="140502" y="4460926"/>
                <a:ext cx="524584" cy="502337"/>
                <a:chOff x="1189791" y="-1767331"/>
                <a:chExt cx="904284" cy="865933"/>
              </a:xfrm>
            </p:grpSpPr>
            <p:sp>
              <p:nvSpPr>
                <p:cNvPr id="907" name="Google Shape;907;g36468d4ee1f_3_9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08" name="Google Shape;908;g36468d4ee1f_3_929"/>
                <p:cNvGrpSpPr/>
                <p:nvPr/>
              </p:nvGrpSpPr>
              <p:grpSpPr>
                <a:xfrm>
                  <a:off x="1232795" y="-1740829"/>
                  <a:ext cx="717622" cy="717393"/>
                  <a:chOff x="1483457" y="3953671"/>
                  <a:chExt cx="717622" cy="717393"/>
                </a:xfrm>
              </p:grpSpPr>
              <p:sp>
                <p:nvSpPr>
                  <p:cNvPr id="909" name="Google Shape;909;g36468d4ee1f_3_9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0" name="Google Shape;910;g36468d4ee1f_3_9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1" name="Google Shape;911;g36468d4ee1f_3_9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2" name="Google Shape;912;g36468d4ee1f_3_9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3" name="Google Shape;913;g36468d4ee1f_3_9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14" name="Google Shape;914;g36468d4ee1f_3_9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15" name="Google Shape;915;g36468d4ee1f_3_929"/>
            <p:cNvGrpSpPr/>
            <p:nvPr/>
          </p:nvGrpSpPr>
          <p:grpSpPr>
            <a:xfrm rot="-8100000">
              <a:off x="540898" y="-1172741"/>
              <a:ext cx="2552124" cy="3347490"/>
              <a:chOff x="2976325" y="908175"/>
              <a:chExt cx="4028179" cy="5283555"/>
            </a:xfrm>
          </p:grpSpPr>
          <p:sp>
            <p:nvSpPr>
              <p:cNvPr id="916" name="Google Shape;916;g36468d4ee1f_3_9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7" name="Google Shape;917;g36468d4ee1f_3_9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18" name="Google Shape;918;g36468d4ee1f_3_9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919" name="Shape 919"/>
        <p:cNvGrpSpPr/>
        <p:nvPr/>
      </p:nvGrpSpPr>
      <p:grpSpPr>
        <a:xfrm>
          <a:off x="0" y="0"/>
          <a:ext cx="0" cy="0"/>
          <a:chOff x="0" y="0"/>
          <a:chExt cx="0" cy="0"/>
        </a:xfrm>
      </p:grpSpPr>
      <p:sp>
        <p:nvSpPr>
          <p:cNvPr id="920" name="Google Shape;920;g36468d4ee1f_3_973"/>
          <p:cNvSpPr/>
          <p:nvPr>
            <p:ph idx="2" type="pic"/>
          </p:nvPr>
        </p:nvSpPr>
        <p:spPr>
          <a:xfrm>
            <a:off x="-1" y="622897"/>
            <a:ext cx="9337800" cy="2196900"/>
          </a:xfrm>
          <a:prstGeom prst="rect">
            <a:avLst/>
          </a:prstGeom>
          <a:solidFill>
            <a:schemeClr val="lt1"/>
          </a:solidFill>
          <a:ln>
            <a:noFill/>
          </a:ln>
        </p:spPr>
      </p:sp>
      <p:pic>
        <p:nvPicPr>
          <p:cNvPr id="921" name="Google Shape;921;g36468d4ee1f_3_97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922" name="Shape 922"/>
        <p:cNvGrpSpPr/>
        <p:nvPr/>
      </p:nvGrpSpPr>
      <p:grpSpPr>
        <a:xfrm>
          <a:off x="0" y="0"/>
          <a:ext cx="0" cy="0"/>
          <a:chOff x="0" y="0"/>
          <a:chExt cx="0" cy="0"/>
        </a:xfrm>
      </p:grpSpPr>
      <p:sp>
        <p:nvSpPr>
          <p:cNvPr id="923" name="Google Shape;923;g36468d4ee1f_3_976"/>
          <p:cNvSpPr/>
          <p:nvPr>
            <p:ph idx="2" type="pic"/>
          </p:nvPr>
        </p:nvSpPr>
        <p:spPr>
          <a:xfrm>
            <a:off x="1481266" y="3350560"/>
            <a:ext cx="2370900" cy="2370900"/>
          </a:xfrm>
          <a:prstGeom prst="rect">
            <a:avLst/>
          </a:prstGeom>
          <a:solidFill>
            <a:schemeClr val="lt1"/>
          </a:solidFill>
          <a:ln>
            <a:noFill/>
          </a:ln>
        </p:spPr>
      </p:sp>
      <p:sp>
        <p:nvSpPr>
          <p:cNvPr id="924" name="Google Shape;924;g36468d4ee1f_3_976"/>
          <p:cNvSpPr/>
          <p:nvPr>
            <p:ph idx="3" type="pic"/>
          </p:nvPr>
        </p:nvSpPr>
        <p:spPr>
          <a:xfrm>
            <a:off x="4169396" y="3350560"/>
            <a:ext cx="2370900" cy="2370900"/>
          </a:xfrm>
          <a:prstGeom prst="rect">
            <a:avLst/>
          </a:prstGeom>
          <a:solidFill>
            <a:schemeClr val="lt1"/>
          </a:solidFill>
          <a:ln>
            <a:noFill/>
          </a:ln>
        </p:spPr>
      </p:sp>
      <p:sp>
        <p:nvSpPr>
          <p:cNvPr id="925" name="Google Shape;925;g36468d4ee1f_3_976"/>
          <p:cNvSpPr/>
          <p:nvPr>
            <p:ph idx="4" type="pic"/>
          </p:nvPr>
        </p:nvSpPr>
        <p:spPr>
          <a:xfrm>
            <a:off x="6857527" y="3350560"/>
            <a:ext cx="2370900" cy="2370900"/>
          </a:xfrm>
          <a:prstGeom prst="rect">
            <a:avLst/>
          </a:prstGeom>
          <a:solidFill>
            <a:schemeClr val="lt1"/>
          </a:solidFill>
          <a:ln>
            <a:noFill/>
          </a:ln>
        </p:spPr>
      </p:sp>
      <p:pic>
        <p:nvPicPr>
          <p:cNvPr id="926" name="Google Shape;926;g36468d4ee1f_3_97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927" name="Shape 927"/>
        <p:cNvGrpSpPr/>
        <p:nvPr/>
      </p:nvGrpSpPr>
      <p:grpSpPr>
        <a:xfrm>
          <a:off x="0" y="0"/>
          <a:ext cx="0" cy="0"/>
          <a:chOff x="0" y="0"/>
          <a:chExt cx="0" cy="0"/>
        </a:xfrm>
      </p:grpSpPr>
      <p:sp>
        <p:nvSpPr>
          <p:cNvPr id="928" name="Google Shape;928;g36468d4ee1f_3_981"/>
          <p:cNvSpPr/>
          <p:nvPr>
            <p:ph idx="2" type="pic"/>
          </p:nvPr>
        </p:nvSpPr>
        <p:spPr>
          <a:xfrm>
            <a:off x="5653560" y="672033"/>
            <a:ext cx="1690800" cy="1690800"/>
          </a:xfrm>
          <a:prstGeom prst="rect">
            <a:avLst/>
          </a:prstGeom>
          <a:solidFill>
            <a:schemeClr val="lt1"/>
          </a:solidFill>
          <a:ln>
            <a:noFill/>
          </a:ln>
        </p:spPr>
      </p:sp>
      <p:sp>
        <p:nvSpPr>
          <p:cNvPr id="929" name="Google Shape;929;g36468d4ee1f_3_981"/>
          <p:cNvSpPr/>
          <p:nvPr>
            <p:ph idx="3" type="pic"/>
          </p:nvPr>
        </p:nvSpPr>
        <p:spPr>
          <a:xfrm>
            <a:off x="5653560" y="2583602"/>
            <a:ext cx="1690800" cy="1690800"/>
          </a:xfrm>
          <a:prstGeom prst="rect">
            <a:avLst/>
          </a:prstGeom>
          <a:solidFill>
            <a:schemeClr val="lt1"/>
          </a:solidFill>
          <a:ln>
            <a:noFill/>
          </a:ln>
        </p:spPr>
      </p:sp>
      <p:sp>
        <p:nvSpPr>
          <p:cNvPr id="930" name="Google Shape;930;g36468d4ee1f_3_981"/>
          <p:cNvSpPr/>
          <p:nvPr>
            <p:ph idx="4" type="pic"/>
          </p:nvPr>
        </p:nvSpPr>
        <p:spPr>
          <a:xfrm>
            <a:off x="5653560" y="4495171"/>
            <a:ext cx="1690800" cy="1690800"/>
          </a:xfrm>
          <a:prstGeom prst="rect">
            <a:avLst/>
          </a:prstGeom>
          <a:solidFill>
            <a:schemeClr val="lt1"/>
          </a:solidFill>
          <a:ln>
            <a:noFill/>
          </a:ln>
        </p:spPr>
      </p:sp>
      <p:pic>
        <p:nvPicPr>
          <p:cNvPr id="931" name="Google Shape;931;g36468d4ee1f_3_98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932" name="Shape 932"/>
        <p:cNvGrpSpPr/>
        <p:nvPr/>
      </p:nvGrpSpPr>
      <p:grpSpPr>
        <a:xfrm>
          <a:off x="0" y="0"/>
          <a:ext cx="0" cy="0"/>
          <a:chOff x="0" y="0"/>
          <a:chExt cx="0" cy="0"/>
        </a:xfrm>
      </p:grpSpPr>
      <p:sp>
        <p:nvSpPr>
          <p:cNvPr id="933" name="Google Shape;933;g36468d4ee1f_3_986"/>
          <p:cNvSpPr/>
          <p:nvPr>
            <p:ph idx="2" type="pic"/>
          </p:nvPr>
        </p:nvSpPr>
        <p:spPr>
          <a:xfrm>
            <a:off x="8231618" y="728382"/>
            <a:ext cx="2099700" cy="2099700"/>
          </a:xfrm>
          <a:prstGeom prst="rect">
            <a:avLst/>
          </a:prstGeom>
          <a:solidFill>
            <a:schemeClr val="lt1"/>
          </a:solidFill>
          <a:ln>
            <a:noFill/>
          </a:ln>
        </p:spPr>
      </p:sp>
      <p:sp>
        <p:nvSpPr>
          <p:cNvPr id="934" name="Google Shape;934;g36468d4ee1f_3_986"/>
          <p:cNvSpPr/>
          <p:nvPr>
            <p:ph idx="3" type="pic"/>
          </p:nvPr>
        </p:nvSpPr>
        <p:spPr>
          <a:xfrm>
            <a:off x="5935846" y="728382"/>
            <a:ext cx="2099700" cy="2099700"/>
          </a:xfrm>
          <a:prstGeom prst="rect">
            <a:avLst/>
          </a:prstGeom>
          <a:solidFill>
            <a:schemeClr val="lt1"/>
          </a:solidFill>
          <a:ln>
            <a:noFill/>
          </a:ln>
        </p:spPr>
      </p:sp>
      <p:sp>
        <p:nvSpPr>
          <p:cNvPr id="935" name="Google Shape;935;g36468d4ee1f_3_986"/>
          <p:cNvSpPr/>
          <p:nvPr>
            <p:ph idx="4" type="pic"/>
          </p:nvPr>
        </p:nvSpPr>
        <p:spPr>
          <a:xfrm>
            <a:off x="-1" y="3366773"/>
            <a:ext cx="4525500" cy="2435400"/>
          </a:xfrm>
          <a:prstGeom prst="rect">
            <a:avLst/>
          </a:prstGeom>
          <a:solidFill>
            <a:schemeClr val="lt1"/>
          </a:solidFill>
          <a:ln>
            <a:noFill/>
          </a:ln>
        </p:spPr>
      </p:sp>
      <p:pic>
        <p:nvPicPr>
          <p:cNvPr id="936" name="Google Shape;936;g36468d4ee1f_3_98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37" name="Shape 937"/>
        <p:cNvGrpSpPr/>
        <p:nvPr/>
      </p:nvGrpSpPr>
      <p:grpSpPr>
        <a:xfrm>
          <a:off x="0" y="0"/>
          <a:ext cx="0" cy="0"/>
          <a:chOff x="0" y="0"/>
          <a:chExt cx="0" cy="0"/>
        </a:xfrm>
      </p:grpSpPr>
      <p:sp>
        <p:nvSpPr>
          <p:cNvPr id="938" name="Google Shape;938;g36468d4ee1f_3_991"/>
          <p:cNvSpPr/>
          <p:nvPr>
            <p:ph idx="2" type="pic"/>
          </p:nvPr>
        </p:nvSpPr>
        <p:spPr>
          <a:xfrm>
            <a:off x="889964" y="1372128"/>
            <a:ext cx="2137800" cy="4113600"/>
          </a:xfrm>
          <a:prstGeom prst="rect">
            <a:avLst/>
          </a:prstGeom>
          <a:solidFill>
            <a:schemeClr val="lt1"/>
          </a:solidFill>
          <a:ln>
            <a:noFill/>
          </a:ln>
        </p:spPr>
      </p:sp>
      <p:sp>
        <p:nvSpPr>
          <p:cNvPr id="939" name="Google Shape;939;g36468d4ee1f_3_991"/>
          <p:cNvSpPr/>
          <p:nvPr>
            <p:ph idx="3" type="pic"/>
          </p:nvPr>
        </p:nvSpPr>
        <p:spPr>
          <a:xfrm>
            <a:off x="3210142" y="1372128"/>
            <a:ext cx="2137800" cy="4113600"/>
          </a:xfrm>
          <a:prstGeom prst="rect">
            <a:avLst/>
          </a:prstGeom>
          <a:solidFill>
            <a:schemeClr val="lt1"/>
          </a:solidFill>
          <a:ln>
            <a:noFill/>
          </a:ln>
        </p:spPr>
      </p:sp>
      <p:pic>
        <p:nvPicPr>
          <p:cNvPr id="940" name="Google Shape;940;g36468d4ee1f_3_99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941" name="Shape 941"/>
        <p:cNvGrpSpPr/>
        <p:nvPr/>
      </p:nvGrpSpPr>
      <p:grpSpPr>
        <a:xfrm>
          <a:off x="0" y="0"/>
          <a:ext cx="0" cy="0"/>
          <a:chOff x="0" y="0"/>
          <a:chExt cx="0" cy="0"/>
        </a:xfrm>
      </p:grpSpPr>
      <p:sp>
        <p:nvSpPr>
          <p:cNvPr id="942" name="Google Shape;942;g36468d4ee1f_3_995"/>
          <p:cNvSpPr/>
          <p:nvPr>
            <p:ph idx="2" type="pic"/>
          </p:nvPr>
        </p:nvSpPr>
        <p:spPr>
          <a:xfrm>
            <a:off x="6896192" y="1655804"/>
            <a:ext cx="2800500" cy="5202300"/>
          </a:xfrm>
          <a:prstGeom prst="rect">
            <a:avLst/>
          </a:prstGeom>
          <a:solidFill>
            <a:schemeClr val="lt1"/>
          </a:solidFill>
          <a:ln>
            <a:noFill/>
          </a:ln>
        </p:spPr>
      </p:sp>
      <p:pic>
        <p:nvPicPr>
          <p:cNvPr id="943" name="Google Shape;943;g36468d4ee1f_3_99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944" name="Shape 944"/>
        <p:cNvGrpSpPr/>
        <p:nvPr/>
      </p:nvGrpSpPr>
      <p:grpSpPr>
        <a:xfrm>
          <a:off x="0" y="0"/>
          <a:ext cx="0" cy="0"/>
          <a:chOff x="0" y="0"/>
          <a:chExt cx="0" cy="0"/>
        </a:xfrm>
      </p:grpSpPr>
      <p:sp>
        <p:nvSpPr>
          <p:cNvPr id="945" name="Google Shape;945;g36468d4ee1f_3_998"/>
          <p:cNvSpPr/>
          <p:nvPr>
            <p:ph idx="2" type="pic"/>
          </p:nvPr>
        </p:nvSpPr>
        <p:spPr>
          <a:xfrm>
            <a:off x="1179006" y="1014481"/>
            <a:ext cx="2768400" cy="4122600"/>
          </a:xfrm>
          <a:prstGeom prst="rect">
            <a:avLst/>
          </a:prstGeom>
          <a:solidFill>
            <a:schemeClr val="lt1"/>
          </a:solidFill>
          <a:ln>
            <a:noFill/>
          </a:ln>
        </p:spPr>
      </p:sp>
      <p:pic>
        <p:nvPicPr>
          <p:cNvPr id="946" name="Google Shape;946;g36468d4ee1f_3_99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947" name="Shape 947"/>
        <p:cNvGrpSpPr/>
        <p:nvPr/>
      </p:nvGrpSpPr>
      <p:grpSpPr>
        <a:xfrm>
          <a:off x="0" y="0"/>
          <a:ext cx="0" cy="0"/>
          <a:chOff x="0" y="0"/>
          <a:chExt cx="0" cy="0"/>
        </a:xfrm>
      </p:grpSpPr>
      <p:sp>
        <p:nvSpPr>
          <p:cNvPr id="948" name="Google Shape;948;g36468d4ee1f_3_1001"/>
          <p:cNvSpPr/>
          <p:nvPr>
            <p:ph idx="2" type="pic"/>
          </p:nvPr>
        </p:nvSpPr>
        <p:spPr>
          <a:xfrm>
            <a:off x="4930282" y="1031838"/>
            <a:ext cx="5779200" cy="2934900"/>
          </a:xfrm>
          <a:prstGeom prst="rect">
            <a:avLst/>
          </a:prstGeom>
          <a:solidFill>
            <a:schemeClr val="lt1"/>
          </a:solidFill>
          <a:ln>
            <a:noFill/>
          </a:ln>
        </p:spPr>
      </p:sp>
      <p:pic>
        <p:nvPicPr>
          <p:cNvPr id="949" name="Google Shape;949;g36468d4ee1f_3_100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950" name="Shape 950"/>
        <p:cNvGrpSpPr/>
        <p:nvPr/>
      </p:nvGrpSpPr>
      <p:grpSpPr>
        <a:xfrm>
          <a:off x="0" y="0"/>
          <a:ext cx="0" cy="0"/>
          <a:chOff x="0" y="0"/>
          <a:chExt cx="0" cy="0"/>
        </a:xfrm>
      </p:grpSpPr>
      <p:sp>
        <p:nvSpPr>
          <p:cNvPr id="951" name="Google Shape;951;g36468d4ee1f_3_1004"/>
          <p:cNvSpPr/>
          <p:nvPr>
            <p:ph idx="2" type="pic"/>
          </p:nvPr>
        </p:nvSpPr>
        <p:spPr>
          <a:xfrm>
            <a:off x="3220234" y="2120348"/>
            <a:ext cx="2279400" cy="2279400"/>
          </a:xfrm>
          <a:prstGeom prst="rect">
            <a:avLst/>
          </a:prstGeom>
          <a:solidFill>
            <a:schemeClr val="lt1"/>
          </a:solidFill>
          <a:ln>
            <a:noFill/>
          </a:ln>
        </p:spPr>
      </p:sp>
      <p:sp>
        <p:nvSpPr>
          <p:cNvPr id="952" name="Google Shape;952;g36468d4ee1f_3_1004"/>
          <p:cNvSpPr/>
          <p:nvPr>
            <p:ph idx="3" type="pic"/>
          </p:nvPr>
        </p:nvSpPr>
        <p:spPr>
          <a:xfrm>
            <a:off x="5712651" y="2120348"/>
            <a:ext cx="2279400" cy="2279400"/>
          </a:xfrm>
          <a:prstGeom prst="rect">
            <a:avLst/>
          </a:prstGeom>
          <a:solidFill>
            <a:schemeClr val="lt1"/>
          </a:solidFill>
          <a:ln>
            <a:noFill/>
          </a:ln>
        </p:spPr>
      </p:sp>
      <p:sp>
        <p:nvSpPr>
          <p:cNvPr id="953" name="Google Shape;953;g36468d4ee1f_3_1004"/>
          <p:cNvSpPr/>
          <p:nvPr>
            <p:ph idx="4" type="pic"/>
          </p:nvPr>
        </p:nvSpPr>
        <p:spPr>
          <a:xfrm>
            <a:off x="8205068" y="2120348"/>
            <a:ext cx="2279400" cy="2279400"/>
          </a:xfrm>
          <a:prstGeom prst="rect">
            <a:avLst/>
          </a:prstGeom>
          <a:solidFill>
            <a:schemeClr val="lt1"/>
          </a:solidFill>
          <a:ln>
            <a:noFill/>
          </a:ln>
        </p:spPr>
      </p:sp>
      <p:pic>
        <p:nvPicPr>
          <p:cNvPr id="954" name="Google Shape;954;g36468d4ee1f_3_100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955" name="Google Shape;955;g36468d4ee1f_3_1004"/>
          <p:cNvGrpSpPr/>
          <p:nvPr/>
        </p:nvGrpSpPr>
        <p:grpSpPr>
          <a:xfrm>
            <a:off x="-680823" y="-2290581"/>
            <a:ext cx="5862778" cy="5562070"/>
            <a:chOff x="-494405" y="-1584824"/>
            <a:chExt cx="4397194" cy="4171657"/>
          </a:xfrm>
        </p:grpSpPr>
        <p:grpSp>
          <p:nvGrpSpPr>
            <p:cNvPr id="956" name="Google Shape;956;g36468d4ee1f_3_1004"/>
            <p:cNvGrpSpPr/>
            <p:nvPr/>
          </p:nvGrpSpPr>
          <p:grpSpPr>
            <a:xfrm>
              <a:off x="-494405" y="-252396"/>
              <a:ext cx="1741563" cy="1288563"/>
              <a:chOff x="-494405" y="-252396"/>
              <a:chExt cx="1741563" cy="1288563"/>
            </a:xfrm>
          </p:grpSpPr>
          <p:sp>
            <p:nvSpPr>
              <p:cNvPr id="957" name="Google Shape;957;g36468d4ee1f_3_100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58" name="Google Shape;958;g36468d4ee1f_3_100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59" name="Google Shape;959;g36468d4ee1f_3_1004"/>
            <p:cNvGrpSpPr/>
            <p:nvPr/>
          </p:nvGrpSpPr>
          <p:grpSpPr>
            <a:xfrm>
              <a:off x="245875" y="-51824"/>
              <a:ext cx="208200" cy="1824700"/>
              <a:chOff x="1040050" y="3812126"/>
              <a:chExt cx="208200" cy="1824700"/>
            </a:xfrm>
          </p:grpSpPr>
          <p:sp>
            <p:nvSpPr>
              <p:cNvPr id="960" name="Google Shape;960;g36468d4ee1f_3_100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274"/>
                    </a:srgbClr>
                  </a:gs>
                  <a:gs pos="100000">
                    <a:srgbClr val="FFFFFF">
                      <a:alpha val="46274"/>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1" name="Google Shape;961;g36468d4ee1f_3_100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6274"/>
                    </a:srgbClr>
                  </a:gs>
                  <a:gs pos="78000">
                    <a:srgbClr val="F5F8FF">
                      <a:alpha val="46274"/>
                    </a:srgbClr>
                  </a:gs>
                  <a:gs pos="100000">
                    <a:srgbClr val="F5F8FF">
                      <a:alpha val="46274"/>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62" name="Google Shape;962;g36468d4ee1f_3_1004"/>
            <p:cNvGrpSpPr/>
            <p:nvPr/>
          </p:nvGrpSpPr>
          <p:grpSpPr>
            <a:xfrm>
              <a:off x="441575" y="-36652"/>
              <a:ext cx="699940" cy="478601"/>
              <a:chOff x="39723" y="4349023"/>
              <a:chExt cx="1061963" cy="726143"/>
            </a:xfrm>
          </p:grpSpPr>
          <p:grpSp>
            <p:nvGrpSpPr>
              <p:cNvPr id="963" name="Google Shape;963;g36468d4ee1f_3_1004"/>
              <p:cNvGrpSpPr/>
              <p:nvPr/>
            </p:nvGrpSpPr>
            <p:grpSpPr>
              <a:xfrm rot="2700000">
                <a:off x="140502" y="4460926"/>
                <a:ext cx="524584" cy="502337"/>
                <a:chOff x="1189791" y="-1767331"/>
                <a:chExt cx="904284" cy="865933"/>
              </a:xfrm>
            </p:grpSpPr>
            <p:sp>
              <p:nvSpPr>
                <p:cNvPr id="964" name="Google Shape;964;g36468d4ee1f_3_100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65" name="Google Shape;965;g36468d4ee1f_3_1004"/>
                <p:cNvGrpSpPr/>
                <p:nvPr/>
              </p:nvGrpSpPr>
              <p:grpSpPr>
                <a:xfrm>
                  <a:off x="1232795" y="-1740829"/>
                  <a:ext cx="717622" cy="717393"/>
                  <a:chOff x="1483457" y="3953671"/>
                  <a:chExt cx="717622" cy="717393"/>
                </a:xfrm>
              </p:grpSpPr>
              <p:sp>
                <p:nvSpPr>
                  <p:cNvPr id="966" name="Google Shape;966;g36468d4ee1f_3_100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7" name="Google Shape;967;g36468d4ee1f_3_100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8" name="Google Shape;968;g36468d4ee1f_3_100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69" name="Google Shape;969;g36468d4ee1f_3_100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70" name="Google Shape;970;g36468d4ee1f_3_100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71" name="Google Shape;971;g36468d4ee1f_3_100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72" name="Google Shape;972;g36468d4ee1f_3_1004"/>
            <p:cNvGrpSpPr/>
            <p:nvPr/>
          </p:nvGrpSpPr>
          <p:grpSpPr>
            <a:xfrm>
              <a:off x="955673" y="17"/>
              <a:ext cx="592576" cy="405260"/>
              <a:chOff x="39723" y="4349023"/>
              <a:chExt cx="1061963" cy="726143"/>
            </a:xfrm>
          </p:grpSpPr>
          <p:grpSp>
            <p:nvGrpSpPr>
              <p:cNvPr id="973" name="Google Shape;973;g36468d4ee1f_3_1004"/>
              <p:cNvGrpSpPr/>
              <p:nvPr/>
            </p:nvGrpSpPr>
            <p:grpSpPr>
              <a:xfrm rot="2700000">
                <a:off x="140502" y="4460926"/>
                <a:ext cx="524584" cy="502337"/>
                <a:chOff x="1189791" y="-1767331"/>
                <a:chExt cx="904284" cy="865933"/>
              </a:xfrm>
            </p:grpSpPr>
            <p:sp>
              <p:nvSpPr>
                <p:cNvPr id="974" name="Google Shape;974;g36468d4ee1f_3_100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75" name="Google Shape;975;g36468d4ee1f_3_1004"/>
                <p:cNvGrpSpPr/>
                <p:nvPr/>
              </p:nvGrpSpPr>
              <p:grpSpPr>
                <a:xfrm>
                  <a:off x="1232795" y="-1740829"/>
                  <a:ext cx="717622" cy="717393"/>
                  <a:chOff x="1483457" y="3953671"/>
                  <a:chExt cx="717622" cy="717393"/>
                </a:xfrm>
              </p:grpSpPr>
              <p:sp>
                <p:nvSpPr>
                  <p:cNvPr id="976" name="Google Shape;976;g36468d4ee1f_3_100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77" name="Google Shape;977;g36468d4ee1f_3_100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78" name="Google Shape;978;g36468d4ee1f_3_100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79" name="Google Shape;979;g36468d4ee1f_3_100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0" name="Google Shape;980;g36468d4ee1f_3_100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81" name="Google Shape;981;g36468d4ee1f_3_100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82" name="Google Shape;982;g36468d4ee1f_3_1004"/>
            <p:cNvGrpSpPr/>
            <p:nvPr/>
          </p:nvGrpSpPr>
          <p:grpSpPr>
            <a:xfrm>
              <a:off x="0" y="621223"/>
              <a:ext cx="699940" cy="478601"/>
              <a:chOff x="39723" y="4349023"/>
              <a:chExt cx="1061963" cy="726143"/>
            </a:xfrm>
          </p:grpSpPr>
          <p:grpSp>
            <p:nvGrpSpPr>
              <p:cNvPr id="983" name="Google Shape;983;g36468d4ee1f_3_1004"/>
              <p:cNvGrpSpPr/>
              <p:nvPr/>
            </p:nvGrpSpPr>
            <p:grpSpPr>
              <a:xfrm rot="2700000">
                <a:off x="140502" y="4460926"/>
                <a:ext cx="524584" cy="502337"/>
                <a:chOff x="1189791" y="-1767331"/>
                <a:chExt cx="904284" cy="865933"/>
              </a:xfrm>
            </p:grpSpPr>
            <p:sp>
              <p:nvSpPr>
                <p:cNvPr id="984" name="Google Shape;984;g36468d4ee1f_3_100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985" name="Google Shape;985;g36468d4ee1f_3_1004"/>
                <p:cNvGrpSpPr/>
                <p:nvPr/>
              </p:nvGrpSpPr>
              <p:grpSpPr>
                <a:xfrm>
                  <a:off x="1232795" y="-1740829"/>
                  <a:ext cx="717622" cy="717393"/>
                  <a:chOff x="1483457" y="3953671"/>
                  <a:chExt cx="717622" cy="717393"/>
                </a:xfrm>
              </p:grpSpPr>
              <p:sp>
                <p:nvSpPr>
                  <p:cNvPr id="986" name="Google Shape;986;g36468d4ee1f_3_100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7" name="Google Shape;987;g36468d4ee1f_3_100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8" name="Google Shape;988;g36468d4ee1f_3_100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89" name="Google Shape;989;g36468d4ee1f_3_100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90" name="Google Shape;990;g36468d4ee1f_3_100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274"/>
                        </a:srgbClr>
                      </a:gs>
                      <a:gs pos="100000">
                        <a:srgbClr val="FFFFFF">
                          <a:alpha val="46274"/>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991" name="Google Shape;991;g36468d4ee1f_3_100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992" name="Google Shape;992;g36468d4ee1f_3_1004"/>
            <p:cNvGrpSpPr/>
            <p:nvPr/>
          </p:nvGrpSpPr>
          <p:grpSpPr>
            <a:xfrm rot="-8100000">
              <a:off x="540898" y="-1172741"/>
              <a:ext cx="2552124" cy="3347490"/>
              <a:chOff x="2976325" y="908175"/>
              <a:chExt cx="4028179" cy="5283555"/>
            </a:xfrm>
          </p:grpSpPr>
          <p:sp>
            <p:nvSpPr>
              <p:cNvPr id="993" name="Google Shape;993;g36468d4ee1f_3_100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94" name="Google Shape;994;g36468d4ee1f_3_100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995" name="Google Shape;995;g36468d4ee1f_3_100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996" name="Shape 996"/>
        <p:cNvGrpSpPr/>
        <p:nvPr/>
      </p:nvGrpSpPr>
      <p:grpSpPr>
        <a:xfrm>
          <a:off x="0" y="0"/>
          <a:ext cx="0" cy="0"/>
          <a:chOff x="0" y="0"/>
          <a:chExt cx="0" cy="0"/>
        </a:xfrm>
      </p:grpSpPr>
      <p:sp>
        <p:nvSpPr>
          <p:cNvPr id="997" name="Google Shape;997;g36468d4ee1f_3_1050"/>
          <p:cNvSpPr/>
          <p:nvPr>
            <p:ph idx="2" type="pic"/>
          </p:nvPr>
        </p:nvSpPr>
        <p:spPr>
          <a:xfrm>
            <a:off x="1" y="833261"/>
            <a:ext cx="4270500" cy="2504400"/>
          </a:xfrm>
          <a:prstGeom prst="rect">
            <a:avLst/>
          </a:prstGeom>
          <a:solidFill>
            <a:schemeClr val="lt1"/>
          </a:solidFill>
          <a:ln>
            <a:noFill/>
          </a:ln>
        </p:spPr>
      </p:sp>
      <p:sp>
        <p:nvSpPr>
          <p:cNvPr id="998" name="Google Shape;998;g36468d4ee1f_3_1050"/>
          <p:cNvSpPr/>
          <p:nvPr>
            <p:ph idx="3" type="pic"/>
          </p:nvPr>
        </p:nvSpPr>
        <p:spPr>
          <a:xfrm>
            <a:off x="1" y="3520340"/>
            <a:ext cx="4270500" cy="2504400"/>
          </a:xfrm>
          <a:prstGeom prst="rect">
            <a:avLst/>
          </a:prstGeom>
          <a:solidFill>
            <a:schemeClr val="lt1"/>
          </a:solidFill>
          <a:ln>
            <a:noFill/>
          </a:ln>
        </p:spPr>
      </p:sp>
      <p:pic>
        <p:nvPicPr>
          <p:cNvPr id="999" name="Google Shape;999;g36468d4ee1f_3_105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1000" name="Shape 1000"/>
        <p:cNvGrpSpPr/>
        <p:nvPr/>
      </p:nvGrpSpPr>
      <p:grpSpPr>
        <a:xfrm>
          <a:off x="0" y="0"/>
          <a:ext cx="0" cy="0"/>
          <a:chOff x="0" y="0"/>
          <a:chExt cx="0" cy="0"/>
        </a:xfrm>
      </p:grpSpPr>
      <p:sp>
        <p:nvSpPr>
          <p:cNvPr id="1001" name="Google Shape;1001;g36468d4ee1f_3_1054"/>
          <p:cNvSpPr/>
          <p:nvPr>
            <p:ph idx="2" type="pic"/>
          </p:nvPr>
        </p:nvSpPr>
        <p:spPr>
          <a:xfrm>
            <a:off x="7405685" y="757036"/>
            <a:ext cx="3303900" cy="2235300"/>
          </a:xfrm>
          <a:prstGeom prst="rect">
            <a:avLst/>
          </a:prstGeom>
          <a:solidFill>
            <a:schemeClr val="lt1"/>
          </a:solidFill>
          <a:ln>
            <a:noFill/>
          </a:ln>
        </p:spPr>
      </p:sp>
      <p:sp>
        <p:nvSpPr>
          <p:cNvPr id="1002" name="Google Shape;1002;g36468d4ee1f_3_1054"/>
          <p:cNvSpPr/>
          <p:nvPr>
            <p:ph idx="3" type="pic"/>
          </p:nvPr>
        </p:nvSpPr>
        <p:spPr>
          <a:xfrm>
            <a:off x="4975112" y="757036"/>
            <a:ext cx="2235300" cy="2235300"/>
          </a:xfrm>
          <a:prstGeom prst="rect">
            <a:avLst/>
          </a:prstGeom>
          <a:solidFill>
            <a:schemeClr val="lt1"/>
          </a:solidFill>
          <a:ln>
            <a:noFill/>
          </a:ln>
        </p:spPr>
      </p:sp>
      <p:sp>
        <p:nvSpPr>
          <p:cNvPr id="1003" name="Google Shape;1003;g36468d4ee1f_3_1054"/>
          <p:cNvSpPr/>
          <p:nvPr>
            <p:ph idx="4" type="pic"/>
          </p:nvPr>
        </p:nvSpPr>
        <p:spPr>
          <a:xfrm>
            <a:off x="1372980" y="3265714"/>
            <a:ext cx="2430300" cy="3592200"/>
          </a:xfrm>
          <a:prstGeom prst="rect">
            <a:avLst/>
          </a:prstGeom>
          <a:solidFill>
            <a:schemeClr val="lt1"/>
          </a:solidFill>
          <a:ln>
            <a:noFill/>
          </a:ln>
        </p:spPr>
      </p:sp>
      <p:pic>
        <p:nvPicPr>
          <p:cNvPr id="1004" name="Google Shape;1004;g36468d4ee1f_3_105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1005" name="Shape 1005"/>
        <p:cNvGrpSpPr/>
        <p:nvPr/>
      </p:nvGrpSpPr>
      <p:grpSpPr>
        <a:xfrm>
          <a:off x="0" y="0"/>
          <a:ext cx="0" cy="0"/>
          <a:chOff x="0" y="0"/>
          <a:chExt cx="0" cy="0"/>
        </a:xfrm>
      </p:grpSpPr>
      <p:sp>
        <p:nvSpPr>
          <p:cNvPr id="1006" name="Google Shape;1006;g36468d4ee1f_3_1059"/>
          <p:cNvSpPr/>
          <p:nvPr>
            <p:ph idx="2" type="pic"/>
          </p:nvPr>
        </p:nvSpPr>
        <p:spPr>
          <a:xfrm>
            <a:off x="945565" y="4375786"/>
            <a:ext cx="1642500" cy="1642500"/>
          </a:xfrm>
          <a:prstGeom prst="rect">
            <a:avLst/>
          </a:prstGeom>
          <a:solidFill>
            <a:schemeClr val="lt1"/>
          </a:solidFill>
          <a:ln>
            <a:noFill/>
          </a:ln>
        </p:spPr>
      </p:sp>
      <p:sp>
        <p:nvSpPr>
          <p:cNvPr id="1007" name="Google Shape;1007;g36468d4ee1f_3_1059"/>
          <p:cNvSpPr/>
          <p:nvPr>
            <p:ph idx="3" type="pic"/>
          </p:nvPr>
        </p:nvSpPr>
        <p:spPr>
          <a:xfrm>
            <a:off x="6786169" y="839634"/>
            <a:ext cx="2952900" cy="5178600"/>
          </a:xfrm>
          <a:prstGeom prst="rect">
            <a:avLst/>
          </a:prstGeom>
          <a:solidFill>
            <a:schemeClr val="lt1"/>
          </a:solidFill>
          <a:ln>
            <a:noFill/>
          </a:ln>
        </p:spPr>
      </p:sp>
      <p:pic>
        <p:nvPicPr>
          <p:cNvPr id="1008" name="Google Shape;1008;g36468d4ee1f_3_105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1009" name="Shape 1009"/>
        <p:cNvGrpSpPr/>
        <p:nvPr/>
      </p:nvGrpSpPr>
      <p:grpSpPr>
        <a:xfrm>
          <a:off x="0" y="0"/>
          <a:ext cx="0" cy="0"/>
          <a:chOff x="0" y="0"/>
          <a:chExt cx="0" cy="0"/>
        </a:xfrm>
      </p:grpSpPr>
      <p:sp>
        <p:nvSpPr>
          <p:cNvPr id="1010" name="Google Shape;1010;g36468d4ee1f_3_1063"/>
          <p:cNvSpPr/>
          <p:nvPr>
            <p:ph idx="2" type="pic"/>
          </p:nvPr>
        </p:nvSpPr>
        <p:spPr>
          <a:xfrm>
            <a:off x="6231818" y="3918532"/>
            <a:ext cx="4477800" cy="2046300"/>
          </a:xfrm>
          <a:prstGeom prst="rect">
            <a:avLst/>
          </a:prstGeom>
          <a:solidFill>
            <a:schemeClr val="lt1"/>
          </a:solidFill>
          <a:ln>
            <a:noFill/>
          </a:ln>
        </p:spPr>
      </p:sp>
      <p:sp>
        <p:nvSpPr>
          <p:cNvPr id="1011" name="Google Shape;1011;g36468d4ee1f_3_1063"/>
          <p:cNvSpPr/>
          <p:nvPr>
            <p:ph idx="3" type="pic"/>
          </p:nvPr>
        </p:nvSpPr>
        <p:spPr>
          <a:xfrm>
            <a:off x="1" y="512772"/>
            <a:ext cx="5393100" cy="2693400"/>
          </a:xfrm>
          <a:prstGeom prst="rect">
            <a:avLst/>
          </a:prstGeom>
          <a:solidFill>
            <a:schemeClr val="lt1"/>
          </a:solidFill>
          <a:ln>
            <a:noFill/>
          </a:ln>
        </p:spPr>
      </p:sp>
      <p:pic>
        <p:nvPicPr>
          <p:cNvPr id="1012" name="Google Shape;1012;g36468d4ee1f_3_106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1013" name="Shape 1013"/>
        <p:cNvGrpSpPr/>
        <p:nvPr/>
      </p:nvGrpSpPr>
      <p:grpSpPr>
        <a:xfrm>
          <a:off x="0" y="0"/>
          <a:ext cx="0" cy="0"/>
          <a:chOff x="0" y="0"/>
          <a:chExt cx="0" cy="0"/>
        </a:xfrm>
      </p:grpSpPr>
      <p:sp>
        <p:nvSpPr>
          <p:cNvPr id="1014" name="Google Shape;1014;g36468d4ee1f_3_1067"/>
          <p:cNvSpPr/>
          <p:nvPr>
            <p:ph idx="2" type="pic"/>
          </p:nvPr>
        </p:nvSpPr>
        <p:spPr>
          <a:xfrm>
            <a:off x="5370288" y="616476"/>
            <a:ext cx="2965500" cy="5625000"/>
          </a:xfrm>
          <a:prstGeom prst="rect">
            <a:avLst/>
          </a:prstGeom>
          <a:solidFill>
            <a:schemeClr val="lt1"/>
          </a:solidFill>
          <a:ln>
            <a:noFill/>
          </a:ln>
        </p:spPr>
      </p:sp>
      <p:sp>
        <p:nvSpPr>
          <p:cNvPr id="1015" name="Google Shape;1015;g36468d4ee1f_3_1067"/>
          <p:cNvSpPr/>
          <p:nvPr>
            <p:ph idx="3" type="pic"/>
          </p:nvPr>
        </p:nvSpPr>
        <p:spPr>
          <a:xfrm>
            <a:off x="8505736" y="616474"/>
            <a:ext cx="2034000" cy="1778700"/>
          </a:xfrm>
          <a:prstGeom prst="rect">
            <a:avLst/>
          </a:prstGeom>
          <a:solidFill>
            <a:schemeClr val="lt1"/>
          </a:solidFill>
          <a:ln>
            <a:noFill/>
          </a:ln>
        </p:spPr>
      </p:sp>
      <p:sp>
        <p:nvSpPr>
          <p:cNvPr id="1016" name="Google Shape;1016;g36468d4ee1f_3_1067"/>
          <p:cNvSpPr/>
          <p:nvPr>
            <p:ph idx="4" type="pic"/>
          </p:nvPr>
        </p:nvSpPr>
        <p:spPr>
          <a:xfrm>
            <a:off x="8505736" y="2539633"/>
            <a:ext cx="2034000" cy="1778700"/>
          </a:xfrm>
          <a:prstGeom prst="rect">
            <a:avLst/>
          </a:prstGeom>
          <a:solidFill>
            <a:schemeClr val="lt1"/>
          </a:solidFill>
          <a:ln>
            <a:noFill/>
          </a:ln>
        </p:spPr>
      </p:sp>
      <p:sp>
        <p:nvSpPr>
          <p:cNvPr id="1017" name="Google Shape;1017;g36468d4ee1f_3_1067"/>
          <p:cNvSpPr/>
          <p:nvPr>
            <p:ph idx="5" type="pic"/>
          </p:nvPr>
        </p:nvSpPr>
        <p:spPr>
          <a:xfrm>
            <a:off x="8505736" y="4462792"/>
            <a:ext cx="2034000" cy="1778700"/>
          </a:xfrm>
          <a:prstGeom prst="rect">
            <a:avLst/>
          </a:prstGeom>
          <a:solidFill>
            <a:schemeClr val="lt1"/>
          </a:solidFill>
          <a:ln>
            <a:noFill/>
          </a:ln>
        </p:spPr>
      </p:sp>
      <p:pic>
        <p:nvPicPr>
          <p:cNvPr id="1018" name="Google Shape;1018;g36468d4ee1f_3_106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1019" name="Shape 1019"/>
        <p:cNvGrpSpPr/>
        <p:nvPr/>
      </p:nvGrpSpPr>
      <p:grpSpPr>
        <a:xfrm>
          <a:off x="0" y="0"/>
          <a:ext cx="0" cy="0"/>
          <a:chOff x="0" y="0"/>
          <a:chExt cx="0" cy="0"/>
        </a:xfrm>
      </p:grpSpPr>
      <p:sp>
        <p:nvSpPr>
          <p:cNvPr id="1020" name="Google Shape;1020;g36468d4ee1f_3_1073"/>
          <p:cNvSpPr/>
          <p:nvPr>
            <p:ph idx="2" type="pic"/>
          </p:nvPr>
        </p:nvSpPr>
        <p:spPr>
          <a:xfrm>
            <a:off x="1323522" y="1123950"/>
            <a:ext cx="2120100" cy="4578300"/>
          </a:xfrm>
          <a:prstGeom prst="rect">
            <a:avLst/>
          </a:prstGeom>
          <a:solidFill>
            <a:schemeClr val="lt1"/>
          </a:solidFill>
          <a:ln>
            <a:noFill/>
          </a:ln>
        </p:spPr>
      </p:sp>
      <p:sp>
        <p:nvSpPr>
          <p:cNvPr id="1021" name="Google Shape;1021;g36468d4ee1f_3_1073"/>
          <p:cNvSpPr/>
          <p:nvPr>
            <p:ph idx="3" type="pic"/>
          </p:nvPr>
        </p:nvSpPr>
        <p:spPr>
          <a:xfrm>
            <a:off x="7849986" y="0"/>
            <a:ext cx="2120100" cy="2970600"/>
          </a:xfrm>
          <a:prstGeom prst="rect">
            <a:avLst/>
          </a:prstGeom>
          <a:solidFill>
            <a:schemeClr val="lt1"/>
          </a:solidFill>
          <a:ln>
            <a:noFill/>
          </a:ln>
        </p:spPr>
      </p:sp>
      <p:pic>
        <p:nvPicPr>
          <p:cNvPr id="1022" name="Google Shape;1022;g36468d4ee1f_3_107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1023" name="Shape 1023"/>
        <p:cNvGrpSpPr/>
        <p:nvPr/>
      </p:nvGrpSpPr>
      <p:grpSpPr>
        <a:xfrm>
          <a:off x="0" y="0"/>
          <a:ext cx="0" cy="0"/>
          <a:chOff x="0" y="0"/>
          <a:chExt cx="0" cy="0"/>
        </a:xfrm>
      </p:grpSpPr>
      <p:sp>
        <p:nvSpPr>
          <p:cNvPr id="1024" name="Google Shape;1024;g36468d4ee1f_3_1077"/>
          <p:cNvSpPr/>
          <p:nvPr>
            <p:ph idx="2" type="pic"/>
          </p:nvPr>
        </p:nvSpPr>
        <p:spPr>
          <a:xfrm>
            <a:off x="1451036" y="3571877"/>
            <a:ext cx="3685800" cy="2333700"/>
          </a:xfrm>
          <a:prstGeom prst="rect">
            <a:avLst/>
          </a:prstGeom>
          <a:solidFill>
            <a:schemeClr val="lt1"/>
          </a:solidFill>
          <a:ln>
            <a:noFill/>
          </a:ln>
        </p:spPr>
      </p:sp>
      <p:pic>
        <p:nvPicPr>
          <p:cNvPr id="1025" name="Google Shape;1025;g36468d4ee1f_3_107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1026" name="Shape 1026"/>
        <p:cNvGrpSpPr/>
        <p:nvPr/>
      </p:nvGrpSpPr>
      <p:grpSpPr>
        <a:xfrm>
          <a:off x="0" y="0"/>
          <a:ext cx="0" cy="0"/>
          <a:chOff x="0" y="0"/>
          <a:chExt cx="0" cy="0"/>
        </a:xfrm>
      </p:grpSpPr>
      <p:sp>
        <p:nvSpPr>
          <p:cNvPr id="1027" name="Google Shape;1027;g36468d4ee1f_3_1080"/>
          <p:cNvSpPr/>
          <p:nvPr>
            <p:ph idx="2" type="pic"/>
          </p:nvPr>
        </p:nvSpPr>
        <p:spPr>
          <a:xfrm>
            <a:off x="0" y="4094373"/>
            <a:ext cx="3536700" cy="2156700"/>
          </a:xfrm>
          <a:prstGeom prst="rect">
            <a:avLst/>
          </a:prstGeom>
          <a:solidFill>
            <a:schemeClr val="lt1"/>
          </a:solidFill>
          <a:ln>
            <a:noFill/>
          </a:ln>
        </p:spPr>
      </p:sp>
      <p:sp>
        <p:nvSpPr>
          <p:cNvPr id="1028" name="Google Shape;1028;g36468d4ee1f_3_1080"/>
          <p:cNvSpPr/>
          <p:nvPr>
            <p:ph idx="3" type="pic"/>
          </p:nvPr>
        </p:nvSpPr>
        <p:spPr>
          <a:xfrm>
            <a:off x="7199085" y="1"/>
            <a:ext cx="2577900" cy="3316800"/>
          </a:xfrm>
          <a:prstGeom prst="rect">
            <a:avLst/>
          </a:prstGeom>
          <a:solidFill>
            <a:schemeClr val="lt1"/>
          </a:solidFill>
          <a:ln>
            <a:noFill/>
          </a:ln>
        </p:spPr>
      </p:sp>
      <p:pic>
        <p:nvPicPr>
          <p:cNvPr id="1029" name="Google Shape;1029;g36468d4ee1f_3_108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30" name="Shape 1030"/>
        <p:cNvGrpSpPr/>
        <p:nvPr/>
      </p:nvGrpSpPr>
      <p:grpSpPr>
        <a:xfrm>
          <a:off x="0" y="0"/>
          <a:ext cx="0" cy="0"/>
          <a:chOff x="0" y="0"/>
          <a:chExt cx="0" cy="0"/>
        </a:xfrm>
      </p:grpSpPr>
      <p:sp>
        <p:nvSpPr>
          <p:cNvPr id="1031" name="Google Shape;1031;g36468d4ee1f_3_1084"/>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6468d4ee1f_3_1084"/>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3" name="Google Shape;1033;g36468d4ee1f_3_108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34" name="Google Shape;1034;g36468d4ee1f_3_108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35" name="Shape 1035"/>
        <p:cNvGrpSpPr/>
        <p:nvPr/>
      </p:nvGrpSpPr>
      <p:grpSpPr>
        <a:xfrm>
          <a:off x="0" y="0"/>
          <a:ext cx="0" cy="0"/>
          <a:chOff x="0" y="0"/>
          <a:chExt cx="0" cy="0"/>
        </a:xfrm>
      </p:grpSpPr>
      <p:sp>
        <p:nvSpPr>
          <p:cNvPr id="1036" name="Google Shape;1036;g36468d4ee1f_3_1089"/>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g36468d4ee1f_3_1089"/>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8" name="Google Shape;1038;g36468d4ee1f_3_1089"/>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39" name="Google Shape;1039;g36468d4ee1f_3_1089"/>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040" name="Shape 1040"/>
        <p:cNvGrpSpPr/>
        <p:nvPr/>
      </p:nvGrpSpPr>
      <p:grpSpPr>
        <a:xfrm>
          <a:off x="0" y="0"/>
          <a:ext cx="0" cy="0"/>
          <a:chOff x="0" y="0"/>
          <a:chExt cx="0" cy="0"/>
        </a:xfrm>
      </p:grpSpPr>
      <p:sp>
        <p:nvSpPr>
          <p:cNvPr id="1041" name="Google Shape;1041;g36468d4ee1f_3_1094"/>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sp>
        <p:nvSpPr>
          <p:cNvPr id="1042" name="Google Shape;1042;g36468d4ee1f_3_1094"/>
          <p:cNvSpPr txBox="1"/>
          <p:nvPr>
            <p:ph idx="2" type="title"/>
          </p:nvPr>
        </p:nvSpPr>
        <p:spPr>
          <a:xfrm>
            <a:off x="960000" y="1367634"/>
            <a:ext cx="2270100" cy="1324800"/>
          </a:xfrm>
          <a:prstGeom prst="rect">
            <a:avLst/>
          </a:prstGeom>
          <a:noFill/>
          <a:ln>
            <a:noFill/>
          </a:ln>
        </p:spPr>
        <p:txBody>
          <a:bodyPr anchorCtr="0" anchor="ctr" bIns="121900" lIns="121900" spcFirstLastPara="1" rIns="121900" wrap="square" tIns="121900">
            <a:noAutofit/>
          </a:bodyPr>
          <a:lstStyle>
            <a:lvl1pPr lvl="0" marR="0" algn="l">
              <a:lnSpc>
                <a:spcPct val="100000"/>
              </a:lnSpc>
              <a:spcBef>
                <a:spcPts val="0"/>
              </a:spcBef>
              <a:spcAft>
                <a:spcPts val="0"/>
              </a:spcAft>
              <a:buClr>
                <a:srgbClr val="000000"/>
              </a:buClr>
              <a:buSzPts val="8000"/>
              <a:buFont typeface="Arial"/>
              <a:buChar char="●"/>
              <a:defRPr b="0" i="0" sz="8300" u="none" cap="none" strike="noStrike">
                <a:solidFill>
                  <a:srgbClr val="000000"/>
                </a:solidFill>
                <a:latin typeface="Poppins"/>
                <a:ea typeface="Poppins"/>
                <a:cs typeface="Poppins"/>
                <a:sym typeface="Poppins"/>
              </a:defRPr>
            </a:lvl1pPr>
            <a:lvl2pPr lvl="1"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8000"/>
              <a:buFont typeface="Arial"/>
              <a:buChar char="■"/>
              <a:defRPr b="0" i="0" sz="8000" u="none" cap="none" strike="noStrike">
                <a:solidFill>
                  <a:srgbClr val="000000"/>
                </a:solidFill>
                <a:latin typeface="Arial"/>
                <a:ea typeface="Arial"/>
                <a:cs typeface="Arial"/>
                <a:sym typeface="Arial"/>
              </a:defRPr>
            </a:lvl9pPr>
          </a:lstStyle>
          <a:p/>
        </p:txBody>
      </p:sp>
      <p:sp>
        <p:nvSpPr>
          <p:cNvPr id="1043" name="Google Shape;1043;g36468d4ee1f_3_1094"/>
          <p:cNvSpPr txBox="1"/>
          <p:nvPr>
            <p:ph idx="1" type="subTitle"/>
          </p:nvPr>
        </p:nvSpPr>
        <p:spPr>
          <a:xfrm>
            <a:off x="960000" y="4336500"/>
            <a:ext cx="7464000" cy="610500"/>
          </a:xfrm>
          <a:prstGeom prst="rect">
            <a:avLst/>
          </a:prstGeom>
          <a:noFill/>
          <a:ln>
            <a:noFill/>
          </a:ln>
        </p:spPr>
        <p:txBody>
          <a:bodyPr anchorCtr="0" anchor="t" bIns="121900" lIns="121900" spcFirstLastPara="1" rIns="121900" wrap="square" tIns="121900">
            <a:noAutofit/>
          </a:bodyPr>
          <a:lstStyle>
            <a:lvl1pPr lv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lvl="1"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grpSp>
        <p:nvGrpSpPr>
          <p:cNvPr id="1044" name="Google Shape;1044;g36468d4ee1f_3_1094"/>
          <p:cNvGrpSpPr/>
          <p:nvPr/>
        </p:nvGrpSpPr>
        <p:grpSpPr>
          <a:xfrm>
            <a:off x="-718923" y="-2290579"/>
            <a:ext cx="5862778" cy="5562070"/>
            <a:chOff x="-494405" y="-1584824"/>
            <a:chExt cx="4397194" cy="4171657"/>
          </a:xfrm>
        </p:grpSpPr>
        <p:grpSp>
          <p:nvGrpSpPr>
            <p:cNvPr id="1045" name="Google Shape;1045;g36468d4ee1f_3_1094"/>
            <p:cNvGrpSpPr/>
            <p:nvPr/>
          </p:nvGrpSpPr>
          <p:grpSpPr>
            <a:xfrm>
              <a:off x="-494405" y="-252396"/>
              <a:ext cx="1741563" cy="1288563"/>
              <a:chOff x="-494405" y="-252396"/>
              <a:chExt cx="1741563" cy="1288563"/>
            </a:xfrm>
          </p:grpSpPr>
          <p:sp>
            <p:nvSpPr>
              <p:cNvPr id="1046" name="Google Shape;1046;g36468d4ee1f_3_109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g36468d4ee1f_3_109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8" name="Google Shape;1048;g36468d4ee1f_3_1094"/>
            <p:cNvGrpSpPr/>
            <p:nvPr/>
          </p:nvGrpSpPr>
          <p:grpSpPr>
            <a:xfrm>
              <a:off x="245875" y="-51824"/>
              <a:ext cx="208200" cy="1824700"/>
              <a:chOff x="1040050" y="3812126"/>
              <a:chExt cx="208200" cy="1824700"/>
            </a:xfrm>
          </p:grpSpPr>
          <p:sp>
            <p:nvSpPr>
              <p:cNvPr id="1049" name="Google Shape;1049;g36468d4ee1f_3_109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g36468d4ee1f_3_109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7E6E6">
                      <a:alpha val="46666"/>
                    </a:srgbClr>
                  </a:gs>
                  <a:gs pos="78000">
                    <a:srgbClr val="FFFFFF">
                      <a:alpha val="46666"/>
                    </a:srgbClr>
                  </a:gs>
                  <a:gs pos="100000">
                    <a:srgbClr val="FFFFFF">
                      <a:alpha val="46666"/>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1" name="Google Shape;1051;g36468d4ee1f_3_1094"/>
            <p:cNvGrpSpPr/>
            <p:nvPr/>
          </p:nvGrpSpPr>
          <p:grpSpPr>
            <a:xfrm>
              <a:off x="441575" y="-36652"/>
              <a:ext cx="699940" cy="478601"/>
              <a:chOff x="39723" y="4349022"/>
              <a:chExt cx="1061963" cy="726143"/>
            </a:xfrm>
          </p:grpSpPr>
          <p:grpSp>
            <p:nvGrpSpPr>
              <p:cNvPr id="1052" name="Google Shape;1052;g36468d4ee1f_3_1094"/>
              <p:cNvGrpSpPr/>
              <p:nvPr/>
            </p:nvGrpSpPr>
            <p:grpSpPr>
              <a:xfrm rot="2700000">
                <a:off x="140502" y="4460925"/>
                <a:ext cx="524584" cy="502337"/>
                <a:chOff x="1189791" y="-1767331"/>
                <a:chExt cx="904284" cy="865933"/>
              </a:xfrm>
            </p:grpSpPr>
            <p:sp>
              <p:nvSpPr>
                <p:cNvPr id="1053" name="Google Shape;1053;g36468d4ee1f_3_109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54" name="Google Shape;1054;g36468d4ee1f_3_1094"/>
                <p:cNvGrpSpPr/>
                <p:nvPr/>
              </p:nvGrpSpPr>
              <p:grpSpPr>
                <a:xfrm>
                  <a:off x="1232795" y="-1740829"/>
                  <a:ext cx="717622" cy="717393"/>
                  <a:chOff x="1483457" y="3953671"/>
                  <a:chExt cx="717622" cy="717393"/>
                </a:xfrm>
              </p:grpSpPr>
              <p:sp>
                <p:nvSpPr>
                  <p:cNvPr id="1055" name="Google Shape;1055;g36468d4ee1f_3_109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36468d4ee1f_3_109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g36468d4ee1f_3_109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g36468d4ee1f_3_109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36468d4ee1f_3_109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60" name="Google Shape;1060;g36468d4ee1f_3_109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1" name="Google Shape;1061;g36468d4ee1f_3_1094"/>
            <p:cNvGrpSpPr/>
            <p:nvPr/>
          </p:nvGrpSpPr>
          <p:grpSpPr>
            <a:xfrm>
              <a:off x="955673" y="14"/>
              <a:ext cx="592576" cy="405260"/>
              <a:chOff x="39723" y="4349022"/>
              <a:chExt cx="1061963" cy="726143"/>
            </a:xfrm>
          </p:grpSpPr>
          <p:grpSp>
            <p:nvGrpSpPr>
              <p:cNvPr id="1062" name="Google Shape;1062;g36468d4ee1f_3_1094"/>
              <p:cNvGrpSpPr/>
              <p:nvPr/>
            </p:nvGrpSpPr>
            <p:grpSpPr>
              <a:xfrm rot="2700000">
                <a:off x="140502" y="4460925"/>
                <a:ext cx="524584" cy="502337"/>
                <a:chOff x="1189791" y="-1767331"/>
                <a:chExt cx="904284" cy="865933"/>
              </a:xfrm>
            </p:grpSpPr>
            <p:sp>
              <p:nvSpPr>
                <p:cNvPr id="1063" name="Google Shape;1063;g36468d4ee1f_3_109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4" name="Google Shape;1064;g36468d4ee1f_3_1094"/>
                <p:cNvGrpSpPr/>
                <p:nvPr/>
              </p:nvGrpSpPr>
              <p:grpSpPr>
                <a:xfrm>
                  <a:off x="1232795" y="-1740829"/>
                  <a:ext cx="717622" cy="717393"/>
                  <a:chOff x="1483457" y="3953671"/>
                  <a:chExt cx="717622" cy="717393"/>
                </a:xfrm>
              </p:grpSpPr>
              <p:sp>
                <p:nvSpPr>
                  <p:cNvPr id="1065" name="Google Shape;1065;g36468d4ee1f_3_109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6468d4ee1f_3_109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g36468d4ee1f_3_109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36468d4ee1f_3_109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g36468d4ee1f_3_109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70" name="Google Shape;1070;g36468d4ee1f_3_109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1" name="Google Shape;1071;g36468d4ee1f_3_1094"/>
            <p:cNvGrpSpPr/>
            <p:nvPr/>
          </p:nvGrpSpPr>
          <p:grpSpPr>
            <a:xfrm>
              <a:off x="0" y="621223"/>
              <a:ext cx="699940" cy="478601"/>
              <a:chOff x="39723" y="4349022"/>
              <a:chExt cx="1061963" cy="726143"/>
            </a:xfrm>
          </p:grpSpPr>
          <p:grpSp>
            <p:nvGrpSpPr>
              <p:cNvPr id="1072" name="Google Shape;1072;g36468d4ee1f_3_1094"/>
              <p:cNvGrpSpPr/>
              <p:nvPr/>
            </p:nvGrpSpPr>
            <p:grpSpPr>
              <a:xfrm rot="2700000">
                <a:off x="140502" y="4460925"/>
                <a:ext cx="524584" cy="502337"/>
                <a:chOff x="1189791" y="-1767331"/>
                <a:chExt cx="904284" cy="865933"/>
              </a:xfrm>
            </p:grpSpPr>
            <p:sp>
              <p:nvSpPr>
                <p:cNvPr id="1073" name="Google Shape;1073;g36468d4ee1f_3_109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235"/>
                      </a:srgbClr>
                    </a:gs>
                  </a:gsLst>
                  <a:path path="circle">
                    <a:fillToRect b="100%" r="100%"/>
                  </a:path>
                  <a:tileRect l="-10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4" name="Google Shape;1074;g36468d4ee1f_3_1094"/>
                <p:cNvGrpSpPr/>
                <p:nvPr/>
              </p:nvGrpSpPr>
              <p:grpSpPr>
                <a:xfrm>
                  <a:off x="1232795" y="-1740829"/>
                  <a:ext cx="717622" cy="717393"/>
                  <a:chOff x="1483457" y="3953671"/>
                  <a:chExt cx="717622" cy="717393"/>
                </a:xfrm>
              </p:grpSpPr>
              <p:sp>
                <p:nvSpPr>
                  <p:cNvPr id="1075" name="Google Shape;1075;g36468d4ee1f_3_109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g36468d4ee1f_3_109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g36468d4ee1f_3_109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g36468d4ee1f_3_109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g36468d4ee1f_3_109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80" name="Google Shape;1080;g36468d4ee1f_3_109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274"/>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1" name="Google Shape;1081;g36468d4ee1f_3_1094"/>
            <p:cNvGrpSpPr/>
            <p:nvPr/>
          </p:nvGrpSpPr>
          <p:grpSpPr>
            <a:xfrm rot="-8100000">
              <a:off x="540898" y="-1172741"/>
              <a:ext cx="2552124" cy="3347490"/>
              <a:chOff x="2976325" y="908175"/>
              <a:chExt cx="4028179" cy="5283555"/>
            </a:xfrm>
          </p:grpSpPr>
          <p:sp>
            <p:nvSpPr>
              <p:cNvPr id="1082" name="Google Shape;1082;g36468d4ee1f_3_109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36468d4ee1f_3_109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6468d4ee1f_3_109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1085" name="Shape 1085"/>
        <p:cNvGrpSpPr/>
        <p:nvPr/>
      </p:nvGrpSpPr>
      <p:grpSpPr>
        <a:xfrm>
          <a:off x="0" y="0"/>
          <a:ext cx="0" cy="0"/>
          <a:chOff x="0" y="0"/>
          <a:chExt cx="0" cy="0"/>
        </a:xfrm>
      </p:grpSpPr>
      <p:sp>
        <p:nvSpPr>
          <p:cNvPr id="1086" name="Google Shape;1086;g36468d4ee1f_3_1139"/>
          <p:cNvSpPr/>
          <p:nvPr>
            <p:ph idx="2" type="pic"/>
          </p:nvPr>
        </p:nvSpPr>
        <p:spPr>
          <a:xfrm>
            <a:off x="0" y="2670629"/>
            <a:ext cx="9243000" cy="4187400"/>
          </a:xfrm>
          <a:prstGeom prst="rect">
            <a:avLst/>
          </a:prstGeom>
          <a:solidFill>
            <a:schemeClr val="lt1"/>
          </a:solidFill>
          <a:ln>
            <a:noFill/>
          </a:ln>
        </p:spPr>
      </p:sp>
      <p:pic>
        <p:nvPicPr>
          <p:cNvPr id="1087" name="Google Shape;1087;g36468d4ee1f_3_1139"/>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088" name="Google Shape;1088;g36468d4ee1f_3_1139"/>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089" name="Google Shape;1089;g36468d4ee1f_3_1139"/>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1092" name="Shape 1092"/>
        <p:cNvGrpSpPr/>
        <p:nvPr/>
      </p:nvGrpSpPr>
      <p:grpSpPr>
        <a:xfrm>
          <a:off x="0" y="0"/>
          <a:ext cx="0" cy="0"/>
          <a:chOff x="0" y="0"/>
          <a:chExt cx="0" cy="0"/>
        </a:xfrm>
      </p:grpSpPr>
      <p:grpSp>
        <p:nvGrpSpPr>
          <p:cNvPr id="1093" name="Google Shape;1093;g36468d4ee1f_3_1834"/>
          <p:cNvGrpSpPr/>
          <p:nvPr/>
        </p:nvGrpSpPr>
        <p:grpSpPr>
          <a:xfrm>
            <a:off x="-528423" y="-2138180"/>
            <a:ext cx="5862778" cy="5562070"/>
            <a:chOff x="-494405" y="-1584824"/>
            <a:chExt cx="4397194" cy="4171657"/>
          </a:xfrm>
        </p:grpSpPr>
        <p:grpSp>
          <p:nvGrpSpPr>
            <p:cNvPr id="1094" name="Google Shape;1094;g36468d4ee1f_3_1834"/>
            <p:cNvGrpSpPr/>
            <p:nvPr/>
          </p:nvGrpSpPr>
          <p:grpSpPr>
            <a:xfrm>
              <a:off x="-494405" y="-252396"/>
              <a:ext cx="1741563" cy="1288563"/>
              <a:chOff x="-494405" y="-252396"/>
              <a:chExt cx="1741563" cy="1288563"/>
            </a:xfrm>
          </p:grpSpPr>
          <p:sp>
            <p:nvSpPr>
              <p:cNvPr id="1095" name="Google Shape;1095;g36468d4ee1f_3_183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96" name="Google Shape;1096;g36468d4ee1f_3_183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097" name="Google Shape;1097;g36468d4ee1f_3_1834"/>
            <p:cNvGrpSpPr/>
            <p:nvPr/>
          </p:nvGrpSpPr>
          <p:grpSpPr>
            <a:xfrm>
              <a:off x="245875" y="-51824"/>
              <a:ext cx="208200" cy="1824700"/>
              <a:chOff x="1040050" y="3812126"/>
              <a:chExt cx="208200" cy="1824700"/>
            </a:xfrm>
          </p:grpSpPr>
          <p:sp>
            <p:nvSpPr>
              <p:cNvPr id="1098" name="Google Shape;1098;g36468d4ee1f_3_183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099" name="Google Shape;1099;g36468d4ee1f_3_183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00" name="Google Shape;1100;g36468d4ee1f_3_1834"/>
            <p:cNvGrpSpPr/>
            <p:nvPr/>
          </p:nvGrpSpPr>
          <p:grpSpPr>
            <a:xfrm>
              <a:off x="441575" y="-36652"/>
              <a:ext cx="699940" cy="478601"/>
              <a:chOff x="39723" y="4349023"/>
              <a:chExt cx="1061963" cy="726143"/>
            </a:xfrm>
          </p:grpSpPr>
          <p:grpSp>
            <p:nvGrpSpPr>
              <p:cNvPr id="1101" name="Google Shape;1101;g36468d4ee1f_3_1834"/>
              <p:cNvGrpSpPr/>
              <p:nvPr/>
            </p:nvGrpSpPr>
            <p:grpSpPr>
              <a:xfrm rot="2700000">
                <a:off x="140502" y="4460926"/>
                <a:ext cx="524584" cy="502337"/>
                <a:chOff x="1189791" y="-1767331"/>
                <a:chExt cx="904284" cy="865933"/>
              </a:xfrm>
            </p:grpSpPr>
            <p:sp>
              <p:nvSpPr>
                <p:cNvPr id="1102" name="Google Shape;1102;g36468d4ee1f_3_18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03" name="Google Shape;1103;g36468d4ee1f_3_1834"/>
                <p:cNvGrpSpPr/>
                <p:nvPr/>
              </p:nvGrpSpPr>
              <p:grpSpPr>
                <a:xfrm>
                  <a:off x="1232795" y="-1740829"/>
                  <a:ext cx="717622" cy="717393"/>
                  <a:chOff x="1483457" y="3953671"/>
                  <a:chExt cx="717622" cy="717393"/>
                </a:xfrm>
              </p:grpSpPr>
              <p:sp>
                <p:nvSpPr>
                  <p:cNvPr id="1104" name="Google Shape;1104;g36468d4ee1f_3_18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5" name="Google Shape;1105;g36468d4ee1f_3_18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6" name="Google Shape;1106;g36468d4ee1f_3_18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7" name="Google Shape;1107;g36468d4ee1f_3_18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08" name="Google Shape;1108;g36468d4ee1f_3_18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09" name="Google Shape;1109;g36468d4ee1f_3_18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10" name="Google Shape;1110;g36468d4ee1f_3_1834"/>
            <p:cNvGrpSpPr/>
            <p:nvPr/>
          </p:nvGrpSpPr>
          <p:grpSpPr>
            <a:xfrm>
              <a:off x="955673" y="17"/>
              <a:ext cx="592576" cy="405260"/>
              <a:chOff x="39723" y="4349023"/>
              <a:chExt cx="1061963" cy="726143"/>
            </a:xfrm>
          </p:grpSpPr>
          <p:grpSp>
            <p:nvGrpSpPr>
              <p:cNvPr id="1111" name="Google Shape;1111;g36468d4ee1f_3_1834"/>
              <p:cNvGrpSpPr/>
              <p:nvPr/>
            </p:nvGrpSpPr>
            <p:grpSpPr>
              <a:xfrm rot="2700000">
                <a:off x="140502" y="4460926"/>
                <a:ext cx="524584" cy="502337"/>
                <a:chOff x="1189791" y="-1767331"/>
                <a:chExt cx="904284" cy="865933"/>
              </a:xfrm>
            </p:grpSpPr>
            <p:sp>
              <p:nvSpPr>
                <p:cNvPr id="1112" name="Google Shape;1112;g36468d4ee1f_3_18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13" name="Google Shape;1113;g36468d4ee1f_3_1834"/>
                <p:cNvGrpSpPr/>
                <p:nvPr/>
              </p:nvGrpSpPr>
              <p:grpSpPr>
                <a:xfrm>
                  <a:off x="1232795" y="-1740829"/>
                  <a:ext cx="717622" cy="717393"/>
                  <a:chOff x="1483457" y="3953671"/>
                  <a:chExt cx="717622" cy="717393"/>
                </a:xfrm>
              </p:grpSpPr>
              <p:sp>
                <p:nvSpPr>
                  <p:cNvPr id="1114" name="Google Shape;1114;g36468d4ee1f_3_18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15" name="Google Shape;1115;g36468d4ee1f_3_18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16" name="Google Shape;1116;g36468d4ee1f_3_18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17" name="Google Shape;1117;g36468d4ee1f_3_18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18" name="Google Shape;1118;g36468d4ee1f_3_18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19" name="Google Shape;1119;g36468d4ee1f_3_18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20" name="Google Shape;1120;g36468d4ee1f_3_1834"/>
            <p:cNvGrpSpPr/>
            <p:nvPr/>
          </p:nvGrpSpPr>
          <p:grpSpPr>
            <a:xfrm>
              <a:off x="0" y="621223"/>
              <a:ext cx="699940" cy="478601"/>
              <a:chOff x="39723" y="4349023"/>
              <a:chExt cx="1061963" cy="726143"/>
            </a:xfrm>
          </p:grpSpPr>
          <p:grpSp>
            <p:nvGrpSpPr>
              <p:cNvPr id="1121" name="Google Shape;1121;g36468d4ee1f_3_1834"/>
              <p:cNvGrpSpPr/>
              <p:nvPr/>
            </p:nvGrpSpPr>
            <p:grpSpPr>
              <a:xfrm rot="2700000">
                <a:off x="140502" y="4460926"/>
                <a:ext cx="524584" cy="502337"/>
                <a:chOff x="1189791" y="-1767331"/>
                <a:chExt cx="904284" cy="865933"/>
              </a:xfrm>
            </p:grpSpPr>
            <p:sp>
              <p:nvSpPr>
                <p:cNvPr id="1122" name="Google Shape;1122;g36468d4ee1f_3_18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23" name="Google Shape;1123;g36468d4ee1f_3_1834"/>
                <p:cNvGrpSpPr/>
                <p:nvPr/>
              </p:nvGrpSpPr>
              <p:grpSpPr>
                <a:xfrm>
                  <a:off x="1232795" y="-1740829"/>
                  <a:ext cx="717622" cy="717393"/>
                  <a:chOff x="1483457" y="3953671"/>
                  <a:chExt cx="717622" cy="717393"/>
                </a:xfrm>
              </p:grpSpPr>
              <p:sp>
                <p:nvSpPr>
                  <p:cNvPr id="1124" name="Google Shape;1124;g36468d4ee1f_3_18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25" name="Google Shape;1125;g36468d4ee1f_3_18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26" name="Google Shape;1126;g36468d4ee1f_3_18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27" name="Google Shape;1127;g36468d4ee1f_3_18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28" name="Google Shape;1128;g36468d4ee1f_3_18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29" name="Google Shape;1129;g36468d4ee1f_3_18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30" name="Google Shape;1130;g36468d4ee1f_3_1834"/>
            <p:cNvGrpSpPr/>
            <p:nvPr/>
          </p:nvGrpSpPr>
          <p:grpSpPr>
            <a:xfrm rot="-8100000">
              <a:off x="540898" y="-1172741"/>
              <a:ext cx="2552124" cy="3347490"/>
              <a:chOff x="2976325" y="908175"/>
              <a:chExt cx="4028179" cy="5283555"/>
            </a:xfrm>
          </p:grpSpPr>
          <p:sp>
            <p:nvSpPr>
              <p:cNvPr id="1131" name="Google Shape;1131;g36468d4ee1f_3_183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32" name="Google Shape;1132;g36468d4ee1f_3_183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33" name="Google Shape;1133;g36468d4ee1f_3_183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1134" name="Google Shape;1134;g36468d4ee1f_3_1834"/>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135" name="Google Shape;1135;g36468d4ee1f_3_1834"/>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136" name="Shape 1136"/>
        <p:cNvGrpSpPr/>
        <p:nvPr/>
      </p:nvGrpSpPr>
      <p:grpSpPr>
        <a:xfrm>
          <a:off x="0" y="0"/>
          <a:ext cx="0" cy="0"/>
          <a:chOff x="0" y="0"/>
          <a:chExt cx="0" cy="0"/>
        </a:xfrm>
      </p:grpSpPr>
      <p:pic>
        <p:nvPicPr>
          <p:cNvPr id="1137" name="Google Shape;1137;g36468d4ee1f_3_187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138" name="Google Shape;1138;g36468d4ee1f_3_1878"/>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139" name="Google Shape;1139;g36468d4ee1f_3_1878"/>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140" name="Shape 1140"/>
        <p:cNvGrpSpPr/>
        <p:nvPr/>
      </p:nvGrpSpPr>
      <p:grpSpPr>
        <a:xfrm>
          <a:off x="0" y="0"/>
          <a:ext cx="0" cy="0"/>
          <a:chOff x="0" y="0"/>
          <a:chExt cx="0" cy="0"/>
        </a:xfrm>
      </p:grpSpPr>
      <p:pic>
        <p:nvPicPr>
          <p:cNvPr id="1141" name="Google Shape;1141;g36468d4ee1f_3_188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142" name="Google Shape;1142;g36468d4ee1f_3_188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143" name="Google Shape;1143;g36468d4ee1f_3_188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44" name="Shape 1144"/>
        <p:cNvGrpSpPr/>
        <p:nvPr/>
      </p:nvGrpSpPr>
      <p:grpSpPr>
        <a:xfrm>
          <a:off x="0" y="0"/>
          <a:ext cx="0" cy="0"/>
          <a:chOff x="0" y="0"/>
          <a:chExt cx="0" cy="0"/>
        </a:xfrm>
      </p:grpSpPr>
      <p:sp>
        <p:nvSpPr>
          <p:cNvPr id="1145" name="Google Shape;1145;g36468d4ee1f_3_1886"/>
          <p:cNvSpPr txBox="1"/>
          <p:nvPr>
            <p:ph type="title"/>
          </p:nvPr>
        </p:nvSpPr>
        <p:spPr>
          <a:xfrm>
            <a:off x="960000" y="2772433"/>
            <a:ext cx="7464000" cy="1122300"/>
          </a:xfrm>
          <a:prstGeom prst="rect">
            <a:avLst/>
          </a:prstGeom>
          <a:noFill/>
          <a:ln>
            <a:noFill/>
          </a:ln>
        </p:spPr>
        <p:txBody>
          <a:bodyPr anchorCtr="0" anchor="ctr" bIns="121900" lIns="121900" spcFirstLastPara="1" rIns="121900" wrap="square" tIns="121900">
            <a:noAutofit/>
          </a:bodyPr>
          <a:lstStyle>
            <a:lvl1pPr lvl="0" marR="0" algn="l">
              <a:lnSpc>
                <a:spcPct val="100000"/>
              </a:lnSpc>
              <a:spcBef>
                <a:spcPts val="0"/>
              </a:spcBef>
              <a:spcAft>
                <a:spcPts val="0"/>
              </a:spcAft>
              <a:buClr>
                <a:srgbClr val="000000"/>
              </a:buClr>
              <a:buSzPts val="4800"/>
              <a:buFont typeface="Arial"/>
              <a:buChar char="●"/>
              <a:defRPr b="0" i="0" sz="6700" u="none" cap="none" strike="noStrike">
                <a:solidFill>
                  <a:srgbClr val="000000"/>
                </a:solidFill>
                <a:latin typeface="Arial"/>
                <a:ea typeface="Arial"/>
                <a:cs typeface="Arial"/>
                <a:sym typeface="Arial"/>
              </a:defRPr>
            </a:lvl1pPr>
            <a:lvl2pPr lvl="1"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4800"/>
              <a:buFont typeface="Arial"/>
              <a:buChar char="■"/>
              <a:defRPr b="0" i="0" sz="4800" u="none" cap="none" strike="noStrike">
                <a:solidFill>
                  <a:srgbClr val="000000"/>
                </a:solidFill>
                <a:latin typeface="Arial"/>
                <a:ea typeface="Arial"/>
                <a:cs typeface="Arial"/>
                <a:sym typeface="Arial"/>
              </a:defRPr>
            </a:lvl9pPr>
          </a:lstStyle>
          <a:p/>
        </p:txBody>
      </p:sp>
      <p:pic>
        <p:nvPicPr>
          <p:cNvPr id="1146" name="Google Shape;1146;g36468d4ee1f_3_1886"/>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147" name="Google Shape;1147;g36468d4ee1f_3_1886"/>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148" name="Shape 1148"/>
        <p:cNvGrpSpPr/>
        <p:nvPr/>
      </p:nvGrpSpPr>
      <p:grpSpPr>
        <a:xfrm>
          <a:off x="0" y="0"/>
          <a:ext cx="0" cy="0"/>
          <a:chOff x="0" y="0"/>
          <a:chExt cx="0" cy="0"/>
        </a:xfrm>
      </p:grpSpPr>
      <p:sp>
        <p:nvSpPr>
          <p:cNvPr id="1149" name="Google Shape;1149;g36468d4ee1f_3_1890"/>
          <p:cNvSpPr/>
          <p:nvPr>
            <p:ph idx="2" type="pic"/>
          </p:nvPr>
        </p:nvSpPr>
        <p:spPr>
          <a:xfrm>
            <a:off x="1068777" y="837967"/>
            <a:ext cx="2873700" cy="5182200"/>
          </a:xfrm>
          <a:prstGeom prst="rect">
            <a:avLst/>
          </a:prstGeom>
          <a:solidFill>
            <a:schemeClr val="lt1"/>
          </a:solidFill>
          <a:ln>
            <a:noFill/>
          </a:ln>
        </p:spPr>
      </p:sp>
      <p:grpSp>
        <p:nvGrpSpPr>
          <p:cNvPr id="1150" name="Google Shape;1150;g36468d4ee1f_3_1890"/>
          <p:cNvGrpSpPr/>
          <p:nvPr/>
        </p:nvGrpSpPr>
        <p:grpSpPr>
          <a:xfrm>
            <a:off x="-693518" y="-764200"/>
            <a:ext cx="2003005" cy="3742362"/>
            <a:chOff x="-367748" y="-573164"/>
            <a:chExt cx="1502291" cy="2806842"/>
          </a:xfrm>
        </p:grpSpPr>
        <p:grpSp>
          <p:nvGrpSpPr>
            <p:cNvPr id="1151" name="Google Shape;1151;g36468d4ee1f_3_1890"/>
            <p:cNvGrpSpPr/>
            <p:nvPr/>
          </p:nvGrpSpPr>
          <p:grpSpPr>
            <a:xfrm rot="10800000">
              <a:off x="-191449" y="1507557"/>
              <a:ext cx="904666" cy="726121"/>
              <a:chOff x="7945225" y="4302000"/>
              <a:chExt cx="904666" cy="726121"/>
            </a:xfrm>
          </p:grpSpPr>
          <p:sp>
            <p:nvSpPr>
              <p:cNvPr id="1152" name="Google Shape;1152;g36468d4ee1f_3_189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09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53" name="Google Shape;1153;g36468d4ee1f_3_189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54" name="Google Shape;1154;g36468d4ee1f_3_189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155" name="Google Shape;1155;g36468d4ee1f_3_1890"/>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176"/>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56" name="Google Shape;1156;g36468d4ee1f_3_1890"/>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17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157" name="Google Shape;1157;g36468d4ee1f_3_1890"/>
            <p:cNvGrpSpPr/>
            <p:nvPr/>
          </p:nvGrpSpPr>
          <p:grpSpPr>
            <a:xfrm rot="10800000">
              <a:off x="-367748" y="-467133"/>
              <a:ext cx="699928" cy="1651024"/>
              <a:chOff x="8337812" y="3492483"/>
              <a:chExt cx="699928" cy="1651024"/>
            </a:xfrm>
          </p:grpSpPr>
          <p:sp>
            <p:nvSpPr>
              <p:cNvPr id="1158" name="Google Shape;1158;g36468d4ee1f_3_189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59" name="Google Shape;1159;g36468d4ee1f_3_189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60" name="Google Shape;1160;g36468d4ee1f_3_189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nvGrpSpPr>
          <p:cNvPr id="1161" name="Google Shape;1161;g36468d4ee1f_3_1890"/>
          <p:cNvGrpSpPr/>
          <p:nvPr/>
        </p:nvGrpSpPr>
        <p:grpSpPr>
          <a:xfrm>
            <a:off x="10058982" y="-228028"/>
            <a:ext cx="4669343" cy="7413455"/>
            <a:chOff x="7392021" y="-171025"/>
            <a:chExt cx="3502095" cy="5560230"/>
          </a:xfrm>
        </p:grpSpPr>
        <p:grpSp>
          <p:nvGrpSpPr>
            <p:cNvPr id="1162" name="Google Shape;1162;g36468d4ee1f_3_1890"/>
            <p:cNvGrpSpPr/>
            <p:nvPr/>
          </p:nvGrpSpPr>
          <p:grpSpPr>
            <a:xfrm>
              <a:off x="7392021" y="539499"/>
              <a:ext cx="1518472" cy="3030657"/>
              <a:chOff x="7785196" y="342199"/>
              <a:chExt cx="1518472" cy="3030657"/>
            </a:xfrm>
          </p:grpSpPr>
          <p:sp>
            <p:nvSpPr>
              <p:cNvPr id="1163" name="Google Shape;1163;g36468d4ee1f_3_1890"/>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64" name="Google Shape;1164;g36468d4ee1f_3_1890"/>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165" name="Google Shape;1165;g36468d4ee1f_3_1890"/>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166" name="Google Shape;1166;g36468d4ee1f_3_1890"/>
            <p:cNvGrpSpPr/>
            <p:nvPr/>
          </p:nvGrpSpPr>
          <p:grpSpPr>
            <a:xfrm>
              <a:off x="7740801" y="270000"/>
              <a:ext cx="3153315" cy="5119205"/>
              <a:chOff x="7740801" y="270000"/>
              <a:chExt cx="3153315" cy="5119205"/>
            </a:xfrm>
          </p:grpSpPr>
          <p:sp>
            <p:nvSpPr>
              <p:cNvPr id="1167" name="Google Shape;1167;g36468d4ee1f_3_1890"/>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168" name="Google Shape;1168;g36468d4ee1f_3_1890"/>
              <p:cNvGrpSpPr/>
              <p:nvPr/>
            </p:nvGrpSpPr>
            <p:grpSpPr>
              <a:xfrm>
                <a:off x="8192864" y="4736395"/>
                <a:ext cx="134004" cy="134004"/>
                <a:chOff x="8356813" y="1074288"/>
                <a:chExt cx="351900" cy="351900"/>
              </a:xfrm>
            </p:grpSpPr>
            <p:sp>
              <p:nvSpPr>
                <p:cNvPr id="1169" name="Google Shape;1169;g36468d4ee1f_3_1890"/>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70" name="Google Shape;1170;g36468d4ee1f_3_1890"/>
                <p:cNvSpPr/>
                <p:nvPr/>
              </p:nvSpPr>
              <p:spPr>
                <a:xfrm>
                  <a:off x="8406497" y="1123972"/>
                  <a:ext cx="252600" cy="252600"/>
                </a:xfrm>
                <a:prstGeom prst="ellipse">
                  <a:avLst/>
                </a:prstGeom>
                <a:gradFill>
                  <a:gsLst>
                    <a:gs pos="0">
                      <a:srgbClr val="F50403">
                        <a:alpha val="54901"/>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1171" name="Google Shape;1171;g36468d4ee1f_3_1890"/>
              <p:cNvGrpSpPr/>
              <p:nvPr/>
            </p:nvGrpSpPr>
            <p:grpSpPr>
              <a:xfrm>
                <a:off x="8788189" y="3794720"/>
                <a:ext cx="134004" cy="134004"/>
                <a:chOff x="8356813" y="1074288"/>
                <a:chExt cx="351900" cy="351900"/>
              </a:xfrm>
            </p:grpSpPr>
            <p:sp>
              <p:nvSpPr>
                <p:cNvPr id="1172" name="Google Shape;1172;g36468d4ee1f_3_1890"/>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73" name="Google Shape;1173;g36468d4ee1f_3_1890"/>
                <p:cNvSpPr/>
                <p:nvPr/>
              </p:nvSpPr>
              <p:spPr>
                <a:xfrm>
                  <a:off x="8406497" y="1123972"/>
                  <a:ext cx="252600" cy="252600"/>
                </a:xfrm>
                <a:prstGeom prst="ellipse">
                  <a:avLst/>
                </a:prstGeom>
                <a:gradFill>
                  <a:gsLst>
                    <a:gs pos="0">
                      <a:srgbClr val="9900FF">
                        <a:alpha val="4549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nvGrpSpPr>
              <p:cNvPr id="1174" name="Google Shape;1174;g36468d4ee1f_3_1890"/>
              <p:cNvGrpSpPr/>
              <p:nvPr/>
            </p:nvGrpSpPr>
            <p:grpSpPr>
              <a:xfrm>
                <a:off x="8654164" y="2424670"/>
                <a:ext cx="134004" cy="134004"/>
                <a:chOff x="8356813" y="1074288"/>
                <a:chExt cx="351900" cy="351900"/>
              </a:xfrm>
            </p:grpSpPr>
            <p:sp>
              <p:nvSpPr>
                <p:cNvPr id="1175" name="Google Shape;1175;g36468d4ee1f_3_1890"/>
                <p:cNvSpPr/>
                <p:nvPr/>
              </p:nvSpPr>
              <p:spPr>
                <a:xfrm>
                  <a:off x="8356813" y="1074288"/>
                  <a:ext cx="351900" cy="351900"/>
                </a:xfrm>
                <a:prstGeom prst="ellipse">
                  <a:avLst/>
                </a:prstGeom>
                <a:no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176" name="Google Shape;1176;g36468d4ee1f_3_1890"/>
                <p:cNvSpPr/>
                <p:nvPr/>
              </p:nvSpPr>
              <p:spPr>
                <a:xfrm>
                  <a:off x="8406497" y="1123972"/>
                  <a:ext cx="252600" cy="252600"/>
                </a:xfrm>
                <a:prstGeom prst="ellipse">
                  <a:avLst/>
                </a:prstGeom>
                <a:gradFill>
                  <a:gsLst>
                    <a:gs pos="0">
                      <a:srgbClr val="F50403">
                        <a:alpha val="20000"/>
                      </a:srgbClr>
                    </a:gs>
                    <a:gs pos="100000">
                      <a:srgbClr val="FFFFFF">
                        <a:alpha val="0"/>
                      </a:srgbClr>
                    </a:gs>
                  </a:gsLst>
                  <a:path path="circle">
                    <a:fillToRect b="50%" l="50%" r="50%" t="50%"/>
                  </a:path>
                  <a:tileRect/>
                </a:gradFill>
                <a:ln cap="flat" cmpd="sng" w="9525">
                  <a:solidFill>
                    <a:srgbClr val="F5040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grpSp>
      <p:pic>
        <p:nvPicPr>
          <p:cNvPr id="1177" name="Google Shape;1177;g36468d4ee1f_3_1890"/>
          <p:cNvPicPr preferRelativeResize="0"/>
          <p:nvPr/>
        </p:nvPicPr>
        <p:blipFill rotWithShape="1">
          <a:blip r:embed="rId2">
            <a:alphaModFix/>
          </a:blip>
          <a:srcRect b="26177" l="16960" r="7121" t="24718"/>
          <a:stretch/>
        </p:blipFill>
        <p:spPr>
          <a:xfrm>
            <a:off x="9819959" y="-1595786"/>
            <a:ext cx="4977374" cy="379883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1178" name="Shape 1178"/>
        <p:cNvGrpSpPr/>
        <p:nvPr/>
      </p:nvGrpSpPr>
      <p:grpSpPr>
        <a:xfrm>
          <a:off x="0" y="0"/>
          <a:ext cx="0" cy="0"/>
          <a:chOff x="0" y="0"/>
          <a:chExt cx="0" cy="0"/>
        </a:xfrm>
      </p:grpSpPr>
      <p:pic>
        <p:nvPicPr>
          <p:cNvPr id="1179" name="Google Shape;1179;g36468d4ee1f_3_1920"/>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grpSp>
        <p:nvGrpSpPr>
          <p:cNvPr id="1180" name="Google Shape;1180;g36468d4ee1f_3_1920"/>
          <p:cNvGrpSpPr/>
          <p:nvPr/>
        </p:nvGrpSpPr>
        <p:grpSpPr>
          <a:xfrm>
            <a:off x="-680824" y="-2290578"/>
            <a:ext cx="5862778" cy="5562070"/>
            <a:chOff x="-494405" y="-1584824"/>
            <a:chExt cx="4397194" cy="4171657"/>
          </a:xfrm>
        </p:grpSpPr>
        <p:grpSp>
          <p:nvGrpSpPr>
            <p:cNvPr id="1181" name="Google Shape;1181;g36468d4ee1f_3_1920"/>
            <p:cNvGrpSpPr/>
            <p:nvPr/>
          </p:nvGrpSpPr>
          <p:grpSpPr>
            <a:xfrm>
              <a:off x="-494405" y="-252396"/>
              <a:ext cx="1741563" cy="1288563"/>
              <a:chOff x="-494405" y="-252396"/>
              <a:chExt cx="1741563" cy="1288563"/>
            </a:xfrm>
          </p:grpSpPr>
          <p:sp>
            <p:nvSpPr>
              <p:cNvPr id="1182" name="Google Shape;1182;g36468d4ee1f_3_192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83" name="Google Shape;1183;g36468d4ee1f_3_192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84" name="Google Shape;1184;g36468d4ee1f_3_1920"/>
            <p:cNvGrpSpPr/>
            <p:nvPr/>
          </p:nvGrpSpPr>
          <p:grpSpPr>
            <a:xfrm>
              <a:off x="245875" y="-51824"/>
              <a:ext cx="208200" cy="1824700"/>
              <a:chOff x="1040050" y="3812126"/>
              <a:chExt cx="208200" cy="1824700"/>
            </a:xfrm>
          </p:grpSpPr>
          <p:sp>
            <p:nvSpPr>
              <p:cNvPr id="1185" name="Google Shape;1185;g36468d4ee1f_3_192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86" name="Google Shape;1186;g36468d4ee1f_3_192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87" name="Google Shape;1187;g36468d4ee1f_3_1920"/>
            <p:cNvGrpSpPr/>
            <p:nvPr/>
          </p:nvGrpSpPr>
          <p:grpSpPr>
            <a:xfrm>
              <a:off x="441574" y="-36652"/>
              <a:ext cx="699940" cy="478601"/>
              <a:chOff x="39723" y="4349022"/>
              <a:chExt cx="1061963" cy="726143"/>
            </a:xfrm>
          </p:grpSpPr>
          <p:grpSp>
            <p:nvGrpSpPr>
              <p:cNvPr id="1188" name="Google Shape;1188;g36468d4ee1f_3_1920"/>
              <p:cNvGrpSpPr/>
              <p:nvPr/>
            </p:nvGrpSpPr>
            <p:grpSpPr>
              <a:xfrm rot="2700000">
                <a:off x="140502" y="4460925"/>
                <a:ext cx="524584" cy="502337"/>
                <a:chOff x="1189791" y="-1767331"/>
                <a:chExt cx="904284" cy="865933"/>
              </a:xfrm>
            </p:grpSpPr>
            <p:sp>
              <p:nvSpPr>
                <p:cNvPr id="1189" name="Google Shape;1189;g36468d4ee1f_3_19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190" name="Google Shape;1190;g36468d4ee1f_3_1920"/>
                <p:cNvGrpSpPr/>
                <p:nvPr/>
              </p:nvGrpSpPr>
              <p:grpSpPr>
                <a:xfrm>
                  <a:off x="1232795" y="-1740829"/>
                  <a:ext cx="717622" cy="717393"/>
                  <a:chOff x="1483457" y="3953671"/>
                  <a:chExt cx="717622" cy="717393"/>
                </a:xfrm>
              </p:grpSpPr>
              <p:sp>
                <p:nvSpPr>
                  <p:cNvPr id="1191" name="Google Shape;1191;g36468d4ee1f_3_19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2" name="Google Shape;1192;g36468d4ee1f_3_19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3" name="Google Shape;1193;g36468d4ee1f_3_19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4" name="Google Shape;1194;g36468d4ee1f_3_19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195" name="Google Shape;1195;g36468d4ee1f_3_19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196" name="Google Shape;1196;g36468d4ee1f_3_19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197" name="Google Shape;1197;g36468d4ee1f_3_1920"/>
            <p:cNvGrpSpPr/>
            <p:nvPr/>
          </p:nvGrpSpPr>
          <p:grpSpPr>
            <a:xfrm>
              <a:off x="955673" y="14"/>
              <a:ext cx="592576" cy="405260"/>
              <a:chOff x="39723" y="4349022"/>
              <a:chExt cx="1061963" cy="726143"/>
            </a:xfrm>
          </p:grpSpPr>
          <p:grpSp>
            <p:nvGrpSpPr>
              <p:cNvPr id="1198" name="Google Shape;1198;g36468d4ee1f_3_1920"/>
              <p:cNvGrpSpPr/>
              <p:nvPr/>
            </p:nvGrpSpPr>
            <p:grpSpPr>
              <a:xfrm rot="2700000">
                <a:off x="140502" y="4460925"/>
                <a:ext cx="524584" cy="502337"/>
                <a:chOff x="1189791" y="-1767331"/>
                <a:chExt cx="904284" cy="865933"/>
              </a:xfrm>
            </p:grpSpPr>
            <p:sp>
              <p:nvSpPr>
                <p:cNvPr id="1199" name="Google Shape;1199;g36468d4ee1f_3_19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00" name="Google Shape;1200;g36468d4ee1f_3_1920"/>
                <p:cNvGrpSpPr/>
                <p:nvPr/>
              </p:nvGrpSpPr>
              <p:grpSpPr>
                <a:xfrm>
                  <a:off x="1232795" y="-1740829"/>
                  <a:ext cx="717622" cy="717393"/>
                  <a:chOff x="1483457" y="3953671"/>
                  <a:chExt cx="717622" cy="717393"/>
                </a:xfrm>
              </p:grpSpPr>
              <p:sp>
                <p:nvSpPr>
                  <p:cNvPr id="1201" name="Google Shape;1201;g36468d4ee1f_3_19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2" name="Google Shape;1202;g36468d4ee1f_3_19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3" name="Google Shape;1203;g36468d4ee1f_3_19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4" name="Google Shape;1204;g36468d4ee1f_3_19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05" name="Google Shape;1205;g36468d4ee1f_3_19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06" name="Google Shape;1206;g36468d4ee1f_3_19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07" name="Google Shape;1207;g36468d4ee1f_3_1920"/>
            <p:cNvGrpSpPr/>
            <p:nvPr/>
          </p:nvGrpSpPr>
          <p:grpSpPr>
            <a:xfrm>
              <a:off x="-1" y="621223"/>
              <a:ext cx="699940" cy="478601"/>
              <a:chOff x="39723" y="4349022"/>
              <a:chExt cx="1061963" cy="726143"/>
            </a:xfrm>
          </p:grpSpPr>
          <p:grpSp>
            <p:nvGrpSpPr>
              <p:cNvPr id="1208" name="Google Shape;1208;g36468d4ee1f_3_1920"/>
              <p:cNvGrpSpPr/>
              <p:nvPr/>
            </p:nvGrpSpPr>
            <p:grpSpPr>
              <a:xfrm rot="2700000">
                <a:off x="140502" y="4460925"/>
                <a:ext cx="524584" cy="502337"/>
                <a:chOff x="1189791" y="-1767331"/>
                <a:chExt cx="904284" cy="865933"/>
              </a:xfrm>
            </p:grpSpPr>
            <p:sp>
              <p:nvSpPr>
                <p:cNvPr id="1209" name="Google Shape;1209;g36468d4ee1f_3_19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10" name="Google Shape;1210;g36468d4ee1f_3_1920"/>
                <p:cNvGrpSpPr/>
                <p:nvPr/>
              </p:nvGrpSpPr>
              <p:grpSpPr>
                <a:xfrm>
                  <a:off x="1232795" y="-1740829"/>
                  <a:ext cx="717622" cy="717393"/>
                  <a:chOff x="1483457" y="3953671"/>
                  <a:chExt cx="717622" cy="717393"/>
                </a:xfrm>
              </p:grpSpPr>
              <p:sp>
                <p:nvSpPr>
                  <p:cNvPr id="1211" name="Google Shape;1211;g36468d4ee1f_3_19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2" name="Google Shape;1212;g36468d4ee1f_3_19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3" name="Google Shape;1213;g36468d4ee1f_3_19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4" name="Google Shape;1214;g36468d4ee1f_3_19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5" name="Google Shape;1215;g36468d4ee1f_3_19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16" name="Google Shape;1216;g36468d4ee1f_3_19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17" name="Google Shape;1217;g36468d4ee1f_3_1920"/>
            <p:cNvGrpSpPr/>
            <p:nvPr/>
          </p:nvGrpSpPr>
          <p:grpSpPr>
            <a:xfrm rot="-8100000">
              <a:off x="540898" y="-1172741"/>
              <a:ext cx="2552124" cy="3347490"/>
              <a:chOff x="2976325" y="908175"/>
              <a:chExt cx="4028179" cy="5283555"/>
            </a:xfrm>
          </p:grpSpPr>
          <p:sp>
            <p:nvSpPr>
              <p:cNvPr id="1218" name="Google Shape;1218;g36468d4ee1f_3_192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19" name="Google Shape;1219;g36468d4ee1f_3_192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0" name="Google Shape;1220;g36468d4ee1f_3_192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21" name="Google Shape;1221;g36468d4ee1f_3_1920"/>
          <p:cNvSpPr txBox="1"/>
          <p:nvPr/>
        </p:nvSpPr>
        <p:spPr>
          <a:xfrm>
            <a:off x="7489150" y="2225275"/>
            <a:ext cx="1952100" cy="28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36468d4ee1f_3_1920"/>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3" name="Shape 1223"/>
        <p:cNvGrpSpPr/>
        <p:nvPr/>
      </p:nvGrpSpPr>
      <p:grpSpPr>
        <a:xfrm>
          <a:off x="0" y="0"/>
          <a:ext cx="0" cy="0"/>
          <a:chOff x="0" y="0"/>
          <a:chExt cx="0" cy="0"/>
        </a:xfrm>
      </p:grpSpPr>
      <p:pic>
        <p:nvPicPr>
          <p:cNvPr id="1224" name="Google Shape;1224;g36468d4ee1f_3_196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225" name="Google Shape;1225;g36468d4ee1f_3_1965"/>
          <p:cNvGrpSpPr/>
          <p:nvPr/>
        </p:nvGrpSpPr>
        <p:grpSpPr>
          <a:xfrm>
            <a:off x="-1607532" y="-3645956"/>
            <a:ext cx="10823147" cy="7799351"/>
            <a:chOff x="-1180413" y="-2565680"/>
            <a:chExt cx="8117563" cy="5849659"/>
          </a:xfrm>
        </p:grpSpPr>
        <p:sp>
          <p:nvSpPr>
            <p:cNvPr id="1226" name="Google Shape;1226;g36468d4ee1f_3_1965"/>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7" name="Google Shape;1227;g36468d4ee1f_3_1965"/>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8" name="Google Shape;1228;g36468d4ee1f_3_1965"/>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29" name="Google Shape;1229;g36468d4ee1f_3_1965"/>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30" name="Google Shape;1230;g36468d4ee1f_3_1965"/>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31" name="Google Shape;1231;g36468d4ee1f_3_1965"/>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32" name="Google Shape;1232;g36468d4ee1f_3_1965"/>
            <p:cNvGrpSpPr/>
            <p:nvPr/>
          </p:nvGrpSpPr>
          <p:grpSpPr>
            <a:xfrm flipH="1">
              <a:off x="4446910" y="391153"/>
              <a:ext cx="134044" cy="134013"/>
              <a:chOff x="1101075" y="2142375"/>
              <a:chExt cx="439200" cy="439100"/>
            </a:xfrm>
          </p:grpSpPr>
          <p:sp>
            <p:nvSpPr>
              <p:cNvPr id="1233" name="Google Shape;1233;g36468d4ee1f_3_19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34" name="Google Shape;1234;g36468d4ee1f_3_19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35" name="Google Shape;1235;g36468d4ee1f_3_1965"/>
            <p:cNvGrpSpPr/>
            <p:nvPr/>
          </p:nvGrpSpPr>
          <p:grpSpPr>
            <a:xfrm flipH="1">
              <a:off x="1373610" y="694565"/>
              <a:ext cx="134044" cy="134013"/>
              <a:chOff x="1101075" y="2142375"/>
              <a:chExt cx="439200" cy="439100"/>
            </a:xfrm>
          </p:grpSpPr>
          <p:sp>
            <p:nvSpPr>
              <p:cNvPr id="1236" name="Google Shape;1236;g36468d4ee1f_3_19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37" name="Google Shape;1237;g36468d4ee1f_3_19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38" name="Google Shape;1238;g36468d4ee1f_3_1965"/>
            <p:cNvGrpSpPr/>
            <p:nvPr/>
          </p:nvGrpSpPr>
          <p:grpSpPr>
            <a:xfrm flipH="1">
              <a:off x="1086835" y="957465"/>
              <a:ext cx="134044" cy="134013"/>
              <a:chOff x="1101075" y="2142375"/>
              <a:chExt cx="439200" cy="439100"/>
            </a:xfrm>
          </p:grpSpPr>
          <p:sp>
            <p:nvSpPr>
              <p:cNvPr id="1239" name="Google Shape;1239;g36468d4ee1f_3_19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40" name="Google Shape;1240;g36468d4ee1f_3_19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41" name="Google Shape;1241;g36468d4ee1f_3_1965"/>
            <p:cNvGrpSpPr/>
            <p:nvPr/>
          </p:nvGrpSpPr>
          <p:grpSpPr>
            <a:xfrm flipH="1">
              <a:off x="277710" y="957465"/>
              <a:ext cx="134044" cy="134013"/>
              <a:chOff x="1101075" y="2142375"/>
              <a:chExt cx="439200" cy="439100"/>
            </a:xfrm>
          </p:grpSpPr>
          <p:sp>
            <p:nvSpPr>
              <p:cNvPr id="1242" name="Google Shape;1242;g36468d4ee1f_3_19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43" name="Google Shape;1243;g36468d4ee1f_3_19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44" name="Google Shape;1244;g36468d4ee1f_3_1965"/>
            <p:cNvGrpSpPr/>
            <p:nvPr/>
          </p:nvGrpSpPr>
          <p:grpSpPr>
            <a:xfrm flipH="1">
              <a:off x="277710" y="640815"/>
              <a:ext cx="134044" cy="134013"/>
              <a:chOff x="1101075" y="2142375"/>
              <a:chExt cx="439200" cy="439100"/>
            </a:xfrm>
          </p:grpSpPr>
          <p:sp>
            <p:nvSpPr>
              <p:cNvPr id="1245" name="Google Shape;1245;g36468d4ee1f_3_19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46" name="Google Shape;1246;g36468d4ee1f_3_19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47" name="Google Shape;1247;g36468d4ee1f_3_1965"/>
          <p:cNvSpPr/>
          <p:nvPr/>
        </p:nvSpPr>
        <p:spPr>
          <a:xfrm rot="10800000">
            <a:off x="10148845" y="4183763"/>
            <a:ext cx="1309055" cy="307710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48" name="Google Shape;1248;g36468d4ee1f_3_1965"/>
          <p:cNvSpPr/>
          <p:nvPr/>
        </p:nvSpPr>
        <p:spPr>
          <a:xfrm rot="10800000">
            <a:off x="10361307" y="4184583"/>
            <a:ext cx="1309055" cy="307710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0000"/>
                </a:srgbClr>
              </a:gs>
              <a:gs pos="100000">
                <a:srgbClr val="FFFFFF">
                  <a:alpha val="0"/>
                </a:srgbClr>
              </a:gs>
            </a:gsLst>
            <a:lin ang="2700006"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49" name="Google Shape;1249;g36468d4ee1f_3_1965"/>
          <p:cNvGrpSpPr/>
          <p:nvPr/>
        </p:nvGrpSpPr>
        <p:grpSpPr>
          <a:xfrm>
            <a:off x="9808767" y="5221631"/>
            <a:ext cx="776047" cy="776547"/>
            <a:chOff x="959750" y="3039275"/>
            <a:chExt cx="582050" cy="582425"/>
          </a:xfrm>
        </p:grpSpPr>
        <p:sp>
          <p:nvSpPr>
            <p:cNvPr id="1250" name="Google Shape;1250;g36468d4ee1f_3_196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1" name="Google Shape;1251;g36468d4ee1f_3_196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2" name="Google Shape;1252;g36468d4ee1f_3_196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3" name="Google Shape;1253;g36468d4ee1f_3_196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4" name="Google Shape;1254;g36468d4ee1f_3_196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5" name="Google Shape;1255;g36468d4ee1f_3_196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56" name="Google Shape;1256;g36468d4ee1f_3_196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F50403"/>
                </a:gs>
                <a:gs pos="100000">
                  <a:srgbClr val="FFFFFF">
                    <a:alpha val="3647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sp>
        <p:nvSpPr>
          <p:cNvPr id="1257" name="Google Shape;1257;g36468d4ee1f_3_1965"/>
          <p:cNvSpPr/>
          <p:nvPr/>
        </p:nvSpPr>
        <p:spPr>
          <a:xfrm>
            <a:off x="11342634" y="4052934"/>
            <a:ext cx="641221" cy="634467"/>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58" name="Google Shape;1258;g36468d4ee1f_3_1965"/>
          <p:cNvGrpSpPr/>
          <p:nvPr/>
        </p:nvGrpSpPr>
        <p:grpSpPr>
          <a:xfrm>
            <a:off x="11218409" y="4918828"/>
            <a:ext cx="933214" cy="2201310"/>
            <a:chOff x="8337812" y="3492483"/>
            <a:chExt cx="699928" cy="1651024"/>
          </a:xfrm>
        </p:grpSpPr>
        <p:sp>
          <p:nvSpPr>
            <p:cNvPr id="1259" name="Google Shape;1259;g36468d4ee1f_3_196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60" name="Google Shape;1260;g36468d4ee1f_3_196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sp>
          <p:nvSpPr>
            <p:cNvPr id="1261" name="Google Shape;1261;g36468d4ee1f_3_196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F50403"/>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1D1D1D"/>
                </a:solidFill>
                <a:latin typeface="Arial"/>
                <a:ea typeface="Arial"/>
                <a:cs typeface="Arial"/>
                <a:sym typeface="Arial"/>
              </a:endParaRPr>
            </a:p>
          </p:txBody>
        </p:sp>
      </p:grpSp>
      <p:grpSp>
        <p:nvGrpSpPr>
          <p:cNvPr id="1262" name="Google Shape;1262;g36468d4ee1f_3_1965"/>
          <p:cNvGrpSpPr/>
          <p:nvPr/>
        </p:nvGrpSpPr>
        <p:grpSpPr>
          <a:xfrm>
            <a:off x="10694972" y="5998160"/>
            <a:ext cx="1206191" cy="968137"/>
            <a:chOff x="7945225" y="4302000"/>
            <a:chExt cx="904666" cy="726121"/>
          </a:xfrm>
        </p:grpSpPr>
        <p:sp>
          <p:nvSpPr>
            <p:cNvPr id="1263" name="Google Shape;1263;g36468d4ee1f_3_196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64" name="Google Shape;1264;g36468d4ee1f_3_196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65" name="Google Shape;1265;g36468d4ee1f_3_196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66" name="Google Shape;1266;g36468d4ee1f_3_1965"/>
          <p:cNvGrpSpPr/>
          <p:nvPr/>
        </p:nvGrpSpPr>
        <p:grpSpPr>
          <a:xfrm>
            <a:off x="-413170" y="4823089"/>
            <a:ext cx="1931717" cy="2984996"/>
            <a:chOff x="-309885" y="3617408"/>
            <a:chExt cx="1448824" cy="2238803"/>
          </a:xfrm>
        </p:grpSpPr>
        <p:grpSp>
          <p:nvGrpSpPr>
            <p:cNvPr id="1267" name="Google Shape;1267;g36468d4ee1f_3_1965"/>
            <p:cNvGrpSpPr/>
            <p:nvPr/>
          </p:nvGrpSpPr>
          <p:grpSpPr>
            <a:xfrm>
              <a:off x="-277007" y="3870159"/>
              <a:ext cx="981772" cy="1986052"/>
              <a:chOff x="-293545" y="3454371"/>
              <a:chExt cx="981772" cy="1986052"/>
            </a:xfrm>
          </p:grpSpPr>
          <p:sp>
            <p:nvSpPr>
              <p:cNvPr id="1268" name="Google Shape;1268;g36468d4ee1f_3_196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69" name="Google Shape;1269;g36468d4ee1f_3_196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70" name="Google Shape;1270;g36468d4ee1f_3_1965"/>
            <p:cNvGrpSpPr/>
            <p:nvPr/>
          </p:nvGrpSpPr>
          <p:grpSpPr>
            <a:xfrm>
              <a:off x="363249" y="4906873"/>
              <a:ext cx="699940" cy="478601"/>
              <a:chOff x="39723" y="4349022"/>
              <a:chExt cx="1061963" cy="726143"/>
            </a:xfrm>
          </p:grpSpPr>
          <p:grpSp>
            <p:nvGrpSpPr>
              <p:cNvPr id="1271" name="Google Shape;1271;g36468d4ee1f_3_1965"/>
              <p:cNvGrpSpPr/>
              <p:nvPr/>
            </p:nvGrpSpPr>
            <p:grpSpPr>
              <a:xfrm rot="2700000">
                <a:off x="140502" y="4460925"/>
                <a:ext cx="524584" cy="502337"/>
                <a:chOff x="1189791" y="-1767331"/>
                <a:chExt cx="904284" cy="865933"/>
              </a:xfrm>
            </p:grpSpPr>
            <p:sp>
              <p:nvSpPr>
                <p:cNvPr id="1272" name="Google Shape;1272;g36468d4ee1f_3_19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73" name="Google Shape;1273;g36468d4ee1f_3_1965"/>
                <p:cNvGrpSpPr/>
                <p:nvPr/>
              </p:nvGrpSpPr>
              <p:grpSpPr>
                <a:xfrm>
                  <a:off x="1232795" y="-1740829"/>
                  <a:ext cx="717622" cy="717393"/>
                  <a:chOff x="1483457" y="3953671"/>
                  <a:chExt cx="717622" cy="717393"/>
                </a:xfrm>
              </p:grpSpPr>
              <p:sp>
                <p:nvSpPr>
                  <p:cNvPr id="1274" name="Google Shape;1274;g36468d4ee1f_3_19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5" name="Google Shape;1275;g36468d4ee1f_3_19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6" name="Google Shape;1276;g36468d4ee1f_3_19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7" name="Google Shape;1277;g36468d4ee1f_3_19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78" name="Google Shape;1278;g36468d4ee1f_3_19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79" name="Google Shape;1279;g36468d4ee1f_3_19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80" name="Google Shape;1280;g36468d4ee1f_3_1965"/>
            <p:cNvGrpSpPr/>
            <p:nvPr/>
          </p:nvGrpSpPr>
          <p:grpSpPr>
            <a:xfrm rot="-5400000">
              <a:off x="-461872" y="3769395"/>
              <a:ext cx="1351491" cy="1047516"/>
              <a:chOff x="-2460210" y="2758494"/>
              <a:chExt cx="1351491" cy="1047516"/>
            </a:xfrm>
          </p:grpSpPr>
          <p:sp>
            <p:nvSpPr>
              <p:cNvPr id="1281" name="Google Shape;1281;g36468d4ee1f_3_196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82" name="Google Shape;1282;g36468d4ee1f_3_196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83" name="Google Shape;1283;g36468d4ee1f_3_196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84" name="Google Shape;1284;g36468d4ee1f_3_196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0403"/>
                  </a:gs>
                  <a:gs pos="100000">
                    <a:srgbClr val="FFFFFF">
                      <a:alpha val="45882"/>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85" name="Google Shape;1285;g36468d4ee1f_3_1965"/>
            <p:cNvGrpSpPr/>
            <p:nvPr/>
          </p:nvGrpSpPr>
          <p:grpSpPr>
            <a:xfrm>
              <a:off x="438999" y="4567398"/>
              <a:ext cx="699940" cy="478601"/>
              <a:chOff x="39723" y="4349022"/>
              <a:chExt cx="1061963" cy="726143"/>
            </a:xfrm>
          </p:grpSpPr>
          <p:grpSp>
            <p:nvGrpSpPr>
              <p:cNvPr id="1286" name="Google Shape;1286;g36468d4ee1f_3_1965"/>
              <p:cNvGrpSpPr/>
              <p:nvPr/>
            </p:nvGrpSpPr>
            <p:grpSpPr>
              <a:xfrm rot="2700000">
                <a:off x="140502" y="4460925"/>
                <a:ext cx="524584" cy="502337"/>
                <a:chOff x="1189791" y="-1767331"/>
                <a:chExt cx="904284" cy="865933"/>
              </a:xfrm>
            </p:grpSpPr>
            <p:sp>
              <p:nvSpPr>
                <p:cNvPr id="1287" name="Google Shape;1287;g36468d4ee1f_3_19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88" name="Google Shape;1288;g36468d4ee1f_3_1965"/>
                <p:cNvGrpSpPr/>
                <p:nvPr/>
              </p:nvGrpSpPr>
              <p:grpSpPr>
                <a:xfrm>
                  <a:off x="1232795" y="-1740829"/>
                  <a:ext cx="717622" cy="717393"/>
                  <a:chOff x="1483457" y="3953671"/>
                  <a:chExt cx="717622" cy="717393"/>
                </a:xfrm>
              </p:grpSpPr>
              <p:sp>
                <p:nvSpPr>
                  <p:cNvPr id="1289" name="Google Shape;1289;g36468d4ee1f_3_19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90" name="Google Shape;1290;g36468d4ee1f_3_19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91" name="Google Shape;1291;g36468d4ee1f_3_19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92" name="Google Shape;1292;g36468d4ee1f_3_19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293" name="Google Shape;1293;g36468d4ee1f_3_19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294" name="Google Shape;1294;g36468d4ee1f_3_19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295" name="Google Shape;1295;g36468d4ee1f_3_1965"/>
            <p:cNvGrpSpPr/>
            <p:nvPr/>
          </p:nvGrpSpPr>
          <p:grpSpPr>
            <a:xfrm>
              <a:off x="-65076" y="4623886"/>
              <a:ext cx="699940" cy="478601"/>
              <a:chOff x="39723" y="4349022"/>
              <a:chExt cx="1061963" cy="726143"/>
            </a:xfrm>
          </p:grpSpPr>
          <p:grpSp>
            <p:nvGrpSpPr>
              <p:cNvPr id="1296" name="Google Shape;1296;g36468d4ee1f_3_1965"/>
              <p:cNvGrpSpPr/>
              <p:nvPr/>
            </p:nvGrpSpPr>
            <p:grpSpPr>
              <a:xfrm rot="2700000">
                <a:off x="140502" y="4460925"/>
                <a:ext cx="524584" cy="502337"/>
                <a:chOff x="1189791" y="-1767331"/>
                <a:chExt cx="904284" cy="865933"/>
              </a:xfrm>
            </p:grpSpPr>
            <p:sp>
              <p:nvSpPr>
                <p:cNvPr id="1297" name="Google Shape;1297;g36468d4ee1f_3_19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298" name="Google Shape;1298;g36468d4ee1f_3_1965"/>
                <p:cNvGrpSpPr/>
                <p:nvPr/>
              </p:nvGrpSpPr>
              <p:grpSpPr>
                <a:xfrm>
                  <a:off x="1232795" y="-1740829"/>
                  <a:ext cx="717622" cy="717393"/>
                  <a:chOff x="1483457" y="3953671"/>
                  <a:chExt cx="717622" cy="717393"/>
                </a:xfrm>
              </p:grpSpPr>
              <p:sp>
                <p:nvSpPr>
                  <p:cNvPr id="1299" name="Google Shape;1299;g36468d4ee1f_3_19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00" name="Google Shape;1300;g36468d4ee1f_3_19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01" name="Google Shape;1301;g36468d4ee1f_3_19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02" name="Google Shape;1302;g36468d4ee1f_3_19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03" name="Google Shape;1303;g36468d4ee1f_3_19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04" name="Google Shape;1304;g36468d4ee1f_3_19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1305" name="Google Shape;1305;g36468d4ee1f_3_1965"/>
          <p:cNvPicPr preferRelativeResize="0"/>
          <p:nvPr/>
        </p:nvPicPr>
        <p:blipFill rotWithShape="1">
          <a:blip r:embed="rId3">
            <a:alphaModFix/>
          </a:blip>
          <a:srcRect b="17658" l="0" r="0" t="17658"/>
          <a:stretch/>
        </p:blipFill>
        <p:spPr>
          <a:xfrm rot="-7778255">
            <a:off x="-3534445" y="-1919229"/>
            <a:ext cx="7140905" cy="545011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306" name="Shape 1306"/>
        <p:cNvGrpSpPr/>
        <p:nvPr/>
      </p:nvGrpSpPr>
      <p:grpSpPr>
        <a:xfrm>
          <a:off x="0" y="0"/>
          <a:ext cx="0" cy="0"/>
          <a:chOff x="0" y="0"/>
          <a:chExt cx="0" cy="0"/>
        </a:xfrm>
      </p:grpSpPr>
      <p:sp>
        <p:nvSpPr>
          <p:cNvPr id="1307" name="Google Shape;1307;g36468d4ee1f_3_2048"/>
          <p:cNvSpPr/>
          <p:nvPr>
            <p:ph idx="2" type="pic"/>
          </p:nvPr>
        </p:nvSpPr>
        <p:spPr>
          <a:xfrm>
            <a:off x="5841479" y="953468"/>
            <a:ext cx="4868100" cy="4951200"/>
          </a:xfrm>
          <a:prstGeom prst="rect">
            <a:avLst/>
          </a:prstGeom>
          <a:solidFill>
            <a:schemeClr val="lt1"/>
          </a:solidFill>
          <a:ln>
            <a:noFill/>
          </a:ln>
        </p:spPr>
      </p:sp>
      <p:pic>
        <p:nvPicPr>
          <p:cNvPr id="1308" name="Google Shape;1308;g36468d4ee1f_3_204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309" name="Google Shape;1309;g36468d4ee1f_3_2048"/>
          <p:cNvGrpSpPr/>
          <p:nvPr/>
        </p:nvGrpSpPr>
        <p:grpSpPr>
          <a:xfrm>
            <a:off x="-680824" y="-2290578"/>
            <a:ext cx="5862778" cy="5562070"/>
            <a:chOff x="-494405" y="-1584824"/>
            <a:chExt cx="4397194" cy="4171657"/>
          </a:xfrm>
        </p:grpSpPr>
        <p:grpSp>
          <p:nvGrpSpPr>
            <p:cNvPr id="1310" name="Google Shape;1310;g36468d4ee1f_3_2048"/>
            <p:cNvGrpSpPr/>
            <p:nvPr/>
          </p:nvGrpSpPr>
          <p:grpSpPr>
            <a:xfrm>
              <a:off x="-494405" y="-252396"/>
              <a:ext cx="1741563" cy="1288563"/>
              <a:chOff x="-494405" y="-252396"/>
              <a:chExt cx="1741563" cy="1288563"/>
            </a:xfrm>
          </p:grpSpPr>
          <p:sp>
            <p:nvSpPr>
              <p:cNvPr id="1311" name="Google Shape;1311;g36468d4ee1f_3_204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12" name="Google Shape;1312;g36468d4ee1f_3_204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13" name="Google Shape;1313;g36468d4ee1f_3_2048"/>
            <p:cNvGrpSpPr/>
            <p:nvPr/>
          </p:nvGrpSpPr>
          <p:grpSpPr>
            <a:xfrm>
              <a:off x="245875" y="-51824"/>
              <a:ext cx="208200" cy="1824700"/>
              <a:chOff x="1040050" y="3812126"/>
              <a:chExt cx="208200" cy="1824700"/>
            </a:xfrm>
          </p:grpSpPr>
          <p:sp>
            <p:nvSpPr>
              <p:cNvPr id="1314" name="Google Shape;1314;g36468d4ee1f_3_204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15" name="Google Shape;1315;g36468d4ee1f_3_204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16" name="Google Shape;1316;g36468d4ee1f_3_2048"/>
            <p:cNvGrpSpPr/>
            <p:nvPr/>
          </p:nvGrpSpPr>
          <p:grpSpPr>
            <a:xfrm>
              <a:off x="441574" y="-36652"/>
              <a:ext cx="699940" cy="478601"/>
              <a:chOff x="39723" y="4349022"/>
              <a:chExt cx="1061963" cy="726143"/>
            </a:xfrm>
          </p:grpSpPr>
          <p:grpSp>
            <p:nvGrpSpPr>
              <p:cNvPr id="1317" name="Google Shape;1317;g36468d4ee1f_3_2048"/>
              <p:cNvGrpSpPr/>
              <p:nvPr/>
            </p:nvGrpSpPr>
            <p:grpSpPr>
              <a:xfrm rot="2700000">
                <a:off x="140502" y="4460925"/>
                <a:ext cx="524584" cy="502337"/>
                <a:chOff x="1189791" y="-1767331"/>
                <a:chExt cx="904284" cy="865933"/>
              </a:xfrm>
            </p:grpSpPr>
            <p:sp>
              <p:nvSpPr>
                <p:cNvPr id="1318" name="Google Shape;1318;g36468d4ee1f_3_20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319" name="Google Shape;1319;g36468d4ee1f_3_2048"/>
                <p:cNvGrpSpPr/>
                <p:nvPr/>
              </p:nvGrpSpPr>
              <p:grpSpPr>
                <a:xfrm>
                  <a:off x="1232795" y="-1740829"/>
                  <a:ext cx="717622" cy="717393"/>
                  <a:chOff x="1483457" y="3953671"/>
                  <a:chExt cx="717622" cy="717393"/>
                </a:xfrm>
              </p:grpSpPr>
              <p:sp>
                <p:nvSpPr>
                  <p:cNvPr id="1320" name="Google Shape;1320;g36468d4ee1f_3_20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21" name="Google Shape;1321;g36468d4ee1f_3_20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22" name="Google Shape;1322;g36468d4ee1f_3_20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23" name="Google Shape;1323;g36468d4ee1f_3_20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24" name="Google Shape;1324;g36468d4ee1f_3_20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25" name="Google Shape;1325;g36468d4ee1f_3_20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26" name="Google Shape;1326;g36468d4ee1f_3_2048"/>
            <p:cNvGrpSpPr/>
            <p:nvPr/>
          </p:nvGrpSpPr>
          <p:grpSpPr>
            <a:xfrm>
              <a:off x="955673" y="14"/>
              <a:ext cx="592576" cy="405260"/>
              <a:chOff x="39723" y="4349022"/>
              <a:chExt cx="1061963" cy="726143"/>
            </a:xfrm>
          </p:grpSpPr>
          <p:grpSp>
            <p:nvGrpSpPr>
              <p:cNvPr id="1327" name="Google Shape;1327;g36468d4ee1f_3_2048"/>
              <p:cNvGrpSpPr/>
              <p:nvPr/>
            </p:nvGrpSpPr>
            <p:grpSpPr>
              <a:xfrm rot="2700000">
                <a:off x="140502" y="4460925"/>
                <a:ext cx="524584" cy="502337"/>
                <a:chOff x="1189791" y="-1767331"/>
                <a:chExt cx="904284" cy="865933"/>
              </a:xfrm>
            </p:grpSpPr>
            <p:sp>
              <p:nvSpPr>
                <p:cNvPr id="1328" name="Google Shape;1328;g36468d4ee1f_3_20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329" name="Google Shape;1329;g36468d4ee1f_3_2048"/>
                <p:cNvGrpSpPr/>
                <p:nvPr/>
              </p:nvGrpSpPr>
              <p:grpSpPr>
                <a:xfrm>
                  <a:off x="1232795" y="-1740829"/>
                  <a:ext cx="717622" cy="717393"/>
                  <a:chOff x="1483457" y="3953671"/>
                  <a:chExt cx="717622" cy="717393"/>
                </a:xfrm>
              </p:grpSpPr>
              <p:sp>
                <p:nvSpPr>
                  <p:cNvPr id="1330" name="Google Shape;1330;g36468d4ee1f_3_20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31" name="Google Shape;1331;g36468d4ee1f_3_20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32" name="Google Shape;1332;g36468d4ee1f_3_20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33" name="Google Shape;1333;g36468d4ee1f_3_20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34" name="Google Shape;1334;g36468d4ee1f_3_20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35" name="Google Shape;1335;g36468d4ee1f_3_20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36" name="Google Shape;1336;g36468d4ee1f_3_2048"/>
            <p:cNvGrpSpPr/>
            <p:nvPr/>
          </p:nvGrpSpPr>
          <p:grpSpPr>
            <a:xfrm>
              <a:off x="-1" y="621223"/>
              <a:ext cx="699940" cy="478601"/>
              <a:chOff x="39723" y="4349022"/>
              <a:chExt cx="1061963" cy="726143"/>
            </a:xfrm>
          </p:grpSpPr>
          <p:grpSp>
            <p:nvGrpSpPr>
              <p:cNvPr id="1337" name="Google Shape;1337;g36468d4ee1f_3_2048"/>
              <p:cNvGrpSpPr/>
              <p:nvPr/>
            </p:nvGrpSpPr>
            <p:grpSpPr>
              <a:xfrm rot="2700000">
                <a:off x="140502" y="4460925"/>
                <a:ext cx="524584" cy="502337"/>
                <a:chOff x="1189791" y="-1767331"/>
                <a:chExt cx="904284" cy="865933"/>
              </a:xfrm>
            </p:grpSpPr>
            <p:sp>
              <p:nvSpPr>
                <p:cNvPr id="1338" name="Google Shape;1338;g36468d4ee1f_3_20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339" name="Google Shape;1339;g36468d4ee1f_3_2048"/>
                <p:cNvGrpSpPr/>
                <p:nvPr/>
              </p:nvGrpSpPr>
              <p:grpSpPr>
                <a:xfrm>
                  <a:off x="1232795" y="-1740829"/>
                  <a:ext cx="717622" cy="717393"/>
                  <a:chOff x="1483457" y="3953671"/>
                  <a:chExt cx="717622" cy="717393"/>
                </a:xfrm>
              </p:grpSpPr>
              <p:sp>
                <p:nvSpPr>
                  <p:cNvPr id="1340" name="Google Shape;1340;g36468d4ee1f_3_20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1" name="Google Shape;1341;g36468d4ee1f_3_20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2" name="Google Shape;1342;g36468d4ee1f_3_20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3" name="Google Shape;1343;g36468d4ee1f_3_20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4" name="Google Shape;1344;g36468d4ee1f_3_20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345" name="Google Shape;1345;g36468d4ee1f_3_20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46" name="Google Shape;1346;g36468d4ee1f_3_2048"/>
            <p:cNvGrpSpPr/>
            <p:nvPr/>
          </p:nvGrpSpPr>
          <p:grpSpPr>
            <a:xfrm rot="-8100000">
              <a:off x="540898" y="-1172741"/>
              <a:ext cx="2552124" cy="3347490"/>
              <a:chOff x="2976325" y="908175"/>
              <a:chExt cx="4028179" cy="5283555"/>
            </a:xfrm>
          </p:grpSpPr>
          <p:sp>
            <p:nvSpPr>
              <p:cNvPr id="1347" name="Google Shape;1347;g36468d4ee1f_3_204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8" name="Google Shape;1348;g36468d4ee1f_3_204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49" name="Google Shape;1349;g36468d4ee1f_3_204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1350" name="Shape 1350"/>
        <p:cNvGrpSpPr/>
        <p:nvPr/>
      </p:nvGrpSpPr>
      <p:grpSpPr>
        <a:xfrm>
          <a:off x="0" y="0"/>
          <a:ext cx="0" cy="0"/>
          <a:chOff x="0" y="0"/>
          <a:chExt cx="0" cy="0"/>
        </a:xfrm>
      </p:grpSpPr>
      <p:sp>
        <p:nvSpPr>
          <p:cNvPr id="1351" name="Google Shape;1351;g36468d4ee1f_3_2092"/>
          <p:cNvSpPr/>
          <p:nvPr>
            <p:ph idx="2" type="pic"/>
          </p:nvPr>
        </p:nvSpPr>
        <p:spPr>
          <a:xfrm>
            <a:off x="4310745" y="2238827"/>
            <a:ext cx="4920300" cy="3298200"/>
          </a:xfrm>
          <a:prstGeom prst="rect">
            <a:avLst/>
          </a:prstGeom>
          <a:solidFill>
            <a:schemeClr val="lt1"/>
          </a:solidFill>
          <a:ln>
            <a:noFill/>
          </a:ln>
        </p:spPr>
      </p:sp>
      <p:pic>
        <p:nvPicPr>
          <p:cNvPr id="1352" name="Google Shape;1352;g36468d4ee1f_3_209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353" name="Google Shape;1353;g36468d4ee1f_3_2092"/>
          <p:cNvGrpSpPr/>
          <p:nvPr/>
        </p:nvGrpSpPr>
        <p:grpSpPr>
          <a:xfrm>
            <a:off x="-1607532" y="-3645956"/>
            <a:ext cx="10823147" cy="7799351"/>
            <a:chOff x="-1180413" y="-2565680"/>
            <a:chExt cx="8117563" cy="5849659"/>
          </a:xfrm>
        </p:grpSpPr>
        <p:sp>
          <p:nvSpPr>
            <p:cNvPr id="1354" name="Google Shape;1354;g36468d4ee1f_3_2092"/>
            <p:cNvSpPr/>
            <p:nvPr/>
          </p:nvSpPr>
          <p:spPr>
            <a:xfrm rot="10221697">
              <a:off x="-981120" y="-548984"/>
              <a:ext cx="3045470" cy="263738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5" name="Google Shape;1355;g36468d4ee1f_3_209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6" name="Google Shape;1356;g36468d4ee1f_3_209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7" name="Google Shape;1357;g36468d4ee1f_3_209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rgbClr val="F5040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8" name="Google Shape;1358;g36468d4ee1f_3_209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F50403"/>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59" name="Google Shape;1359;g36468d4ee1f_3_209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360" name="Google Shape;1360;g36468d4ee1f_3_2092"/>
            <p:cNvGrpSpPr/>
            <p:nvPr/>
          </p:nvGrpSpPr>
          <p:grpSpPr>
            <a:xfrm flipH="1">
              <a:off x="4446910" y="391153"/>
              <a:ext cx="134044" cy="134013"/>
              <a:chOff x="1101075" y="2142375"/>
              <a:chExt cx="439200" cy="439100"/>
            </a:xfrm>
          </p:grpSpPr>
          <p:sp>
            <p:nvSpPr>
              <p:cNvPr id="1361" name="Google Shape;1361;g36468d4ee1f_3_20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62" name="Google Shape;1362;g36468d4ee1f_3_20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63" name="Google Shape;1363;g36468d4ee1f_3_2092"/>
            <p:cNvGrpSpPr/>
            <p:nvPr/>
          </p:nvGrpSpPr>
          <p:grpSpPr>
            <a:xfrm flipH="1">
              <a:off x="1373610" y="694565"/>
              <a:ext cx="134044" cy="134013"/>
              <a:chOff x="1101075" y="2142375"/>
              <a:chExt cx="439200" cy="439100"/>
            </a:xfrm>
          </p:grpSpPr>
          <p:sp>
            <p:nvSpPr>
              <p:cNvPr id="1364" name="Google Shape;1364;g36468d4ee1f_3_20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65" name="Google Shape;1365;g36468d4ee1f_3_20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66" name="Google Shape;1366;g36468d4ee1f_3_2092"/>
            <p:cNvGrpSpPr/>
            <p:nvPr/>
          </p:nvGrpSpPr>
          <p:grpSpPr>
            <a:xfrm flipH="1">
              <a:off x="1086835" y="957465"/>
              <a:ext cx="134044" cy="134013"/>
              <a:chOff x="1101075" y="2142375"/>
              <a:chExt cx="439200" cy="439100"/>
            </a:xfrm>
          </p:grpSpPr>
          <p:sp>
            <p:nvSpPr>
              <p:cNvPr id="1367" name="Google Shape;1367;g36468d4ee1f_3_20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68" name="Google Shape;1368;g36468d4ee1f_3_20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69" name="Google Shape;1369;g36468d4ee1f_3_2092"/>
            <p:cNvGrpSpPr/>
            <p:nvPr/>
          </p:nvGrpSpPr>
          <p:grpSpPr>
            <a:xfrm flipH="1">
              <a:off x="277710" y="957465"/>
              <a:ext cx="134044" cy="134013"/>
              <a:chOff x="1101075" y="2142375"/>
              <a:chExt cx="439200" cy="439100"/>
            </a:xfrm>
          </p:grpSpPr>
          <p:sp>
            <p:nvSpPr>
              <p:cNvPr id="1370" name="Google Shape;1370;g36468d4ee1f_3_20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71" name="Google Shape;1371;g36468d4ee1f_3_20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72" name="Google Shape;1372;g36468d4ee1f_3_2092"/>
            <p:cNvGrpSpPr/>
            <p:nvPr/>
          </p:nvGrpSpPr>
          <p:grpSpPr>
            <a:xfrm flipH="1">
              <a:off x="277710" y="640815"/>
              <a:ext cx="134044" cy="134013"/>
              <a:chOff x="1101075" y="2142375"/>
              <a:chExt cx="439200" cy="439100"/>
            </a:xfrm>
          </p:grpSpPr>
          <p:sp>
            <p:nvSpPr>
              <p:cNvPr id="1373" name="Google Shape;1373;g36468d4ee1f_3_20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74" name="Google Shape;1374;g36468d4ee1f_3_20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pic>
        <p:nvPicPr>
          <p:cNvPr id="1375" name="Google Shape;1375;g36468d4ee1f_3_2092"/>
          <p:cNvPicPr preferRelativeResize="0"/>
          <p:nvPr/>
        </p:nvPicPr>
        <p:blipFill rotWithShape="1">
          <a:blip r:embed="rId3">
            <a:alphaModFix/>
          </a:blip>
          <a:srcRect b="17658" l="0" r="0" t="17658"/>
          <a:stretch/>
        </p:blipFill>
        <p:spPr>
          <a:xfrm rot="-7778255">
            <a:off x="-3534445" y="-1919229"/>
            <a:ext cx="7140905" cy="545011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1376" name="Shape 1376"/>
        <p:cNvGrpSpPr/>
        <p:nvPr/>
      </p:nvGrpSpPr>
      <p:grpSpPr>
        <a:xfrm>
          <a:off x="0" y="0"/>
          <a:ext cx="0" cy="0"/>
          <a:chOff x="0" y="0"/>
          <a:chExt cx="0" cy="0"/>
        </a:xfrm>
      </p:grpSpPr>
      <p:sp>
        <p:nvSpPr>
          <p:cNvPr id="1377" name="Google Shape;1377;g36468d4ee1f_3_2118"/>
          <p:cNvSpPr/>
          <p:nvPr>
            <p:ph idx="2" type="pic"/>
          </p:nvPr>
        </p:nvSpPr>
        <p:spPr>
          <a:xfrm>
            <a:off x="610699" y="0"/>
            <a:ext cx="3680400" cy="3982500"/>
          </a:xfrm>
          <a:prstGeom prst="rect">
            <a:avLst/>
          </a:prstGeom>
          <a:solidFill>
            <a:schemeClr val="lt1"/>
          </a:solidFill>
          <a:ln>
            <a:noFill/>
          </a:ln>
        </p:spPr>
      </p:sp>
      <p:pic>
        <p:nvPicPr>
          <p:cNvPr id="1378" name="Google Shape;1378;g36468d4ee1f_3_211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379" name="Google Shape;1379;g36468d4ee1f_3_2118"/>
          <p:cNvGrpSpPr/>
          <p:nvPr/>
        </p:nvGrpSpPr>
        <p:grpSpPr>
          <a:xfrm>
            <a:off x="-693518" y="-764200"/>
            <a:ext cx="2003005" cy="3742362"/>
            <a:chOff x="-367748" y="-573164"/>
            <a:chExt cx="1502291" cy="2806842"/>
          </a:xfrm>
        </p:grpSpPr>
        <p:grpSp>
          <p:nvGrpSpPr>
            <p:cNvPr id="1380" name="Google Shape;1380;g36468d4ee1f_3_2118"/>
            <p:cNvGrpSpPr/>
            <p:nvPr/>
          </p:nvGrpSpPr>
          <p:grpSpPr>
            <a:xfrm rot="10800000">
              <a:off x="-191449" y="1507557"/>
              <a:ext cx="904666" cy="726121"/>
              <a:chOff x="7945225" y="4302000"/>
              <a:chExt cx="904666" cy="726121"/>
            </a:xfrm>
          </p:grpSpPr>
          <p:sp>
            <p:nvSpPr>
              <p:cNvPr id="1381" name="Google Shape;1381;g36468d4ee1f_3_21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alpha val="4509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82" name="Google Shape;1382;g36468d4ee1f_3_21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83" name="Google Shape;1383;g36468d4ee1f_3_21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F50403"/>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sp>
          <p:nvSpPr>
            <p:cNvPr id="1384" name="Google Shape;1384;g36468d4ee1f_3_2118"/>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F50403"/>
                </a:gs>
                <a:gs pos="40000">
                  <a:srgbClr val="F50403">
                    <a:alpha val="41176"/>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85" name="Google Shape;1385;g36468d4ee1f_3_2118"/>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F50403">
                    <a:alpha val="6117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nvGrpSpPr>
            <p:cNvPr id="1386" name="Google Shape;1386;g36468d4ee1f_3_2118"/>
            <p:cNvGrpSpPr/>
            <p:nvPr/>
          </p:nvGrpSpPr>
          <p:grpSpPr>
            <a:xfrm rot="10800000">
              <a:off x="-367748" y="-467133"/>
              <a:ext cx="699928" cy="1651024"/>
              <a:chOff x="8337812" y="3492483"/>
              <a:chExt cx="699928" cy="1651024"/>
            </a:xfrm>
          </p:grpSpPr>
          <p:sp>
            <p:nvSpPr>
              <p:cNvPr id="1387" name="Google Shape;1387;g36468d4ee1f_3_2118"/>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88" name="Google Shape;1388;g36468d4ee1f_3_2118"/>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1389" name="Google Shape;1389;g36468d4ee1f_3_2118"/>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078"/>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1390" name="Shape 1390"/>
        <p:cNvGrpSpPr/>
        <p:nvPr/>
      </p:nvGrpSpPr>
      <p:grpSpPr>
        <a:xfrm>
          <a:off x="0" y="0"/>
          <a:ext cx="0" cy="0"/>
          <a:chOff x="0" y="0"/>
          <a:chExt cx="0" cy="0"/>
        </a:xfrm>
      </p:grpSpPr>
      <p:sp>
        <p:nvSpPr>
          <p:cNvPr id="1391" name="Google Shape;1391;g36468d4ee1f_3_2132"/>
          <p:cNvSpPr/>
          <p:nvPr>
            <p:ph idx="2" type="pic"/>
          </p:nvPr>
        </p:nvSpPr>
        <p:spPr>
          <a:xfrm>
            <a:off x="727217" y="622898"/>
            <a:ext cx="8333400" cy="2870100"/>
          </a:xfrm>
          <a:prstGeom prst="rect">
            <a:avLst/>
          </a:prstGeom>
          <a:solidFill>
            <a:schemeClr val="lt1"/>
          </a:solidFill>
          <a:ln>
            <a:noFill/>
          </a:ln>
        </p:spPr>
      </p:sp>
      <p:pic>
        <p:nvPicPr>
          <p:cNvPr id="1392" name="Google Shape;1392;g36468d4ee1f_3_213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1393" name="Shape 1393"/>
        <p:cNvGrpSpPr/>
        <p:nvPr/>
      </p:nvGrpSpPr>
      <p:grpSpPr>
        <a:xfrm>
          <a:off x="0" y="0"/>
          <a:ext cx="0" cy="0"/>
          <a:chOff x="0" y="0"/>
          <a:chExt cx="0" cy="0"/>
        </a:xfrm>
      </p:grpSpPr>
      <p:pic>
        <p:nvPicPr>
          <p:cNvPr id="1394" name="Google Shape;1394;g36468d4ee1f_3_2135"/>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395" name="Google Shape;1395;g36468d4ee1f_3_2135"/>
          <p:cNvGrpSpPr/>
          <p:nvPr/>
        </p:nvGrpSpPr>
        <p:grpSpPr>
          <a:xfrm>
            <a:off x="-680824" y="-2290578"/>
            <a:ext cx="5862778" cy="5562070"/>
            <a:chOff x="-494405" y="-1584824"/>
            <a:chExt cx="4397194" cy="4171657"/>
          </a:xfrm>
        </p:grpSpPr>
        <p:grpSp>
          <p:nvGrpSpPr>
            <p:cNvPr id="1396" name="Google Shape;1396;g36468d4ee1f_3_2135"/>
            <p:cNvGrpSpPr/>
            <p:nvPr/>
          </p:nvGrpSpPr>
          <p:grpSpPr>
            <a:xfrm>
              <a:off x="-494405" y="-252396"/>
              <a:ext cx="1741563" cy="1288563"/>
              <a:chOff x="-494405" y="-252396"/>
              <a:chExt cx="1741563" cy="1288563"/>
            </a:xfrm>
          </p:grpSpPr>
          <p:sp>
            <p:nvSpPr>
              <p:cNvPr id="1397" name="Google Shape;1397;g36468d4ee1f_3_213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398" name="Google Shape;1398;g36468d4ee1f_3_213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399" name="Google Shape;1399;g36468d4ee1f_3_2135"/>
            <p:cNvGrpSpPr/>
            <p:nvPr/>
          </p:nvGrpSpPr>
          <p:grpSpPr>
            <a:xfrm>
              <a:off x="245875" y="-51824"/>
              <a:ext cx="208200" cy="1824700"/>
              <a:chOff x="1040050" y="3812126"/>
              <a:chExt cx="208200" cy="1824700"/>
            </a:xfrm>
          </p:grpSpPr>
          <p:sp>
            <p:nvSpPr>
              <p:cNvPr id="1400" name="Google Shape;1400;g36468d4ee1f_3_213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01" name="Google Shape;1401;g36468d4ee1f_3_213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02" name="Google Shape;1402;g36468d4ee1f_3_2135"/>
            <p:cNvGrpSpPr/>
            <p:nvPr/>
          </p:nvGrpSpPr>
          <p:grpSpPr>
            <a:xfrm>
              <a:off x="441574" y="-36652"/>
              <a:ext cx="699940" cy="478601"/>
              <a:chOff x="39723" y="4349022"/>
              <a:chExt cx="1061963" cy="726143"/>
            </a:xfrm>
          </p:grpSpPr>
          <p:grpSp>
            <p:nvGrpSpPr>
              <p:cNvPr id="1403" name="Google Shape;1403;g36468d4ee1f_3_2135"/>
              <p:cNvGrpSpPr/>
              <p:nvPr/>
            </p:nvGrpSpPr>
            <p:grpSpPr>
              <a:xfrm rot="2700000">
                <a:off x="140502" y="4460925"/>
                <a:ext cx="524584" cy="502337"/>
                <a:chOff x="1189791" y="-1767331"/>
                <a:chExt cx="904284" cy="865933"/>
              </a:xfrm>
            </p:grpSpPr>
            <p:sp>
              <p:nvSpPr>
                <p:cNvPr id="1404" name="Google Shape;1404;g36468d4ee1f_3_21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05" name="Google Shape;1405;g36468d4ee1f_3_2135"/>
                <p:cNvGrpSpPr/>
                <p:nvPr/>
              </p:nvGrpSpPr>
              <p:grpSpPr>
                <a:xfrm>
                  <a:off x="1232795" y="-1740829"/>
                  <a:ext cx="717622" cy="717393"/>
                  <a:chOff x="1483457" y="3953671"/>
                  <a:chExt cx="717622" cy="717393"/>
                </a:xfrm>
              </p:grpSpPr>
              <p:sp>
                <p:nvSpPr>
                  <p:cNvPr id="1406" name="Google Shape;1406;g36468d4ee1f_3_21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07" name="Google Shape;1407;g36468d4ee1f_3_21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08" name="Google Shape;1408;g36468d4ee1f_3_21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09" name="Google Shape;1409;g36468d4ee1f_3_21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10" name="Google Shape;1410;g36468d4ee1f_3_21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11" name="Google Shape;1411;g36468d4ee1f_3_21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12" name="Google Shape;1412;g36468d4ee1f_3_2135"/>
            <p:cNvGrpSpPr/>
            <p:nvPr/>
          </p:nvGrpSpPr>
          <p:grpSpPr>
            <a:xfrm>
              <a:off x="955673" y="14"/>
              <a:ext cx="592576" cy="405260"/>
              <a:chOff x="39723" y="4349022"/>
              <a:chExt cx="1061963" cy="726143"/>
            </a:xfrm>
          </p:grpSpPr>
          <p:grpSp>
            <p:nvGrpSpPr>
              <p:cNvPr id="1413" name="Google Shape;1413;g36468d4ee1f_3_2135"/>
              <p:cNvGrpSpPr/>
              <p:nvPr/>
            </p:nvGrpSpPr>
            <p:grpSpPr>
              <a:xfrm rot="2700000">
                <a:off x="140502" y="4460925"/>
                <a:ext cx="524584" cy="502337"/>
                <a:chOff x="1189791" y="-1767331"/>
                <a:chExt cx="904284" cy="865933"/>
              </a:xfrm>
            </p:grpSpPr>
            <p:sp>
              <p:nvSpPr>
                <p:cNvPr id="1414" name="Google Shape;1414;g36468d4ee1f_3_21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15" name="Google Shape;1415;g36468d4ee1f_3_2135"/>
                <p:cNvGrpSpPr/>
                <p:nvPr/>
              </p:nvGrpSpPr>
              <p:grpSpPr>
                <a:xfrm>
                  <a:off x="1232795" y="-1740829"/>
                  <a:ext cx="717622" cy="717393"/>
                  <a:chOff x="1483457" y="3953671"/>
                  <a:chExt cx="717622" cy="717393"/>
                </a:xfrm>
              </p:grpSpPr>
              <p:sp>
                <p:nvSpPr>
                  <p:cNvPr id="1416" name="Google Shape;1416;g36468d4ee1f_3_21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17" name="Google Shape;1417;g36468d4ee1f_3_21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18" name="Google Shape;1418;g36468d4ee1f_3_21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19" name="Google Shape;1419;g36468d4ee1f_3_21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0" name="Google Shape;1420;g36468d4ee1f_3_21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21" name="Google Shape;1421;g36468d4ee1f_3_21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22" name="Google Shape;1422;g36468d4ee1f_3_2135"/>
            <p:cNvGrpSpPr/>
            <p:nvPr/>
          </p:nvGrpSpPr>
          <p:grpSpPr>
            <a:xfrm>
              <a:off x="-1" y="621223"/>
              <a:ext cx="699940" cy="478601"/>
              <a:chOff x="39723" y="4349022"/>
              <a:chExt cx="1061963" cy="726143"/>
            </a:xfrm>
          </p:grpSpPr>
          <p:grpSp>
            <p:nvGrpSpPr>
              <p:cNvPr id="1423" name="Google Shape;1423;g36468d4ee1f_3_2135"/>
              <p:cNvGrpSpPr/>
              <p:nvPr/>
            </p:nvGrpSpPr>
            <p:grpSpPr>
              <a:xfrm rot="2700000">
                <a:off x="140502" y="4460925"/>
                <a:ext cx="524584" cy="502337"/>
                <a:chOff x="1189791" y="-1767331"/>
                <a:chExt cx="904284" cy="865933"/>
              </a:xfrm>
            </p:grpSpPr>
            <p:sp>
              <p:nvSpPr>
                <p:cNvPr id="1424" name="Google Shape;1424;g36468d4ee1f_3_21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25" name="Google Shape;1425;g36468d4ee1f_3_2135"/>
                <p:cNvGrpSpPr/>
                <p:nvPr/>
              </p:nvGrpSpPr>
              <p:grpSpPr>
                <a:xfrm>
                  <a:off x="1232795" y="-1740829"/>
                  <a:ext cx="717622" cy="717393"/>
                  <a:chOff x="1483457" y="3953671"/>
                  <a:chExt cx="717622" cy="717393"/>
                </a:xfrm>
              </p:grpSpPr>
              <p:sp>
                <p:nvSpPr>
                  <p:cNvPr id="1426" name="Google Shape;1426;g36468d4ee1f_3_21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7" name="Google Shape;1427;g36468d4ee1f_3_21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8" name="Google Shape;1428;g36468d4ee1f_3_21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29" name="Google Shape;1429;g36468d4ee1f_3_21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0" name="Google Shape;1430;g36468d4ee1f_3_21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31" name="Google Shape;1431;g36468d4ee1f_3_21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32" name="Google Shape;1432;g36468d4ee1f_3_2135"/>
            <p:cNvGrpSpPr/>
            <p:nvPr/>
          </p:nvGrpSpPr>
          <p:grpSpPr>
            <a:xfrm rot="-8100000">
              <a:off x="540898" y="-1172741"/>
              <a:ext cx="2552124" cy="3347490"/>
              <a:chOff x="2976325" y="908175"/>
              <a:chExt cx="4028179" cy="5283555"/>
            </a:xfrm>
          </p:grpSpPr>
          <p:sp>
            <p:nvSpPr>
              <p:cNvPr id="1433" name="Google Shape;1433;g36468d4ee1f_3_213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4" name="Google Shape;1434;g36468d4ee1f_3_213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35" name="Google Shape;1435;g36468d4ee1f_3_213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1436" name="Shape 1436"/>
        <p:cNvGrpSpPr/>
        <p:nvPr/>
      </p:nvGrpSpPr>
      <p:grpSpPr>
        <a:xfrm>
          <a:off x="0" y="0"/>
          <a:ext cx="0" cy="0"/>
          <a:chOff x="0" y="0"/>
          <a:chExt cx="0" cy="0"/>
        </a:xfrm>
      </p:grpSpPr>
      <p:sp>
        <p:nvSpPr>
          <p:cNvPr id="1437" name="Google Shape;1437;g36468d4ee1f_3_2178"/>
          <p:cNvSpPr/>
          <p:nvPr>
            <p:ph idx="2" type="pic"/>
          </p:nvPr>
        </p:nvSpPr>
        <p:spPr>
          <a:xfrm>
            <a:off x="0" y="3061252"/>
            <a:ext cx="2969700" cy="3796800"/>
          </a:xfrm>
          <a:prstGeom prst="rect">
            <a:avLst/>
          </a:prstGeom>
          <a:solidFill>
            <a:schemeClr val="lt1"/>
          </a:solidFill>
          <a:ln>
            <a:noFill/>
          </a:ln>
        </p:spPr>
      </p:sp>
      <p:sp>
        <p:nvSpPr>
          <p:cNvPr id="1438" name="Google Shape;1438;g36468d4ee1f_3_2178"/>
          <p:cNvSpPr/>
          <p:nvPr>
            <p:ph idx="3" type="pic"/>
          </p:nvPr>
        </p:nvSpPr>
        <p:spPr>
          <a:xfrm>
            <a:off x="6870763" y="-3517"/>
            <a:ext cx="3838800" cy="3162900"/>
          </a:xfrm>
          <a:prstGeom prst="rect">
            <a:avLst/>
          </a:prstGeom>
          <a:solidFill>
            <a:schemeClr val="lt1"/>
          </a:solidFill>
          <a:ln>
            <a:noFill/>
          </a:ln>
        </p:spPr>
      </p:sp>
      <p:pic>
        <p:nvPicPr>
          <p:cNvPr id="1439" name="Google Shape;1439;g36468d4ee1f_3_217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1440" name="Shape 1440"/>
        <p:cNvGrpSpPr/>
        <p:nvPr/>
      </p:nvGrpSpPr>
      <p:grpSpPr>
        <a:xfrm>
          <a:off x="0" y="0"/>
          <a:ext cx="0" cy="0"/>
          <a:chOff x="0" y="0"/>
          <a:chExt cx="0" cy="0"/>
        </a:xfrm>
      </p:grpSpPr>
      <p:sp>
        <p:nvSpPr>
          <p:cNvPr id="1441" name="Google Shape;1441;g36468d4ee1f_3_2182"/>
          <p:cNvSpPr/>
          <p:nvPr>
            <p:ph idx="2" type="pic"/>
          </p:nvPr>
        </p:nvSpPr>
        <p:spPr>
          <a:xfrm>
            <a:off x="6524779" y="742950"/>
            <a:ext cx="3488700" cy="4309200"/>
          </a:xfrm>
          <a:prstGeom prst="rect">
            <a:avLst/>
          </a:prstGeom>
          <a:solidFill>
            <a:schemeClr val="lt1"/>
          </a:solidFill>
          <a:ln>
            <a:noFill/>
          </a:ln>
        </p:spPr>
      </p:sp>
      <p:pic>
        <p:nvPicPr>
          <p:cNvPr id="1442" name="Google Shape;1442;g36468d4ee1f_3_218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443" name="Google Shape;1443;g36468d4ee1f_3_2182"/>
          <p:cNvGrpSpPr/>
          <p:nvPr/>
        </p:nvGrpSpPr>
        <p:grpSpPr>
          <a:xfrm>
            <a:off x="-680824" y="-2290578"/>
            <a:ext cx="5862778" cy="5562070"/>
            <a:chOff x="-494405" y="-1584824"/>
            <a:chExt cx="4397194" cy="4171657"/>
          </a:xfrm>
        </p:grpSpPr>
        <p:grpSp>
          <p:nvGrpSpPr>
            <p:cNvPr id="1444" name="Google Shape;1444;g36468d4ee1f_3_2182"/>
            <p:cNvGrpSpPr/>
            <p:nvPr/>
          </p:nvGrpSpPr>
          <p:grpSpPr>
            <a:xfrm>
              <a:off x="-494405" y="-252396"/>
              <a:ext cx="1741563" cy="1288563"/>
              <a:chOff x="-494405" y="-252396"/>
              <a:chExt cx="1741563" cy="1288563"/>
            </a:xfrm>
          </p:grpSpPr>
          <p:sp>
            <p:nvSpPr>
              <p:cNvPr id="1445" name="Google Shape;1445;g36468d4ee1f_3_218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46" name="Google Shape;1446;g36468d4ee1f_3_218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47" name="Google Shape;1447;g36468d4ee1f_3_2182"/>
            <p:cNvGrpSpPr/>
            <p:nvPr/>
          </p:nvGrpSpPr>
          <p:grpSpPr>
            <a:xfrm>
              <a:off x="245875" y="-51824"/>
              <a:ext cx="208200" cy="1824700"/>
              <a:chOff x="1040050" y="3812126"/>
              <a:chExt cx="208200" cy="1824700"/>
            </a:xfrm>
          </p:grpSpPr>
          <p:sp>
            <p:nvSpPr>
              <p:cNvPr id="1448" name="Google Shape;1448;g36468d4ee1f_3_218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49" name="Google Shape;1449;g36468d4ee1f_3_218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50" name="Google Shape;1450;g36468d4ee1f_3_2182"/>
            <p:cNvGrpSpPr/>
            <p:nvPr/>
          </p:nvGrpSpPr>
          <p:grpSpPr>
            <a:xfrm>
              <a:off x="441574" y="-36652"/>
              <a:ext cx="699940" cy="478601"/>
              <a:chOff x="39723" y="4349022"/>
              <a:chExt cx="1061963" cy="726143"/>
            </a:xfrm>
          </p:grpSpPr>
          <p:grpSp>
            <p:nvGrpSpPr>
              <p:cNvPr id="1451" name="Google Shape;1451;g36468d4ee1f_3_2182"/>
              <p:cNvGrpSpPr/>
              <p:nvPr/>
            </p:nvGrpSpPr>
            <p:grpSpPr>
              <a:xfrm rot="2700000">
                <a:off x="140502" y="4460925"/>
                <a:ext cx="524584" cy="502337"/>
                <a:chOff x="1189791" y="-1767331"/>
                <a:chExt cx="904284" cy="865933"/>
              </a:xfrm>
            </p:grpSpPr>
            <p:sp>
              <p:nvSpPr>
                <p:cNvPr id="1452" name="Google Shape;1452;g36468d4ee1f_3_21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53" name="Google Shape;1453;g36468d4ee1f_3_2182"/>
                <p:cNvGrpSpPr/>
                <p:nvPr/>
              </p:nvGrpSpPr>
              <p:grpSpPr>
                <a:xfrm>
                  <a:off x="1232795" y="-1740829"/>
                  <a:ext cx="717622" cy="717393"/>
                  <a:chOff x="1483457" y="3953671"/>
                  <a:chExt cx="717622" cy="717393"/>
                </a:xfrm>
              </p:grpSpPr>
              <p:sp>
                <p:nvSpPr>
                  <p:cNvPr id="1454" name="Google Shape;1454;g36468d4ee1f_3_21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5" name="Google Shape;1455;g36468d4ee1f_3_21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6" name="Google Shape;1456;g36468d4ee1f_3_21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7" name="Google Shape;1457;g36468d4ee1f_3_21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58" name="Google Shape;1458;g36468d4ee1f_3_21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59" name="Google Shape;1459;g36468d4ee1f_3_21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60" name="Google Shape;1460;g36468d4ee1f_3_2182"/>
            <p:cNvGrpSpPr/>
            <p:nvPr/>
          </p:nvGrpSpPr>
          <p:grpSpPr>
            <a:xfrm>
              <a:off x="955673" y="14"/>
              <a:ext cx="592576" cy="405260"/>
              <a:chOff x="39723" y="4349022"/>
              <a:chExt cx="1061963" cy="726143"/>
            </a:xfrm>
          </p:grpSpPr>
          <p:grpSp>
            <p:nvGrpSpPr>
              <p:cNvPr id="1461" name="Google Shape;1461;g36468d4ee1f_3_2182"/>
              <p:cNvGrpSpPr/>
              <p:nvPr/>
            </p:nvGrpSpPr>
            <p:grpSpPr>
              <a:xfrm rot="2700000">
                <a:off x="140502" y="4460925"/>
                <a:ext cx="524584" cy="502337"/>
                <a:chOff x="1189791" y="-1767331"/>
                <a:chExt cx="904284" cy="865933"/>
              </a:xfrm>
            </p:grpSpPr>
            <p:sp>
              <p:nvSpPr>
                <p:cNvPr id="1462" name="Google Shape;1462;g36468d4ee1f_3_21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63" name="Google Shape;1463;g36468d4ee1f_3_2182"/>
                <p:cNvGrpSpPr/>
                <p:nvPr/>
              </p:nvGrpSpPr>
              <p:grpSpPr>
                <a:xfrm>
                  <a:off x="1232795" y="-1740829"/>
                  <a:ext cx="717622" cy="717393"/>
                  <a:chOff x="1483457" y="3953671"/>
                  <a:chExt cx="717622" cy="717393"/>
                </a:xfrm>
              </p:grpSpPr>
              <p:sp>
                <p:nvSpPr>
                  <p:cNvPr id="1464" name="Google Shape;1464;g36468d4ee1f_3_21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5" name="Google Shape;1465;g36468d4ee1f_3_21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6" name="Google Shape;1466;g36468d4ee1f_3_21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7" name="Google Shape;1467;g36468d4ee1f_3_21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68" name="Google Shape;1468;g36468d4ee1f_3_21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69" name="Google Shape;1469;g36468d4ee1f_3_21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70" name="Google Shape;1470;g36468d4ee1f_3_2182"/>
            <p:cNvGrpSpPr/>
            <p:nvPr/>
          </p:nvGrpSpPr>
          <p:grpSpPr>
            <a:xfrm>
              <a:off x="-1" y="621223"/>
              <a:ext cx="699940" cy="478601"/>
              <a:chOff x="39723" y="4349022"/>
              <a:chExt cx="1061963" cy="726143"/>
            </a:xfrm>
          </p:grpSpPr>
          <p:grpSp>
            <p:nvGrpSpPr>
              <p:cNvPr id="1471" name="Google Shape;1471;g36468d4ee1f_3_2182"/>
              <p:cNvGrpSpPr/>
              <p:nvPr/>
            </p:nvGrpSpPr>
            <p:grpSpPr>
              <a:xfrm rot="2700000">
                <a:off x="140502" y="4460925"/>
                <a:ext cx="524584" cy="502337"/>
                <a:chOff x="1189791" y="-1767331"/>
                <a:chExt cx="904284" cy="865933"/>
              </a:xfrm>
            </p:grpSpPr>
            <p:sp>
              <p:nvSpPr>
                <p:cNvPr id="1472" name="Google Shape;1472;g36468d4ee1f_3_218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473" name="Google Shape;1473;g36468d4ee1f_3_2182"/>
                <p:cNvGrpSpPr/>
                <p:nvPr/>
              </p:nvGrpSpPr>
              <p:grpSpPr>
                <a:xfrm>
                  <a:off x="1232795" y="-1740829"/>
                  <a:ext cx="717622" cy="717393"/>
                  <a:chOff x="1483457" y="3953671"/>
                  <a:chExt cx="717622" cy="717393"/>
                </a:xfrm>
              </p:grpSpPr>
              <p:sp>
                <p:nvSpPr>
                  <p:cNvPr id="1474" name="Google Shape;1474;g36468d4ee1f_3_218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75" name="Google Shape;1475;g36468d4ee1f_3_218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76" name="Google Shape;1476;g36468d4ee1f_3_218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77" name="Google Shape;1477;g36468d4ee1f_3_218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78" name="Google Shape;1478;g36468d4ee1f_3_218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479" name="Google Shape;1479;g36468d4ee1f_3_218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480" name="Google Shape;1480;g36468d4ee1f_3_2182"/>
            <p:cNvGrpSpPr/>
            <p:nvPr/>
          </p:nvGrpSpPr>
          <p:grpSpPr>
            <a:xfrm rot="-8100000">
              <a:off x="540898" y="-1172741"/>
              <a:ext cx="2552124" cy="3347490"/>
              <a:chOff x="2976325" y="908175"/>
              <a:chExt cx="4028179" cy="5283555"/>
            </a:xfrm>
          </p:grpSpPr>
          <p:sp>
            <p:nvSpPr>
              <p:cNvPr id="1481" name="Google Shape;1481;g36468d4ee1f_3_218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82" name="Google Shape;1482;g36468d4ee1f_3_218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483" name="Google Shape;1483;g36468d4ee1f_3_218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1484" name="Shape 1484"/>
        <p:cNvGrpSpPr/>
        <p:nvPr/>
      </p:nvGrpSpPr>
      <p:grpSpPr>
        <a:xfrm>
          <a:off x="0" y="0"/>
          <a:ext cx="0" cy="0"/>
          <a:chOff x="0" y="0"/>
          <a:chExt cx="0" cy="0"/>
        </a:xfrm>
      </p:grpSpPr>
      <p:sp>
        <p:nvSpPr>
          <p:cNvPr id="1485" name="Google Shape;1485;g36468d4ee1f_3_2226"/>
          <p:cNvSpPr/>
          <p:nvPr>
            <p:ph idx="2" type="pic"/>
          </p:nvPr>
        </p:nvSpPr>
        <p:spPr>
          <a:xfrm>
            <a:off x="-1" y="622897"/>
            <a:ext cx="9337800" cy="2196900"/>
          </a:xfrm>
          <a:prstGeom prst="rect">
            <a:avLst/>
          </a:prstGeom>
          <a:solidFill>
            <a:schemeClr val="lt1"/>
          </a:solidFill>
          <a:ln>
            <a:noFill/>
          </a:ln>
        </p:spPr>
      </p:sp>
      <p:pic>
        <p:nvPicPr>
          <p:cNvPr id="1486" name="Google Shape;1486;g36468d4ee1f_3_222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1487" name="Shape 1487"/>
        <p:cNvGrpSpPr/>
        <p:nvPr/>
      </p:nvGrpSpPr>
      <p:grpSpPr>
        <a:xfrm>
          <a:off x="0" y="0"/>
          <a:ext cx="0" cy="0"/>
          <a:chOff x="0" y="0"/>
          <a:chExt cx="0" cy="0"/>
        </a:xfrm>
      </p:grpSpPr>
      <p:sp>
        <p:nvSpPr>
          <p:cNvPr id="1488" name="Google Shape;1488;g36468d4ee1f_3_2229"/>
          <p:cNvSpPr/>
          <p:nvPr>
            <p:ph idx="2" type="pic"/>
          </p:nvPr>
        </p:nvSpPr>
        <p:spPr>
          <a:xfrm>
            <a:off x="1481266" y="3350560"/>
            <a:ext cx="2370900" cy="2370900"/>
          </a:xfrm>
          <a:prstGeom prst="rect">
            <a:avLst/>
          </a:prstGeom>
          <a:solidFill>
            <a:schemeClr val="lt1"/>
          </a:solidFill>
          <a:ln>
            <a:noFill/>
          </a:ln>
        </p:spPr>
      </p:sp>
      <p:sp>
        <p:nvSpPr>
          <p:cNvPr id="1489" name="Google Shape;1489;g36468d4ee1f_3_2229"/>
          <p:cNvSpPr/>
          <p:nvPr>
            <p:ph idx="3" type="pic"/>
          </p:nvPr>
        </p:nvSpPr>
        <p:spPr>
          <a:xfrm>
            <a:off x="4169396" y="3350560"/>
            <a:ext cx="2370900" cy="2370900"/>
          </a:xfrm>
          <a:prstGeom prst="rect">
            <a:avLst/>
          </a:prstGeom>
          <a:solidFill>
            <a:schemeClr val="lt1"/>
          </a:solidFill>
          <a:ln>
            <a:noFill/>
          </a:ln>
        </p:spPr>
      </p:sp>
      <p:sp>
        <p:nvSpPr>
          <p:cNvPr id="1490" name="Google Shape;1490;g36468d4ee1f_3_2229"/>
          <p:cNvSpPr/>
          <p:nvPr>
            <p:ph idx="4" type="pic"/>
          </p:nvPr>
        </p:nvSpPr>
        <p:spPr>
          <a:xfrm>
            <a:off x="6857527" y="3350560"/>
            <a:ext cx="2370900" cy="2370900"/>
          </a:xfrm>
          <a:prstGeom prst="rect">
            <a:avLst/>
          </a:prstGeom>
          <a:solidFill>
            <a:schemeClr val="lt1"/>
          </a:solidFill>
          <a:ln>
            <a:noFill/>
          </a:ln>
        </p:spPr>
      </p:sp>
      <p:pic>
        <p:nvPicPr>
          <p:cNvPr id="1491" name="Google Shape;1491;g36468d4ee1f_3_222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1492" name="Shape 1492"/>
        <p:cNvGrpSpPr/>
        <p:nvPr/>
      </p:nvGrpSpPr>
      <p:grpSpPr>
        <a:xfrm>
          <a:off x="0" y="0"/>
          <a:ext cx="0" cy="0"/>
          <a:chOff x="0" y="0"/>
          <a:chExt cx="0" cy="0"/>
        </a:xfrm>
      </p:grpSpPr>
      <p:sp>
        <p:nvSpPr>
          <p:cNvPr id="1493" name="Google Shape;1493;g36468d4ee1f_3_2234"/>
          <p:cNvSpPr/>
          <p:nvPr>
            <p:ph idx="2" type="pic"/>
          </p:nvPr>
        </p:nvSpPr>
        <p:spPr>
          <a:xfrm>
            <a:off x="5653560" y="672033"/>
            <a:ext cx="1690800" cy="1690800"/>
          </a:xfrm>
          <a:prstGeom prst="rect">
            <a:avLst/>
          </a:prstGeom>
          <a:solidFill>
            <a:schemeClr val="lt1"/>
          </a:solidFill>
          <a:ln>
            <a:noFill/>
          </a:ln>
        </p:spPr>
      </p:sp>
      <p:sp>
        <p:nvSpPr>
          <p:cNvPr id="1494" name="Google Shape;1494;g36468d4ee1f_3_2234"/>
          <p:cNvSpPr/>
          <p:nvPr>
            <p:ph idx="3" type="pic"/>
          </p:nvPr>
        </p:nvSpPr>
        <p:spPr>
          <a:xfrm>
            <a:off x="5653560" y="2583602"/>
            <a:ext cx="1690800" cy="1690800"/>
          </a:xfrm>
          <a:prstGeom prst="rect">
            <a:avLst/>
          </a:prstGeom>
          <a:solidFill>
            <a:schemeClr val="lt1"/>
          </a:solidFill>
          <a:ln>
            <a:noFill/>
          </a:ln>
        </p:spPr>
      </p:sp>
      <p:sp>
        <p:nvSpPr>
          <p:cNvPr id="1495" name="Google Shape;1495;g36468d4ee1f_3_2234"/>
          <p:cNvSpPr/>
          <p:nvPr>
            <p:ph idx="4" type="pic"/>
          </p:nvPr>
        </p:nvSpPr>
        <p:spPr>
          <a:xfrm>
            <a:off x="5653560" y="4495171"/>
            <a:ext cx="1690800" cy="1690800"/>
          </a:xfrm>
          <a:prstGeom prst="rect">
            <a:avLst/>
          </a:prstGeom>
          <a:solidFill>
            <a:schemeClr val="lt1"/>
          </a:solidFill>
          <a:ln>
            <a:noFill/>
          </a:ln>
        </p:spPr>
      </p:sp>
      <p:pic>
        <p:nvPicPr>
          <p:cNvPr id="1496" name="Google Shape;1496;g36468d4ee1f_3_223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1497" name="Shape 1497"/>
        <p:cNvGrpSpPr/>
        <p:nvPr/>
      </p:nvGrpSpPr>
      <p:grpSpPr>
        <a:xfrm>
          <a:off x="0" y="0"/>
          <a:ext cx="0" cy="0"/>
          <a:chOff x="0" y="0"/>
          <a:chExt cx="0" cy="0"/>
        </a:xfrm>
      </p:grpSpPr>
      <p:sp>
        <p:nvSpPr>
          <p:cNvPr id="1498" name="Google Shape;1498;g36468d4ee1f_3_2239"/>
          <p:cNvSpPr/>
          <p:nvPr>
            <p:ph idx="2" type="pic"/>
          </p:nvPr>
        </p:nvSpPr>
        <p:spPr>
          <a:xfrm>
            <a:off x="8231618" y="728382"/>
            <a:ext cx="2099700" cy="2099700"/>
          </a:xfrm>
          <a:prstGeom prst="rect">
            <a:avLst/>
          </a:prstGeom>
          <a:solidFill>
            <a:schemeClr val="lt1"/>
          </a:solidFill>
          <a:ln>
            <a:noFill/>
          </a:ln>
        </p:spPr>
      </p:sp>
      <p:sp>
        <p:nvSpPr>
          <p:cNvPr id="1499" name="Google Shape;1499;g36468d4ee1f_3_2239"/>
          <p:cNvSpPr/>
          <p:nvPr>
            <p:ph idx="3" type="pic"/>
          </p:nvPr>
        </p:nvSpPr>
        <p:spPr>
          <a:xfrm>
            <a:off x="5935846" y="728382"/>
            <a:ext cx="2099700" cy="2099700"/>
          </a:xfrm>
          <a:prstGeom prst="rect">
            <a:avLst/>
          </a:prstGeom>
          <a:solidFill>
            <a:schemeClr val="lt1"/>
          </a:solidFill>
          <a:ln>
            <a:noFill/>
          </a:ln>
        </p:spPr>
      </p:sp>
      <p:sp>
        <p:nvSpPr>
          <p:cNvPr id="1500" name="Google Shape;1500;g36468d4ee1f_3_2239"/>
          <p:cNvSpPr/>
          <p:nvPr>
            <p:ph idx="4" type="pic"/>
          </p:nvPr>
        </p:nvSpPr>
        <p:spPr>
          <a:xfrm>
            <a:off x="-1" y="3366773"/>
            <a:ext cx="4525500" cy="2435400"/>
          </a:xfrm>
          <a:prstGeom prst="rect">
            <a:avLst/>
          </a:prstGeom>
          <a:solidFill>
            <a:schemeClr val="lt1"/>
          </a:solidFill>
          <a:ln>
            <a:noFill/>
          </a:ln>
        </p:spPr>
      </p:sp>
      <p:pic>
        <p:nvPicPr>
          <p:cNvPr id="1501" name="Google Shape;1501;g36468d4ee1f_3_2239"/>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1502" name="Shape 1502"/>
        <p:cNvGrpSpPr/>
        <p:nvPr/>
      </p:nvGrpSpPr>
      <p:grpSpPr>
        <a:xfrm>
          <a:off x="0" y="0"/>
          <a:ext cx="0" cy="0"/>
          <a:chOff x="0" y="0"/>
          <a:chExt cx="0" cy="0"/>
        </a:xfrm>
      </p:grpSpPr>
      <p:sp>
        <p:nvSpPr>
          <p:cNvPr id="1503" name="Google Shape;1503;g36468d4ee1f_3_2244"/>
          <p:cNvSpPr/>
          <p:nvPr>
            <p:ph idx="2" type="pic"/>
          </p:nvPr>
        </p:nvSpPr>
        <p:spPr>
          <a:xfrm>
            <a:off x="889964" y="1372128"/>
            <a:ext cx="2137800" cy="4113600"/>
          </a:xfrm>
          <a:prstGeom prst="rect">
            <a:avLst/>
          </a:prstGeom>
          <a:solidFill>
            <a:schemeClr val="lt1"/>
          </a:solidFill>
          <a:ln>
            <a:noFill/>
          </a:ln>
        </p:spPr>
      </p:sp>
      <p:sp>
        <p:nvSpPr>
          <p:cNvPr id="1504" name="Google Shape;1504;g36468d4ee1f_3_2244"/>
          <p:cNvSpPr/>
          <p:nvPr>
            <p:ph idx="3" type="pic"/>
          </p:nvPr>
        </p:nvSpPr>
        <p:spPr>
          <a:xfrm>
            <a:off x="3210142" y="1372128"/>
            <a:ext cx="2137800" cy="4113600"/>
          </a:xfrm>
          <a:prstGeom prst="rect">
            <a:avLst/>
          </a:prstGeom>
          <a:solidFill>
            <a:schemeClr val="lt1"/>
          </a:solidFill>
          <a:ln>
            <a:noFill/>
          </a:ln>
        </p:spPr>
      </p:sp>
      <p:pic>
        <p:nvPicPr>
          <p:cNvPr id="1505" name="Google Shape;1505;g36468d4ee1f_3_224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506" name="Shape 1506"/>
        <p:cNvGrpSpPr/>
        <p:nvPr/>
      </p:nvGrpSpPr>
      <p:grpSpPr>
        <a:xfrm>
          <a:off x="0" y="0"/>
          <a:ext cx="0" cy="0"/>
          <a:chOff x="0" y="0"/>
          <a:chExt cx="0" cy="0"/>
        </a:xfrm>
      </p:grpSpPr>
      <p:sp>
        <p:nvSpPr>
          <p:cNvPr id="1507" name="Google Shape;1507;g36468d4ee1f_3_2248"/>
          <p:cNvSpPr/>
          <p:nvPr>
            <p:ph idx="2" type="pic"/>
          </p:nvPr>
        </p:nvSpPr>
        <p:spPr>
          <a:xfrm>
            <a:off x="6896192" y="1655804"/>
            <a:ext cx="2800500" cy="5202300"/>
          </a:xfrm>
          <a:prstGeom prst="rect">
            <a:avLst/>
          </a:prstGeom>
          <a:solidFill>
            <a:schemeClr val="lt1"/>
          </a:solidFill>
          <a:ln>
            <a:noFill/>
          </a:ln>
        </p:spPr>
      </p:sp>
      <p:pic>
        <p:nvPicPr>
          <p:cNvPr id="1508" name="Google Shape;1508;g36468d4ee1f_3_2248"/>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509" name="Shape 1509"/>
        <p:cNvGrpSpPr/>
        <p:nvPr/>
      </p:nvGrpSpPr>
      <p:grpSpPr>
        <a:xfrm>
          <a:off x="0" y="0"/>
          <a:ext cx="0" cy="0"/>
          <a:chOff x="0" y="0"/>
          <a:chExt cx="0" cy="0"/>
        </a:xfrm>
      </p:grpSpPr>
      <p:sp>
        <p:nvSpPr>
          <p:cNvPr id="1510" name="Google Shape;1510;g36468d4ee1f_3_2251"/>
          <p:cNvSpPr/>
          <p:nvPr>
            <p:ph idx="2" type="pic"/>
          </p:nvPr>
        </p:nvSpPr>
        <p:spPr>
          <a:xfrm>
            <a:off x="1179006" y="1014481"/>
            <a:ext cx="2768400" cy="4122600"/>
          </a:xfrm>
          <a:prstGeom prst="rect">
            <a:avLst/>
          </a:prstGeom>
          <a:solidFill>
            <a:schemeClr val="lt1"/>
          </a:solidFill>
          <a:ln>
            <a:noFill/>
          </a:ln>
        </p:spPr>
      </p:sp>
      <p:pic>
        <p:nvPicPr>
          <p:cNvPr id="1511" name="Google Shape;1511;g36468d4ee1f_3_2251"/>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512" name="Shape 1512"/>
        <p:cNvGrpSpPr/>
        <p:nvPr/>
      </p:nvGrpSpPr>
      <p:grpSpPr>
        <a:xfrm>
          <a:off x="0" y="0"/>
          <a:ext cx="0" cy="0"/>
          <a:chOff x="0" y="0"/>
          <a:chExt cx="0" cy="0"/>
        </a:xfrm>
      </p:grpSpPr>
      <p:sp>
        <p:nvSpPr>
          <p:cNvPr id="1513" name="Google Shape;1513;g36468d4ee1f_3_2254"/>
          <p:cNvSpPr/>
          <p:nvPr>
            <p:ph idx="2" type="pic"/>
          </p:nvPr>
        </p:nvSpPr>
        <p:spPr>
          <a:xfrm>
            <a:off x="4930282" y="1031838"/>
            <a:ext cx="5779200" cy="2934900"/>
          </a:xfrm>
          <a:prstGeom prst="rect">
            <a:avLst/>
          </a:prstGeom>
          <a:solidFill>
            <a:schemeClr val="lt1"/>
          </a:solidFill>
          <a:ln>
            <a:noFill/>
          </a:ln>
        </p:spPr>
      </p:sp>
      <p:pic>
        <p:nvPicPr>
          <p:cNvPr id="1514" name="Google Shape;1514;g36468d4ee1f_3_2254"/>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1515" name="Shape 1515"/>
        <p:cNvGrpSpPr/>
        <p:nvPr/>
      </p:nvGrpSpPr>
      <p:grpSpPr>
        <a:xfrm>
          <a:off x="0" y="0"/>
          <a:ext cx="0" cy="0"/>
          <a:chOff x="0" y="0"/>
          <a:chExt cx="0" cy="0"/>
        </a:xfrm>
      </p:grpSpPr>
      <p:sp>
        <p:nvSpPr>
          <p:cNvPr id="1516" name="Google Shape;1516;g36468d4ee1f_3_2257"/>
          <p:cNvSpPr/>
          <p:nvPr>
            <p:ph idx="2" type="pic"/>
          </p:nvPr>
        </p:nvSpPr>
        <p:spPr>
          <a:xfrm>
            <a:off x="3220234" y="2120348"/>
            <a:ext cx="2279400" cy="2279400"/>
          </a:xfrm>
          <a:prstGeom prst="rect">
            <a:avLst/>
          </a:prstGeom>
          <a:solidFill>
            <a:schemeClr val="lt1"/>
          </a:solidFill>
          <a:ln>
            <a:noFill/>
          </a:ln>
        </p:spPr>
      </p:sp>
      <p:sp>
        <p:nvSpPr>
          <p:cNvPr id="1517" name="Google Shape;1517;g36468d4ee1f_3_2257"/>
          <p:cNvSpPr/>
          <p:nvPr>
            <p:ph idx="3" type="pic"/>
          </p:nvPr>
        </p:nvSpPr>
        <p:spPr>
          <a:xfrm>
            <a:off x="5712651" y="2120348"/>
            <a:ext cx="2279400" cy="2279400"/>
          </a:xfrm>
          <a:prstGeom prst="rect">
            <a:avLst/>
          </a:prstGeom>
          <a:solidFill>
            <a:schemeClr val="lt1"/>
          </a:solidFill>
          <a:ln>
            <a:noFill/>
          </a:ln>
        </p:spPr>
      </p:sp>
      <p:sp>
        <p:nvSpPr>
          <p:cNvPr id="1518" name="Google Shape;1518;g36468d4ee1f_3_2257"/>
          <p:cNvSpPr/>
          <p:nvPr>
            <p:ph idx="4" type="pic"/>
          </p:nvPr>
        </p:nvSpPr>
        <p:spPr>
          <a:xfrm>
            <a:off x="8205068" y="2120348"/>
            <a:ext cx="2279400" cy="2279400"/>
          </a:xfrm>
          <a:prstGeom prst="rect">
            <a:avLst/>
          </a:prstGeom>
          <a:solidFill>
            <a:schemeClr val="lt1"/>
          </a:solidFill>
          <a:ln>
            <a:noFill/>
          </a:ln>
        </p:spPr>
      </p:sp>
      <p:pic>
        <p:nvPicPr>
          <p:cNvPr id="1519" name="Google Shape;1519;g36468d4ee1f_3_225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grpSp>
        <p:nvGrpSpPr>
          <p:cNvPr id="1520" name="Google Shape;1520;g36468d4ee1f_3_2257"/>
          <p:cNvGrpSpPr/>
          <p:nvPr/>
        </p:nvGrpSpPr>
        <p:grpSpPr>
          <a:xfrm>
            <a:off x="-680824" y="-2290578"/>
            <a:ext cx="5862778" cy="5562070"/>
            <a:chOff x="-494405" y="-1584824"/>
            <a:chExt cx="4397194" cy="4171657"/>
          </a:xfrm>
        </p:grpSpPr>
        <p:grpSp>
          <p:nvGrpSpPr>
            <p:cNvPr id="1521" name="Google Shape;1521;g36468d4ee1f_3_2257"/>
            <p:cNvGrpSpPr/>
            <p:nvPr/>
          </p:nvGrpSpPr>
          <p:grpSpPr>
            <a:xfrm>
              <a:off x="-494405" y="-252396"/>
              <a:ext cx="1741563" cy="1288563"/>
              <a:chOff x="-494405" y="-252396"/>
              <a:chExt cx="1741563" cy="1288563"/>
            </a:xfrm>
          </p:grpSpPr>
          <p:sp>
            <p:nvSpPr>
              <p:cNvPr id="1522" name="Google Shape;1522;g36468d4ee1f_3_2257"/>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23" name="Google Shape;1523;g36468d4ee1f_3_2257"/>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24" name="Google Shape;1524;g36468d4ee1f_3_2257"/>
            <p:cNvGrpSpPr/>
            <p:nvPr/>
          </p:nvGrpSpPr>
          <p:grpSpPr>
            <a:xfrm>
              <a:off x="245875" y="-51824"/>
              <a:ext cx="208200" cy="1824700"/>
              <a:chOff x="1040050" y="3812126"/>
              <a:chExt cx="208200" cy="1824700"/>
            </a:xfrm>
          </p:grpSpPr>
          <p:sp>
            <p:nvSpPr>
              <p:cNvPr id="1525" name="Google Shape;1525;g36468d4ee1f_3_2257"/>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882"/>
                    </a:srgbClr>
                  </a:gs>
                  <a:gs pos="100000">
                    <a:srgbClr val="FFFFFF">
                      <a:alpha val="45882"/>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26" name="Google Shape;1526;g36468d4ee1f_3_2257"/>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882"/>
                    </a:srgbClr>
                  </a:gs>
                  <a:gs pos="78000">
                    <a:srgbClr val="F5F8FF">
                      <a:alpha val="45882"/>
                    </a:srgbClr>
                  </a:gs>
                  <a:gs pos="100000">
                    <a:srgbClr val="F5F8FF">
                      <a:alpha val="45882"/>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27" name="Google Shape;1527;g36468d4ee1f_3_2257"/>
            <p:cNvGrpSpPr/>
            <p:nvPr/>
          </p:nvGrpSpPr>
          <p:grpSpPr>
            <a:xfrm>
              <a:off x="441574" y="-36652"/>
              <a:ext cx="699940" cy="478601"/>
              <a:chOff x="39723" y="4349022"/>
              <a:chExt cx="1061963" cy="726143"/>
            </a:xfrm>
          </p:grpSpPr>
          <p:grpSp>
            <p:nvGrpSpPr>
              <p:cNvPr id="1528" name="Google Shape;1528;g36468d4ee1f_3_2257"/>
              <p:cNvGrpSpPr/>
              <p:nvPr/>
            </p:nvGrpSpPr>
            <p:grpSpPr>
              <a:xfrm rot="2700000">
                <a:off x="140502" y="4460925"/>
                <a:ext cx="524584" cy="502337"/>
                <a:chOff x="1189791" y="-1767331"/>
                <a:chExt cx="904284" cy="865933"/>
              </a:xfrm>
            </p:grpSpPr>
            <p:sp>
              <p:nvSpPr>
                <p:cNvPr id="1529" name="Google Shape;1529;g36468d4ee1f_3_225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530" name="Google Shape;1530;g36468d4ee1f_3_2257"/>
                <p:cNvGrpSpPr/>
                <p:nvPr/>
              </p:nvGrpSpPr>
              <p:grpSpPr>
                <a:xfrm>
                  <a:off x="1232795" y="-1740829"/>
                  <a:ext cx="717622" cy="717393"/>
                  <a:chOff x="1483457" y="3953671"/>
                  <a:chExt cx="717622" cy="717393"/>
                </a:xfrm>
              </p:grpSpPr>
              <p:sp>
                <p:nvSpPr>
                  <p:cNvPr id="1531" name="Google Shape;1531;g36468d4ee1f_3_225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32" name="Google Shape;1532;g36468d4ee1f_3_225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33" name="Google Shape;1533;g36468d4ee1f_3_225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34" name="Google Shape;1534;g36468d4ee1f_3_225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35" name="Google Shape;1535;g36468d4ee1f_3_225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536" name="Google Shape;1536;g36468d4ee1f_3_225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37" name="Google Shape;1537;g36468d4ee1f_3_2257"/>
            <p:cNvGrpSpPr/>
            <p:nvPr/>
          </p:nvGrpSpPr>
          <p:grpSpPr>
            <a:xfrm>
              <a:off x="955673" y="14"/>
              <a:ext cx="592576" cy="405260"/>
              <a:chOff x="39723" y="4349022"/>
              <a:chExt cx="1061963" cy="726143"/>
            </a:xfrm>
          </p:grpSpPr>
          <p:grpSp>
            <p:nvGrpSpPr>
              <p:cNvPr id="1538" name="Google Shape;1538;g36468d4ee1f_3_2257"/>
              <p:cNvGrpSpPr/>
              <p:nvPr/>
            </p:nvGrpSpPr>
            <p:grpSpPr>
              <a:xfrm rot="2700000">
                <a:off x="140502" y="4460925"/>
                <a:ext cx="524584" cy="502337"/>
                <a:chOff x="1189791" y="-1767331"/>
                <a:chExt cx="904284" cy="865933"/>
              </a:xfrm>
            </p:grpSpPr>
            <p:sp>
              <p:nvSpPr>
                <p:cNvPr id="1539" name="Google Shape;1539;g36468d4ee1f_3_225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540" name="Google Shape;1540;g36468d4ee1f_3_2257"/>
                <p:cNvGrpSpPr/>
                <p:nvPr/>
              </p:nvGrpSpPr>
              <p:grpSpPr>
                <a:xfrm>
                  <a:off x="1232795" y="-1740829"/>
                  <a:ext cx="717622" cy="717393"/>
                  <a:chOff x="1483457" y="3953671"/>
                  <a:chExt cx="717622" cy="717393"/>
                </a:xfrm>
              </p:grpSpPr>
              <p:sp>
                <p:nvSpPr>
                  <p:cNvPr id="1541" name="Google Shape;1541;g36468d4ee1f_3_225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42" name="Google Shape;1542;g36468d4ee1f_3_225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43" name="Google Shape;1543;g36468d4ee1f_3_225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44" name="Google Shape;1544;g36468d4ee1f_3_225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45" name="Google Shape;1545;g36468d4ee1f_3_225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546" name="Google Shape;1546;g36468d4ee1f_3_225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47" name="Google Shape;1547;g36468d4ee1f_3_2257"/>
            <p:cNvGrpSpPr/>
            <p:nvPr/>
          </p:nvGrpSpPr>
          <p:grpSpPr>
            <a:xfrm>
              <a:off x="-1" y="621223"/>
              <a:ext cx="699940" cy="478601"/>
              <a:chOff x="39723" y="4349022"/>
              <a:chExt cx="1061963" cy="726143"/>
            </a:xfrm>
          </p:grpSpPr>
          <p:grpSp>
            <p:nvGrpSpPr>
              <p:cNvPr id="1548" name="Google Shape;1548;g36468d4ee1f_3_2257"/>
              <p:cNvGrpSpPr/>
              <p:nvPr/>
            </p:nvGrpSpPr>
            <p:grpSpPr>
              <a:xfrm rot="2700000">
                <a:off x="140502" y="4460925"/>
                <a:ext cx="524584" cy="502337"/>
                <a:chOff x="1189791" y="-1767331"/>
                <a:chExt cx="904284" cy="865933"/>
              </a:xfrm>
            </p:grpSpPr>
            <p:sp>
              <p:nvSpPr>
                <p:cNvPr id="1549" name="Google Shape;1549;g36468d4ee1f_3_225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F50403"/>
                    </a:gs>
                  </a:gsLst>
                  <a:path path="circle">
                    <a:fillToRect b="100%" r="100%"/>
                  </a:path>
                  <a:tileRect l="-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nvGrpSpPr>
                <p:cNvPr id="1550" name="Google Shape;1550;g36468d4ee1f_3_2257"/>
                <p:cNvGrpSpPr/>
                <p:nvPr/>
              </p:nvGrpSpPr>
              <p:grpSpPr>
                <a:xfrm>
                  <a:off x="1232795" y="-1740829"/>
                  <a:ext cx="717622" cy="717393"/>
                  <a:chOff x="1483457" y="3953671"/>
                  <a:chExt cx="717622" cy="717393"/>
                </a:xfrm>
              </p:grpSpPr>
              <p:sp>
                <p:nvSpPr>
                  <p:cNvPr id="1551" name="Google Shape;1551;g36468d4ee1f_3_225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2" name="Google Shape;1552;g36468d4ee1f_3_225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3" name="Google Shape;1553;g36468d4ee1f_3_225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4" name="Google Shape;1554;g36468d4ee1f_3_225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5" name="Google Shape;1555;g36468d4ee1f_3_225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882"/>
                        </a:srgbClr>
                      </a:gs>
                      <a:gs pos="100000">
                        <a:srgbClr val="FFFFFF">
                          <a:alpha val="45882"/>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
            <p:nvSpPr>
              <p:cNvPr id="1556" name="Google Shape;1556;g36468d4ee1f_3_225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F50403"/>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nvGrpSpPr>
            <p:cNvPr id="1557" name="Google Shape;1557;g36468d4ee1f_3_2257"/>
            <p:cNvGrpSpPr/>
            <p:nvPr/>
          </p:nvGrpSpPr>
          <p:grpSpPr>
            <a:xfrm rot="-8100000">
              <a:off x="540898" y="-1172741"/>
              <a:ext cx="2552124" cy="3347490"/>
              <a:chOff x="2976325" y="908175"/>
              <a:chExt cx="4028179" cy="5283555"/>
            </a:xfrm>
          </p:grpSpPr>
          <p:sp>
            <p:nvSpPr>
              <p:cNvPr id="1558" name="Google Shape;1558;g36468d4ee1f_3_225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59" name="Google Shape;1559;g36468d4ee1f_3_225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sp>
            <p:nvSpPr>
              <p:cNvPr id="1560" name="Google Shape;1560;g36468d4ee1f_3_225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F50403"/>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1D1D1D"/>
                  </a:solidFill>
                  <a:latin typeface="Arial"/>
                  <a:ea typeface="Arial"/>
                  <a:cs typeface="Arial"/>
                  <a:sym typeface="Arial"/>
                </a:endParaRPr>
              </a:p>
            </p:txBody>
          </p:sp>
        </p:gr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561" name="Shape 1561"/>
        <p:cNvGrpSpPr/>
        <p:nvPr/>
      </p:nvGrpSpPr>
      <p:grpSpPr>
        <a:xfrm>
          <a:off x="0" y="0"/>
          <a:ext cx="0" cy="0"/>
          <a:chOff x="0" y="0"/>
          <a:chExt cx="0" cy="0"/>
        </a:xfrm>
      </p:grpSpPr>
      <p:sp>
        <p:nvSpPr>
          <p:cNvPr id="1562" name="Google Shape;1562;g36468d4ee1f_3_2303"/>
          <p:cNvSpPr/>
          <p:nvPr>
            <p:ph idx="2" type="pic"/>
          </p:nvPr>
        </p:nvSpPr>
        <p:spPr>
          <a:xfrm>
            <a:off x="1" y="833261"/>
            <a:ext cx="4270500" cy="2504400"/>
          </a:xfrm>
          <a:prstGeom prst="rect">
            <a:avLst/>
          </a:prstGeom>
          <a:solidFill>
            <a:schemeClr val="lt1"/>
          </a:solidFill>
          <a:ln>
            <a:noFill/>
          </a:ln>
        </p:spPr>
      </p:sp>
      <p:sp>
        <p:nvSpPr>
          <p:cNvPr id="1563" name="Google Shape;1563;g36468d4ee1f_3_2303"/>
          <p:cNvSpPr/>
          <p:nvPr>
            <p:ph idx="3" type="pic"/>
          </p:nvPr>
        </p:nvSpPr>
        <p:spPr>
          <a:xfrm>
            <a:off x="1" y="3520340"/>
            <a:ext cx="4270500" cy="2504400"/>
          </a:xfrm>
          <a:prstGeom prst="rect">
            <a:avLst/>
          </a:prstGeom>
          <a:solidFill>
            <a:schemeClr val="lt1"/>
          </a:solidFill>
          <a:ln>
            <a:noFill/>
          </a:ln>
        </p:spPr>
      </p:sp>
      <p:pic>
        <p:nvPicPr>
          <p:cNvPr id="1564" name="Google Shape;1564;g36468d4ee1f_3_230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1565" name="Shape 1565"/>
        <p:cNvGrpSpPr/>
        <p:nvPr/>
      </p:nvGrpSpPr>
      <p:grpSpPr>
        <a:xfrm>
          <a:off x="0" y="0"/>
          <a:ext cx="0" cy="0"/>
          <a:chOff x="0" y="0"/>
          <a:chExt cx="0" cy="0"/>
        </a:xfrm>
      </p:grpSpPr>
      <p:sp>
        <p:nvSpPr>
          <p:cNvPr id="1566" name="Google Shape;1566;g36468d4ee1f_3_2307"/>
          <p:cNvSpPr/>
          <p:nvPr>
            <p:ph idx="2" type="pic"/>
          </p:nvPr>
        </p:nvSpPr>
        <p:spPr>
          <a:xfrm>
            <a:off x="7405685" y="757036"/>
            <a:ext cx="3303900" cy="2235300"/>
          </a:xfrm>
          <a:prstGeom prst="rect">
            <a:avLst/>
          </a:prstGeom>
          <a:solidFill>
            <a:schemeClr val="lt1"/>
          </a:solidFill>
          <a:ln>
            <a:noFill/>
          </a:ln>
        </p:spPr>
      </p:sp>
      <p:sp>
        <p:nvSpPr>
          <p:cNvPr id="1567" name="Google Shape;1567;g36468d4ee1f_3_2307"/>
          <p:cNvSpPr/>
          <p:nvPr>
            <p:ph idx="3" type="pic"/>
          </p:nvPr>
        </p:nvSpPr>
        <p:spPr>
          <a:xfrm>
            <a:off x="4975112" y="757036"/>
            <a:ext cx="2235300" cy="2235300"/>
          </a:xfrm>
          <a:prstGeom prst="rect">
            <a:avLst/>
          </a:prstGeom>
          <a:solidFill>
            <a:schemeClr val="lt1"/>
          </a:solidFill>
          <a:ln>
            <a:noFill/>
          </a:ln>
        </p:spPr>
      </p:sp>
      <p:sp>
        <p:nvSpPr>
          <p:cNvPr id="1568" name="Google Shape;1568;g36468d4ee1f_3_2307"/>
          <p:cNvSpPr/>
          <p:nvPr>
            <p:ph idx="4" type="pic"/>
          </p:nvPr>
        </p:nvSpPr>
        <p:spPr>
          <a:xfrm>
            <a:off x="1372980" y="3265714"/>
            <a:ext cx="2430300" cy="3592200"/>
          </a:xfrm>
          <a:prstGeom prst="rect">
            <a:avLst/>
          </a:prstGeom>
          <a:solidFill>
            <a:schemeClr val="lt1"/>
          </a:solidFill>
          <a:ln>
            <a:noFill/>
          </a:ln>
        </p:spPr>
      </p:sp>
      <p:pic>
        <p:nvPicPr>
          <p:cNvPr id="1569" name="Google Shape;1569;g36468d4ee1f_3_2307"/>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1570" name="Shape 1570"/>
        <p:cNvGrpSpPr/>
        <p:nvPr/>
      </p:nvGrpSpPr>
      <p:grpSpPr>
        <a:xfrm>
          <a:off x="0" y="0"/>
          <a:ext cx="0" cy="0"/>
          <a:chOff x="0" y="0"/>
          <a:chExt cx="0" cy="0"/>
        </a:xfrm>
      </p:grpSpPr>
      <p:sp>
        <p:nvSpPr>
          <p:cNvPr id="1571" name="Google Shape;1571;g36468d4ee1f_3_2312"/>
          <p:cNvSpPr/>
          <p:nvPr>
            <p:ph idx="2" type="pic"/>
          </p:nvPr>
        </p:nvSpPr>
        <p:spPr>
          <a:xfrm>
            <a:off x="945565" y="4375786"/>
            <a:ext cx="1642500" cy="1642500"/>
          </a:xfrm>
          <a:prstGeom prst="rect">
            <a:avLst/>
          </a:prstGeom>
          <a:solidFill>
            <a:schemeClr val="lt1"/>
          </a:solidFill>
          <a:ln>
            <a:noFill/>
          </a:ln>
        </p:spPr>
      </p:sp>
      <p:sp>
        <p:nvSpPr>
          <p:cNvPr id="1572" name="Google Shape;1572;g36468d4ee1f_3_2312"/>
          <p:cNvSpPr/>
          <p:nvPr>
            <p:ph idx="3" type="pic"/>
          </p:nvPr>
        </p:nvSpPr>
        <p:spPr>
          <a:xfrm>
            <a:off x="6786169" y="839634"/>
            <a:ext cx="2952900" cy="5178600"/>
          </a:xfrm>
          <a:prstGeom prst="rect">
            <a:avLst/>
          </a:prstGeom>
          <a:solidFill>
            <a:schemeClr val="lt1"/>
          </a:solidFill>
          <a:ln>
            <a:noFill/>
          </a:ln>
        </p:spPr>
      </p:sp>
      <p:pic>
        <p:nvPicPr>
          <p:cNvPr id="1573" name="Google Shape;1573;g36468d4ee1f_3_2312"/>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1574" name="Shape 1574"/>
        <p:cNvGrpSpPr/>
        <p:nvPr/>
      </p:nvGrpSpPr>
      <p:grpSpPr>
        <a:xfrm>
          <a:off x="0" y="0"/>
          <a:ext cx="0" cy="0"/>
          <a:chOff x="0" y="0"/>
          <a:chExt cx="0" cy="0"/>
        </a:xfrm>
      </p:grpSpPr>
      <p:sp>
        <p:nvSpPr>
          <p:cNvPr id="1575" name="Google Shape;1575;g36468d4ee1f_3_2316"/>
          <p:cNvSpPr/>
          <p:nvPr>
            <p:ph idx="2" type="pic"/>
          </p:nvPr>
        </p:nvSpPr>
        <p:spPr>
          <a:xfrm>
            <a:off x="6231818" y="3918532"/>
            <a:ext cx="4477800" cy="2046300"/>
          </a:xfrm>
          <a:prstGeom prst="rect">
            <a:avLst/>
          </a:prstGeom>
          <a:solidFill>
            <a:schemeClr val="lt1"/>
          </a:solidFill>
          <a:ln>
            <a:noFill/>
          </a:ln>
        </p:spPr>
      </p:sp>
      <p:sp>
        <p:nvSpPr>
          <p:cNvPr id="1576" name="Google Shape;1576;g36468d4ee1f_3_2316"/>
          <p:cNvSpPr/>
          <p:nvPr>
            <p:ph idx="3" type="pic"/>
          </p:nvPr>
        </p:nvSpPr>
        <p:spPr>
          <a:xfrm>
            <a:off x="1" y="512772"/>
            <a:ext cx="5393100" cy="2693400"/>
          </a:xfrm>
          <a:prstGeom prst="rect">
            <a:avLst/>
          </a:prstGeom>
          <a:solidFill>
            <a:schemeClr val="lt1"/>
          </a:solidFill>
          <a:ln>
            <a:noFill/>
          </a:ln>
        </p:spPr>
      </p:sp>
      <p:pic>
        <p:nvPicPr>
          <p:cNvPr id="1577" name="Google Shape;1577;g36468d4ee1f_3_231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1578" name="Shape 1578"/>
        <p:cNvGrpSpPr/>
        <p:nvPr/>
      </p:nvGrpSpPr>
      <p:grpSpPr>
        <a:xfrm>
          <a:off x="0" y="0"/>
          <a:ext cx="0" cy="0"/>
          <a:chOff x="0" y="0"/>
          <a:chExt cx="0" cy="0"/>
        </a:xfrm>
      </p:grpSpPr>
      <p:sp>
        <p:nvSpPr>
          <p:cNvPr id="1579" name="Google Shape;1579;g36468d4ee1f_3_2320"/>
          <p:cNvSpPr/>
          <p:nvPr>
            <p:ph idx="2" type="pic"/>
          </p:nvPr>
        </p:nvSpPr>
        <p:spPr>
          <a:xfrm>
            <a:off x="5370288" y="616476"/>
            <a:ext cx="2965500" cy="5625000"/>
          </a:xfrm>
          <a:prstGeom prst="rect">
            <a:avLst/>
          </a:prstGeom>
          <a:solidFill>
            <a:schemeClr val="lt1"/>
          </a:solidFill>
          <a:ln>
            <a:noFill/>
          </a:ln>
        </p:spPr>
      </p:sp>
      <p:sp>
        <p:nvSpPr>
          <p:cNvPr id="1580" name="Google Shape;1580;g36468d4ee1f_3_2320"/>
          <p:cNvSpPr/>
          <p:nvPr>
            <p:ph idx="3" type="pic"/>
          </p:nvPr>
        </p:nvSpPr>
        <p:spPr>
          <a:xfrm>
            <a:off x="8505736" y="616474"/>
            <a:ext cx="2034000" cy="1778700"/>
          </a:xfrm>
          <a:prstGeom prst="rect">
            <a:avLst/>
          </a:prstGeom>
          <a:solidFill>
            <a:schemeClr val="lt1"/>
          </a:solidFill>
          <a:ln>
            <a:noFill/>
          </a:ln>
        </p:spPr>
      </p:sp>
      <p:sp>
        <p:nvSpPr>
          <p:cNvPr id="1581" name="Google Shape;1581;g36468d4ee1f_3_2320"/>
          <p:cNvSpPr/>
          <p:nvPr>
            <p:ph idx="4" type="pic"/>
          </p:nvPr>
        </p:nvSpPr>
        <p:spPr>
          <a:xfrm>
            <a:off x="8505736" y="2539633"/>
            <a:ext cx="2034000" cy="1778700"/>
          </a:xfrm>
          <a:prstGeom prst="rect">
            <a:avLst/>
          </a:prstGeom>
          <a:solidFill>
            <a:schemeClr val="lt1"/>
          </a:solidFill>
          <a:ln>
            <a:noFill/>
          </a:ln>
        </p:spPr>
      </p:sp>
      <p:sp>
        <p:nvSpPr>
          <p:cNvPr id="1582" name="Google Shape;1582;g36468d4ee1f_3_2320"/>
          <p:cNvSpPr/>
          <p:nvPr>
            <p:ph idx="5" type="pic"/>
          </p:nvPr>
        </p:nvSpPr>
        <p:spPr>
          <a:xfrm>
            <a:off x="8505736" y="4462792"/>
            <a:ext cx="2034000" cy="1778700"/>
          </a:xfrm>
          <a:prstGeom prst="rect">
            <a:avLst/>
          </a:prstGeom>
          <a:solidFill>
            <a:schemeClr val="lt1"/>
          </a:solidFill>
          <a:ln>
            <a:noFill/>
          </a:ln>
        </p:spPr>
      </p:sp>
      <p:pic>
        <p:nvPicPr>
          <p:cNvPr id="1583" name="Google Shape;1583;g36468d4ee1f_3_232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1584" name="Shape 1584"/>
        <p:cNvGrpSpPr/>
        <p:nvPr/>
      </p:nvGrpSpPr>
      <p:grpSpPr>
        <a:xfrm>
          <a:off x="0" y="0"/>
          <a:ext cx="0" cy="0"/>
          <a:chOff x="0" y="0"/>
          <a:chExt cx="0" cy="0"/>
        </a:xfrm>
      </p:grpSpPr>
      <p:sp>
        <p:nvSpPr>
          <p:cNvPr id="1585" name="Google Shape;1585;g36468d4ee1f_3_2326"/>
          <p:cNvSpPr/>
          <p:nvPr>
            <p:ph idx="2" type="pic"/>
          </p:nvPr>
        </p:nvSpPr>
        <p:spPr>
          <a:xfrm>
            <a:off x="1323522" y="1123950"/>
            <a:ext cx="2120100" cy="4578300"/>
          </a:xfrm>
          <a:prstGeom prst="rect">
            <a:avLst/>
          </a:prstGeom>
          <a:solidFill>
            <a:schemeClr val="lt1"/>
          </a:solidFill>
          <a:ln>
            <a:noFill/>
          </a:ln>
        </p:spPr>
      </p:sp>
      <p:sp>
        <p:nvSpPr>
          <p:cNvPr id="1586" name="Google Shape;1586;g36468d4ee1f_3_2326"/>
          <p:cNvSpPr/>
          <p:nvPr>
            <p:ph idx="3" type="pic"/>
          </p:nvPr>
        </p:nvSpPr>
        <p:spPr>
          <a:xfrm>
            <a:off x="7849986" y="0"/>
            <a:ext cx="2120100" cy="2970600"/>
          </a:xfrm>
          <a:prstGeom prst="rect">
            <a:avLst/>
          </a:prstGeom>
          <a:solidFill>
            <a:schemeClr val="lt1"/>
          </a:solidFill>
          <a:ln>
            <a:noFill/>
          </a:ln>
        </p:spPr>
      </p:sp>
      <p:pic>
        <p:nvPicPr>
          <p:cNvPr id="1587" name="Google Shape;1587;g36468d4ee1f_3_2326"/>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1588" name="Shape 1588"/>
        <p:cNvGrpSpPr/>
        <p:nvPr/>
      </p:nvGrpSpPr>
      <p:grpSpPr>
        <a:xfrm>
          <a:off x="0" y="0"/>
          <a:ext cx="0" cy="0"/>
          <a:chOff x="0" y="0"/>
          <a:chExt cx="0" cy="0"/>
        </a:xfrm>
      </p:grpSpPr>
      <p:sp>
        <p:nvSpPr>
          <p:cNvPr id="1589" name="Google Shape;1589;g36468d4ee1f_3_2330"/>
          <p:cNvSpPr/>
          <p:nvPr>
            <p:ph idx="2" type="pic"/>
          </p:nvPr>
        </p:nvSpPr>
        <p:spPr>
          <a:xfrm>
            <a:off x="1451036" y="3571877"/>
            <a:ext cx="3685800" cy="2333700"/>
          </a:xfrm>
          <a:prstGeom prst="rect">
            <a:avLst/>
          </a:prstGeom>
          <a:solidFill>
            <a:schemeClr val="lt1"/>
          </a:solidFill>
          <a:ln>
            <a:noFill/>
          </a:ln>
        </p:spPr>
      </p:sp>
      <p:pic>
        <p:nvPicPr>
          <p:cNvPr id="1590" name="Google Shape;1590;g36468d4ee1f_3_2330"/>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1591" name="Shape 1591"/>
        <p:cNvGrpSpPr/>
        <p:nvPr/>
      </p:nvGrpSpPr>
      <p:grpSpPr>
        <a:xfrm>
          <a:off x="0" y="0"/>
          <a:ext cx="0" cy="0"/>
          <a:chOff x="0" y="0"/>
          <a:chExt cx="0" cy="0"/>
        </a:xfrm>
      </p:grpSpPr>
      <p:sp>
        <p:nvSpPr>
          <p:cNvPr id="1592" name="Google Shape;1592;g36468d4ee1f_3_2333"/>
          <p:cNvSpPr/>
          <p:nvPr>
            <p:ph idx="2" type="pic"/>
          </p:nvPr>
        </p:nvSpPr>
        <p:spPr>
          <a:xfrm>
            <a:off x="0" y="4094373"/>
            <a:ext cx="3536700" cy="2156700"/>
          </a:xfrm>
          <a:prstGeom prst="rect">
            <a:avLst/>
          </a:prstGeom>
          <a:solidFill>
            <a:schemeClr val="lt1"/>
          </a:solidFill>
          <a:ln>
            <a:noFill/>
          </a:ln>
        </p:spPr>
      </p:sp>
      <p:sp>
        <p:nvSpPr>
          <p:cNvPr id="1593" name="Google Shape;1593;g36468d4ee1f_3_2333"/>
          <p:cNvSpPr/>
          <p:nvPr>
            <p:ph idx="3" type="pic"/>
          </p:nvPr>
        </p:nvSpPr>
        <p:spPr>
          <a:xfrm>
            <a:off x="7199085" y="1"/>
            <a:ext cx="2577900" cy="3316800"/>
          </a:xfrm>
          <a:prstGeom prst="rect">
            <a:avLst/>
          </a:prstGeom>
          <a:solidFill>
            <a:schemeClr val="lt1"/>
          </a:solidFill>
          <a:ln>
            <a:noFill/>
          </a:ln>
        </p:spPr>
      </p:sp>
      <p:pic>
        <p:nvPicPr>
          <p:cNvPr id="1594" name="Google Shape;1594;g36468d4ee1f_3_2333"/>
          <p:cNvPicPr preferRelativeResize="0"/>
          <p:nvPr/>
        </p:nvPicPr>
        <p:blipFill rotWithShape="1">
          <a:blip r:embed="rId2">
            <a:alphaModFix/>
          </a:blip>
          <a:srcRect b="0" l="0" r="0" t="0"/>
          <a:stretch/>
        </p:blipFill>
        <p:spPr>
          <a:xfrm>
            <a:off x="10562778" y="-237392"/>
            <a:ext cx="1749384" cy="1749384"/>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595" name="Shape 1595"/>
        <p:cNvGrpSpPr/>
        <p:nvPr/>
      </p:nvGrpSpPr>
      <p:grpSpPr>
        <a:xfrm>
          <a:off x="0" y="0"/>
          <a:ext cx="0" cy="0"/>
          <a:chOff x="0" y="0"/>
          <a:chExt cx="0" cy="0"/>
        </a:xfrm>
      </p:grpSpPr>
      <p:sp>
        <p:nvSpPr>
          <p:cNvPr id="1596" name="Google Shape;1596;g36468d4ee1f_3_2337"/>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g36468d4ee1f_3_2337"/>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98" name="Google Shape;1598;g36468d4ee1f_3_2337"/>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599" name="Google Shape;1599;g36468d4ee1f_3_2337"/>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600" name="Shape 1600"/>
        <p:cNvGrpSpPr/>
        <p:nvPr/>
      </p:nvGrpSpPr>
      <p:grpSpPr>
        <a:xfrm>
          <a:off x="0" y="0"/>
          <a:ext cx="0" cy="0"/>
          <a:chOff x="0" y="0"/>
          <a:chExt cx="0" cy="0"/>
        </a:xfrm>
      </p:grpSpPr>
      <p:sp>
        <p:nvSpPr>
          <p:cNvPr id="1601" name="Google Shape;1601;g36468d4ee1f_3_2342"/>
          <p:cNvSpPr/>
          <p:nvPr/>
        </p:nvSpPr>
        <p:spPr>
          <a:xfrm>
            <a:off x="0" y="0"/>
            <a:ext cx="12192000" cy="6858000"/>
          </a:xfrm>
          <a:prstGeom prst="rect">
            <a:avLst/>
          </a:prstGeom>
          <a:solidFill>
            <a:srgbClr val="C2D4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g36468d4ee1f_3_2342"/>
          <p:cNvSpPr/>
          <p:nvPr/>
        </p:nvSpPr>
        <p:spPr>
          <a:xfrm>
            <a:off x="0" y="0"/>
            <a:ext cx="12192000" cy="6858000"/>
          </a:xfrm>
          <a:prstGeom prst="rect">
            <a:avLst/>
          </a:prstGeom>
          <a:solidFill>
            <a:srgbClr val="F5F8FF"/>
          </a:solidFill>
          <a:ln>
            <a:noFill/>
          </a:ln>
        </p:spPr>
        <p:txBody>
          <a:bodyPr anchorCtr="0" anchor="ctr" bIns="76200" lIns="76200" spcFirstLastPara="1" rIns="76200" wrap="square" tIns="762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3" name="Google Shape;1603;g36468d4ee1f_3_2342"/>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604" name="Google Shape;1604;g36468d4ee1f_3_2342"/>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1">
  <p:cSld name="4_Custom Layout_1">
    <p:spTree>
      <p:nvGrpSpPr>
        <p:cNvPr id="1605" name="Shape 1605"/>
        <p:cNvGrpSpPr/>
        <p:nvPr/>
      </p:nvGrpSpPr>
      <p:grpSpPr>
        <a:xfrm>
          <a:off x="0" y="0"/>
          <a:ext cx="0" cy="0"/>
          <a:chOff x="0" y="0"/>
          <a:chExt cx="0" cy="0"/>
        </a:xfrm>
      </p:grpSpPr>
      <p:sp>
        <p:nvSpPr>
          <p:cNvPr id="1606" name="Google Shape;1606;g36468d4ee1f_3_2347"/>
          <p:cNvSpPr/>
          <p:nvPr>
            <p:ph idx="2" type="pic"/>
          </p:nvPr>
        </p:nvSpPr>
        <p:spPr>
          <a:xfrm>
            <a:off x="0" y="2670629"/>
            <a:ext cx="9243000" cy="4187400"/>
          </a:xfrm>
          <a:prstGeom prst="rect">
            <a:avLst/>
          </a:prstGeom>
          <a:solidFill>
            <a:schemeClr val="lt1"/>
          </a:solidFill>
          <a:ln>
            <a:noFill/>
          </a:ln>
        </p:spPr>
      </p:sp>
      <p:pic>
        <p:nvPicPr>
          <p:cNvPr id="1607" name="Google Shape;1607;g36468d4ee1f_3_2347"/>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pic>
        <p:nvPicPr>
          <p:cNvPr id="1608" name="Google Shape;1608;g36468d4ee1f_3_2347"/>
          <p:cNvPicPr preferRelativeResize="0"/>
          <p:nvPr/>
        </p:nvPicPr>
        <p:blipFill rotWithShape="1">
          <a:blip r:embed="rId2">
            <a:alphaModFix amt="25000"/>
          </a:blip>
          <a:srcRect b="0" l="0" r="0" t="0"/>
          <a:stretch/>
        </p:blipFill>
        <p:spPr>
          <a:xfrm>
            <a:off x="10562778" y="-237392"/>
            <a:ext cx="1749384" cy="1749384"/>
          </a:xfrm>
          <a:prstGeom prst="rect">
            <a:avLst/>
          </a:prstGeom>
          <a:noFill/>
          <a:ln>
            <a:noFill/>
          </a:ln>
        </p:spPr>
      </p:pic>
      <p:sp>
        <p:nvSpPr>
          <p:cNvPr id="1609" name="Google Shape;1609;g36468d4ee1f_3_2347"/>
          <p:cNvSpPr txBox="1"/>
          <p:nvPr/>
        </p:nvSpPr>
        <p:spPr>
          <a:xfrm>
            <a:off x="10729913" y="876583"/>
            <a:ext cx="1415100" cy="28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none" cap="none" strike="noStrike">
                <a:solidFill>
                  <a:srgbClr val="7F7F7F"/>
                </a:solidFill>
                <a:latin typeface="Arial"/>
                <a:ea typeface="Arial"/>
                <a:cs typeface="Arial"/>
                <a:sym typeface="Arial"/>
              </a:rPr>
              <a:t>codehubai.com</a:t>
            </a:r>
            <a:endParaRPr b="0" i="0" sz="1200" u="none" cap="none" strike="noStrike">
              <a:solidFill>
                <a:srgbClr val="7F7F7F"/>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35" Type="http://schemas.openxmlformats.org/officeDocument/2006/relationships/slideLayout" Target="../slideLayouts/slideLayout69.xml"/><Relationship Id="rId12" Type="http://schemas.openxmlformats.org/officeDocument/2006/relationships/slideLayout" Target="../slideLayouts/slideLayout46.xml"/><Relationship Id="rId34" Type="http://schemas.openxmlformats.org/officeDocument/2006/relationships/slideLayout" Target="../slideLayouts/slideLayout68.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36" Type="http://schemas.openxmlformats.org/officeDocument/2006/relationships/theme" Target="../theme/theme4.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9.xml"/><Relationship Id="rId22" Type="http://schemas.openxmlformats.org/officeDocument/2006/relationships/slideLayout" Target="../slideLayouts/slideLayout91.xml"/><Relationship Id="rId21" Type="http://schemas.openxmlformats.org/officeDocument/2006/relationships/slideLayout" Target="../slideLayouts/slideLayout90.xml"/><Relationship Id="rId24" Type="http://schemas.openxmlformats.org/officeDocument/2006/relationships/slideLayout" Target="../slideLayouts/slideLayout93.xml"/><Relationship Id="rId23" Type="http://schemas.openxmlformats.org/officeDocument/2006/relationships/slideLayout" Target="../slideLayouts/slideLayout92.xml"/><Relationship Id="rId1" Type="http://schemas.openxmlformats.org/officeDocument/2006/relationships/slideLayout" Target="../slideLayouts/slideLayout70.xml"/><Relationship Id="rId2" Type="http://schemas.openxmlformats.org/officeDocument/2006/relationships/slideLayout" Target="../slideLayouts/slideLayout71.xml"/><Relationship Id="rId3" Type="http://schemas.openxmlformats.org/officeDocument/2006/relationships/slideLayout" Target="../slideLayouts/slideLayout72.xml"/><Relationship Id="rId4" Type="http://schemas.openxmlformats.org/officeDocument/2006/relationships/slideLayout" Target="../slideLayouts/slideLayout73.xml"/><Relationship Id="rId9" Type="http://schemas.openxmlformats.org/officeDocument/2006/relationships/slideLayout" Target="../slideLayouts/slideLayout78.xml"/><Relationship Id="rId26" Type="http://schemas.openxmlformats.org/officeDocument/2006/relationships/slideLayout" Target="../slideLayouts/slideLayout95.xml"/><Relationship Id="rId25" Type="http://schemas.openxmlformats.org/officeDocument/2006/relationships/slideLayout" Target="../slideLayouts/slideLayout94.xml"/><Relationship Id="rId28" Type="http://schemas.openxmlformats.org/officeDocument/2006/relationships/slideLayout" Target="../slideLayouts/slideLayout97.xml"/><Relationship Id="rId27" Type="http://schemas.openxmlformats.org/officeDocument/2006/relationships/slideLayout" Target="../slideLayouts/slideLayout96.xml"/><Relationship Id="rId5" Type="http://schemas.openxmlformats.org/officeDocument/2006/relationships/slideLayout" Target="../slideLayouts/slideLayout74.xml"/><Relationship Id="rId6" Type="http://schemas.openxmlformats.org/officeDocument/2006/relationships/slideLayout" Target="../slideLayouts/slideLayout75.xml"/><Relationship Id="rId29" Type="http://schemas.openxmlformats.org/officeDocument/2006/relationships/slideLayout" Target="../slideLayouts/slideLayout98.xml"/><Relationship Id="rId7" Type="http://schemas.openxmlformats.org/officeDocument/2006/relationships/slideLayout" Target="../slideLayouts/slideLayout76.xml"/><Relationship Id="rId8" Type="http://schemas.openxmlformats.org/officeDocument/2006/relationships/slideLayout" Target="../slideLayouts/slideLayout77.xml"/><Relationship Id="rId31" Type="http://schemas.openxmlformats.org/officeDocument/2006/relationships/slideLayout" Target="../slideLayouts/slideLayout100.xml"/><Relationship Id="rId30" Type="http://schemas.openxmlformats.org/officeDocument/2006/relationships/slideLayout" Target="../slideLayouts/slideLayout99.xml"/><Relationship Id="rId11" Type="http://schemas.openxmlformats.org/officeDocument/2006/relationships/slideLayout" Target="../slideLayouts/slideLayout80.xml"/><Relationship Id="rId33" Type="http://schemas.openxmlformats.org/officeDocument/2006/relationships/slideLayout" Target="../slideLayouts/slideLayout102.xml"/><Relationship Id="rId10" Type="http://schemas.openxmlformats.org/officeDocument/2006/relationships/slideLayout" Target="../slideLayouts/slideLayout79.xml"/><Relationship Id="rId32" Type="http://schemas.openxmlformats.org/officeDocument/2006/relationships/slideLayout" Target="../slideLayouts/slideLayout101.xml"/><Relationship Id="rId13" Type="http://schemas.openxmlformats.org/officeDocument/2006/relationships/slideLayout" Target="../slideLayouts/slideLayout82.xml"/><Relationship Id="rId35" Type="http://schemas.openxmlformats.org/officeDocument/2006/relationships/theme" Target="../theme/theme2.xml"/><Relationship Id="rId12" Type="http://schemas.openxmlformats.org/officeDocument/2006/relationships/slideLayout" Target="../slideLayouts/slideLayout81.xml"/><Relationship Id="rId34" Type="http://schemas.openxmlformats.org/officeDocument/2006/relationships/slideLayout" Target="../slideLayouts/slideLayout103.xml"/><Relationship Id="rId15" Type="http://schemas.openxmlformats.org/officeDocument/2006/relationships/slideLayout" Target="../slideLayouts/slideLayout84.xml"/><Relationship Id="rId14" Type="http://schemas.openxmlformats.org/officeDocument/2006/relationships/slideLayout" Target="../slideLayouts/slideLayout83.xml"/><Relationship Id="rId17" Type="http://schemas.openxmlformats.org/officeDocument/2006/relationships/slideLayout" Target="../slideLayouts/slideLayout86.xml"/><Relationship Id="rId16" Type="http://schemas.openxmlformats.org/officeDocument/2006/relationships/slideLayout" Target="../slideLayouts/slideLayout85.xml"/><Relationship Id="rId19" Type="http://schemas.openxmlformats.org/officeDocument/2006/relationships/slideLayout" Target="../slideLayouts/slideLayout88.xml"/><Relationship Id="rId18"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 name="Shape 5"/>
        <p:cNvGrpSpPr/>
        <p:nvPr/>
      </p:nvGrpSpPr>
      <p:grpSpPr>
        <a:xfrm>
          <a:off x="0" y="0"/>
          <a:ext cx="0" cy="0"/>
          <a:chOff x="0" y="0"/>
          <a:chExt cx="0" cy="0"/>
        </a:xfrm>
      </p:grpSpPr>
      <p:sp>
        <p:nvSpPr>
          <p:cNvPr id="6" name="Google Shape;6;p18"/>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525" name="Shape 525"/>
        <p:cNvGrpSpPr/>
        <p:nvPr/>
      </p:nvGrpSpPr>
      <p:grpSpPr>
        <a:xfrm>
          <a:off x="0" y="0"/>
          <a:ext cx="0" cy="0"/>
          <a:chOff x="0" y="0"/>
          <a:chExt cx="0" cy="0"/>
        </a:xfrm>
      </p:grpSpPr>
      <p:sp>
        <p:nvSpPr>
          <p:cNvPr id="526" name="Google Shape;526;g36468d4ee1f_3_579"/>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F"/>
        </a:solidFill>
      </p:bgPr>
    </p:bg>
    <p:spTree>
      <p:nvGrpSpPr>
        <p:cNvPr id="1090" name="Shape 1090"/>
        <p:cNvGrpSpPr/>
        <p:nvPr/>
      </p:nvGrpSpPr>
      <p:grpSpPr>
        <a:xfrm>
          <a:off x="0" y="0"/>
          <a:ext cx="0" cy="0"/>
          <a:chOff x="0" y="0"/>
          <a:chExt cx="0" cy="0"/>
        </a:xfrm>
      </p:grpSpPr>
      <p:sp>
        <p:nvSpPr>
          <p:cNvPr id="1091" name="Google Shape;1091;g36468d4ee1f_3_1832"/>
          <p:cNvSpPr txBox="1"/>
          <p:nvPr/>
        </p:nvSpPr>
        <p:spPr>
          <a:xfrm>
            <a:off x="205350" y="6441875"/>
            <a:ext cx="4053300" cy="29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474747"/>
                </a:solidFill>
                <a:latin typeface="IBM Plex Mono Light"/>
                <a:ea typeface="IBM Plex Mono Light"/>
                <a:cs typeface="IBM Plex Mono Light"/>
                <a:sym typeface="IBM Plex Mono Light"/>
              </a:rPr>
              <a:t>© </a:t>
            </a:r>
            <a:r>
              <a:rPr b="0" i="0" lang="en-IN" sz="1000" u="none" cap="none" strike="noStrike">
                <a:solidFill>
                  <a:srgbClr val="262626"/>
                </a:solidFill>
                <a:latin typeface="Open Sans Light"/>
                <a:ea typeface="Open Sans Light"/>
                <a:cs typeface="Open Sans Light"/>
                <a:sym typeface="Open Sans Light"/>
              </a:rPr>
              <a:t>CodeHub AI, all rights reserved</a:t>
            </a:r>
            <a:endParaRPr b="0" i="0" sz="1000" u="none" cap="none" strike="noStrike">
              <a:solidFill>
                <a:srgbClr val="262626"/>
              </a:solidFill>
              <a:latin typeface="Open Sans Light"/>
              <a:ea typeface="Open Sans Light"/>
              <a:cs typeface="Open Sans Light"/>
              <a:sym typeface="Open Sans Light"/>
            </a:endParaRPr>
          </a:p>
        </p:txBody>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 id="2147483746" r:id="rId27"/>
    <p:sldLayoutId id="2147483747" r:id="rId28"/>
    <p:sldLayoutId id="2147483748" r:id="rId29"/>
    <p:sldLayoutId id="2147483749" r:id="rId30"/>
    <p:sldLayoutId id="2147483750" r:id="rId31"/>
    <p:sldLayoutId id="2147483751" r:id="rId32"/>
    <p:sldLayoutId id="2147483752" r:id="rId33"/>
    <p:sldLayoutId id="2147483753"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hyperlink" Target="https://console.groq.com/hom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pic>
        <p:nvPicPr>
          <p:cNvPr id="1614" name="Google Shape;1614;g36468d4ee1f_1_1109"/>
          <p:cNvPicPr preferRelativeResize="0"/>
          <p:nvPr/>
        </p:nvPicPr>
        <p:blipFill rotWithShape="1">
          <a:blip r:embed="rId3">
            <a:alphaModFix/>
          </a:blip>
          <a:srcRect b="0" l="0" r="0" t="0"/>
          <a:stretch/>
        </p:blipFill>
        <p:spPr>
          <a:xfrm>
            <a:off x="3881323" y="760452"/>
            <a:ext cx="3742753" cy="3742753"/>
          </a:xfrm>
          <a:prstGeom prst="rect">
            <a:avLst/>
          </a:prstGeom>
          <a:noFill/>
          <a:ln>
            <a:noFill/>
          </a:ln>
        </p:spPr>
      </p:pic>
      <p:sp>
        <p:nvSpPr>
          <p:cNvPr id="1615" name="Google Shape;1615;g36468d4ee1f_1_1109"/>
          <p:cNvSpPr txBox="1"/>
          <p:nvPr/>
        </p:nvSpPr>
        <p:spPr>
          <a:xfrm>
            <a:off x="3954538" y="3682248"/>
            <a:ext cx="5001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IN" sz="5400" u="none" cap="none" strike="noStrike">
                <a:solidFill>
                  <a:srgbClr val="06B3F3"/>
                </a:solidFill>
                <a:latin typeface="Poppins"/>
                <a:ea typeface="Poppins"/>
                <a:cs typeface="Poppins"/>
                <a:sym typeface="Poppins"/>
              </a:rPr>
              <a:t>Generative AI </a:t>
            </a:r>
            <a:endParaRPr b="0" i="0" sz="1400" u="none" cap="none" strike="noStrike">
              <a:solidFill>
                <a:srgbClr val="000000"/>
              </a:solidFill>
              <a:latin typeface="Arial"/>
              <a:ea typeface="Arial"/>
              <a:cs typeface="Arial"/>
              <a:sym typeface="Arial"/>
            </a:endParaRPr>
          </a:p>
        </p:txBody>
      </p:sp>
      <p:sp>
        <p:nvSpPr>
          <p:cNvPr id="1616" name="Google Shape;1616;g36468d4ee1f_1_1109"/>
          <p:cNvSpPr txBox="1"/>
          <p:nvPr/>
        </p:nvSpPr>
        <p:spPr>
          <a:xfrm>
            <a:off x="4044650" y="4418675"/>
            <a:ext cx="8187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262626"/>
                </a:solidFill>
                <a:latin typeface="Poppins"/>
                <a:ea typeface="Poppins"/>
                <a:cs typeface="Poppins"/>
                <a:sym typeface="Poppins"/>
              </a:rPr>
              <a:t>Full Stack Developer</a:t>
            </a:r>
            <a:endParaRPr b="0" i="0" sz="4800" u="none" cap="none" strike="noStrike">
              <a:solidFill>
                <a:srgbClr val="7F7F7F"/>
              </a:solidFill>
              <a:latin typeface="Open Sans"/>
              <a:ea typeface="Open Sans"/>
              <a:cs typeface="Open Sans"/>
              <a:sym typeface="Open Sans"/>
            </a:endParaRPr>
          </a:p>
        </p:txBody>
      </p:sp>
      <p:sp>
        <p:nvSpPr>
          <p:cNvPr id="1617" name="Google Shape;1617;g36468d4ee1f_1_1109"/>
          <p:cNvSpPr txBox="1"/>
          <p:nvPr/>
        </p:nvSpPr>
        <p:spPr>
          <a:xfrm>
            <a:off x="11298540" y="6506726"/>
            <a:ext cx="343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01</a:t>
            </a:r>
            <a:endParaRPr b="0" i="0" sz="1400" u="none" cap="none" strike="noStrike">
              <a:solidFill>
                <a:srgbClr val="000000"/>
              </a:solidFill>
              <a:latin typeface="Arial"/>
              <a:ea typeface="Arial"/>
              <a:cs typeface="Arial"/>
              <a:sym typeface="Arial"/>
            </a:endParaRPr>
          </a:p>
        </p:txBody>
      </p:sp>
      <p:sp>
        <p:nvSpPr>
          <p:cNvPr id="1618" name="Google Shape;1618;g36468d4ee1f_1_1109"/>
          <p:cNvSpPr/>
          <p:nvPr/>
        </p:nvSpPr>
        <p:spPr>
          <a:xfrm>
            <a:off x="4080325" y="3723225"/>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619" name="Google Shape;1619;g36468d4ee1f_1_1109"/>
          <p:cNvPicPr preferRelativeResize="0"/>
          <p:nvPr/>
        </p:nvPicPr>
        <p:blipFill rotWithShape="1">
          <a:blip r:embed="rId4">
            <a:alphaModFix/>
          </a:blip>
          <a:srcRect b="0" l="0" r="0" t="0"/>
          <a:stretch/>
        </p:blipFill>
        <p:spPr>
          <a:xfrm>
            <a:off x="997275" y="3026375"/>
            <a:ext cx="2811375" cy="2168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grpSp>
        <p:nvGrpSpPr>
          <p:cNvPr id="1624" name="Google Shape;1624;g36468d4ee1f_1_1118"/>
          <p:cNvGrpSpPr/>
          <p:nvPr/>
        </p:nvGrpSpPr>
        <p:grpSpPr>
          <a:xfrm>
            <a:off x="906789" y="2249474"/>
            <a:ext cx="10553400" cy="1232101"/>
            <a:chOff x="1181464" y="1101747"/>
            <a:chExt cx="10553400" cy="1232101"/>
          </a:xfrm>
        </p:grpSpPr>
        <p:sp>
          <p:nvSpPr>
            <p:cNvPr id="1625" name="Google Shape;1625;g36468d4ee1f_1_1118"/>
            <p:cNvSpPr txBox="1"/>
            <p:nvPr/>
          </p:nvSpPr>
          <p:spPr>
            <a:xfrm>
              <a:off x="1181464" y="1441048"/>
              <a:ext cx="105534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00"/>
                <a:buFont typeface="Arial"/>
                <a:buNone/>
              </a:pPr>
              <a:r>
                <a:rPr b="1" i="0" lang="en-IN" sz="5200" u="none" cap="none" strike="noStrike">
                  <a:solidFill>
                    <a:schemeClr val="accent1"/>
                  </a:solidFill>
                  <a:latin typeface="Poppins"/>
                  <a:ea typeface="Poppins"/>
                  <a:cs typeface="Poppins"/>
                  <a:sym typeface="Poppins"/>
                </a:rPr>
                <a:t>Course A </a:t>
              </a:r>
              <a:r>
                <a:rPr b="1" i="0" lang="en-IN" sz="5200" u="none" cap="none" strike="noStrike">
                  <a:solidFill>
                    <a:srgbClr val="262626"/>
                  </a:solidFill>
                  <a:latin typeface="Poppins"/>
                  <a:ea typeface="Poppins"/>
                  <a:cs typeface="Poppins"/>
                  <a:sym typeface="Poppins"/>
                </a:rPr>
                <a:t>: Prompt Engineering</a:t>
              </a:r>
              <a:endParaRPr b="1" i="0" sz="5200" u="none" cap="none" strike="noStrike">
                <a:solidFill>
                  <a:srgbClr val="06B3F3"/>
                </a:solidFill>
                <a:latin typeface="Poppins"/>
                <a:ea typeface="Poppins"/>
                <a:cs typeface="Poppins"/>
                <a:sym typeface="Poppins"/>
              </a:endParaRPr>
            </a:p>
          </p:txBody>
        </p:sp>
        <p:sp>
          <p:nvSpPr>
            <p:cNvPr id="1626" name="Google Shape;1626;g36468d4ee1f_1_1118"/>
            <p:cNvSpPr/>
            <p:nvPr/>
          </p:nvSpPr>
          <p:spPr>
            <a:xfrm>
              <a:off x="1292220" y="110174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grpSp>
      <p:sp>
        <p:nvSpPr>
          <p:cNvPr id="1627" name="Google Shape;1627;g36468d4ee1f_1_1118"/>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grpSp>
        <p:nvGrpSpPr>
          <p:cNvPr id="1632" name="Google Shape;1632;g36468d4ee1f_1_1125"/>
          <p:cNvGrpSpPr/>
          <p:nvPr/>
        </p:nvGrpSpPr>
        <p:grpSpPr>
          <a:xfrm>
            <a:off x="1200514" y="1962028"/>
            <a:ext cx="10553400" cy="3380347"/>
            <a:chOff x="1181464" y="862101"/>
            <a:chExt cx="10553400" cy="3380347"/>
          </a:xfrm>
        </p:grpSpPr>
        <p:sp>
          <p:nvSpPr>
            <p:cNvPr id="1633" name="Google Shape;1633;g36468d4ee1f_1_1125"/>
            <p:cNvSpPr txBox="1"/>
            <p:nvPr/>
          </p:nvSpPr>
          <p:spPr>
            <a:xfrm>
              <a:off x="1181464" y="1441048"/>
              <a:ext cx="10553400" cy="280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lang="en-IN" sz="4400"/>
                <a:t>Prompt Engineering</a:t>
              </a:r>
              <a:r>
                <a:rPr b="1" i="0" lang="en-IN" sz="4400" u="none" cap="none" strike="noStrike">
                  <a:solidFill>
                    <a:srgbClr val="000000"/>
                  </a:solidFill>
                  <a:latin typeface="Arial"/>
                  <a:ea typeface="Arial"/>
                  <a:cs typeface="Arial"/>
                  <a:sym typeface="Arial"/>
                </a:rPr>
                <a:t> </a:t>
              </a:r>
              <a:br>
                <a:rPr b="1" i="0" lang="en-IN" sz="4400" u="none" cap="none" strike="noStrike">
                  <a:solidFill>
                    <a:srgbClr val="000000"/>
                  </a:solidFill>
                  <a:latin typeface="Arial"/>
                  <a:ea typeface="Arial"/>
                  <a:cs typeface="Arial"/>
                  <a:sym typeface="Arial"/>
                </a:rPr>
              </a:br>
              <a:r>
                <a:rPr b="1" lang="en-IN" sz="4400">
                  <a:solidFill>
                    <a:schemeClr val="accent1"/>
                  </a:solidFill>
                </a:rPr>
                <a:t>Commercial &amp; Open-Source</a:t>
              </a:r>
              <a:endParaRPr b="1" sz="4400">
                <a:solidFill>
                  <a:schemeClr val="accent1"/>
                </a:solidFill>
              </a:endParaRPr>
            </a:p>
            <a:p>
              <a:pPr indent="0" lvl="0" marL="0" marR="0" rtl="0" algn="l">
                <a:lnSpc>
                  <a:spcPct val="100000"/>
                </a:lnSpc>
                <a:spcBef>
                  <a:spcPts val="0"/>
                </a:spcBef>
                <a:spcAft>
                  <a:spcPts val="0"/>
                </a:spcAft>
                <a:buClr>
                  <a:srgbClr val="000000"/>
                </a:buClr>
                <a:buSzPts val="4400"/>
                <a:buFont typeface="Arial"/>
                <a:buNone/>
              </a:pPr>
              <a:r>
                <a:rPr b="1" lang="en-IN" sz="4400">
                  <a:solidFill>
                    <a:schemeClr val="accent1"/>
                  </a:solidFill>
                </a:rPr>
                <a:t>LLM APIs</a:t>
              </a:r>
              <a:endParaRPr b="1" sz="4400">
                <a:solidFill>
                  <a:schemeClr val="accent1"/>
                </a:solidFill>
              </a:endParaRPr>
            </a:p>
            <a:p>
              <a:pPr indent="0" lvl="0" marL="0" marR="0" rtl="0" algn="l">
                <a:lnSpc>
                  <a:spcPct val="100000"/>
                </a:lnSpc>
                <a:spcBef>
                  <a:spcPts val="0"/>
                </a:spcBef>
                <a:spcAft>
                  <a:spcPts val="0"/>
                </a:spcAft>
                <a:buClr>
                  <a:srgbClr val="000000"/>
                </a:buClr>
                <a:buSzPts val="4400"/>
                <a:buFont typeface="Arial"/>
                <a:buNone/>
              </a:pPr>
              <a:r>
                <a:t/>
              </a:r>
              <a:endParaRPr b="1" sz="4400">
                <a:solidFill>
                  <a:schemeClr val="accent1"/>
                </a:solidFill>
              </a:endParaRPr>
            </a:p>
          </p:txBody>
        </p:sp>
        <p:sp>
          <p:nvSpPr>
            <p:cNvPr id="1634" name="Google Shape;1634;g36468d4ee1f_1_1125"/>
            <p:cNvSpPr/>
            <p:nvPr/>
          </p:nvSpPr>
          <p:spPr>
            <a:xfrm>
              <a:off x="1292220" y="1101747"/>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635" name="Google Shape;1635;g36468d4ee1f_1_1125"/>
            <p:cNvSpPr txBox="1"/>
            <p:nvPr/>
          </p:nvSpPr>
          <p:spPr>
            <a:xfrm>
              <a:off x="2427026" y="862101"/>
              <a:ext cx="793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06B3F3"/>
                  </a:solidFill>
                  <a:latin typeface="Poppins"/>
                  <a:ea typeface="Poppins"/>
                  <a:cs typeface="Poppins"/>
                  <a:sym typeface="Poppins"/>
                </a:rPr>
                <a:t>03</a:t>
              </a:r>
              <a:endParaRPr b="0" i="0" sz="1400" u="none" cap="none" strike="noStrike">
                <a:solidFill>
                  <a:srgbClr val="000000"/>
                </a:solidFill>
                <a:latin typeface="Arial"/>
                <a:ea typeface="Arial"/>
                <a:cs typeface="Arial"/>
                <a:sym typeface="Arial"/>
              </a:endParaRPr>
            </a:p>
          </p:txBody>
        </p:sp>
      </p:grpSp>
      <p:sp>
        <p:nvSpPr>
          <p:cNvPr id="1636" name="Google Shape;1636;g36468d4ee1f_1_1125"/>
          <p:cNvSpPr txBox="1"/>
          <p:nvPr/>
        </p:nvSpPr>
        <p:spPr>
          <a:xfrm>
            <a:off x="11298554" y="6506725"/>
            <a:ext cx="4665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IN" sz="1200" u="none" cap="none" strike="noStrike">
                <a:solidFill>
                  <a:srgbClr val="262626"/>
                </a:solidFill>
                <a:latin typeface="Poppins"/>
                <a:ea typeface="Poppins"/>
                <a:cs typeface="Poppins"/>
                <a:sym typeface="Poppins"/>
              </a:rPr>
              <a:t>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g36468d4ee1f_3_572"/>
          <p:cNvSpPr txBox="1"/>
          <p:nvPr/>
        </p:nvSpPr>
        <p:spPr>
          <a:xfrm>
            <a:off x="1527172" y="964007"/>
            <a:ext cx="555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g36468d4ee1f_3_572"/>
          <p:cNvSpPr txBox="1"/>
          <p:nvPr/>
        </p:nvSpPr>
        <p:spPr>
          <a:xfrm>
            <a:off x="1181099" y="2100942"/>
            <a:ext cx="8935200" cy="1477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000000"/>
              </a:buClr>
              <a:buSzPts val="1800"/>
              <a:buFont typeface="Poppins"/>
              <a:buChar char="●"/>
            </a:pPr>
            <a:r>
              <a:rPr b="1" lang="en-IN" sz="1800">
                <a:latin typeface="Poppins"/>
                <a:ea typeface="Poppins"/>
                <a:cs typeface="Poppins"/>
                <a:sym typeface="Poppins"/>
              </a:rPr>
              <a:t>Turnkey access to cutting‑edge models via hosted endpoints</a:t>
            </a:r>
            <a:br>
              <a:rPr b="1" lang="en-IN" sz="1800">
                <a:latin typeface="Poppins"/>
                <a:ea typeface="Poppins"/>
                <a:cs typeface="Poppins"/>
                <a:sym typeface="Poppins"/>
              </a:rPr>
            </a:br>
            <a:endParaRPr b="1" sz="1800">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lang="en-IN" sz="1800">
                <a:latin typeface="Poppins"/>
                <a:ea typeface="Poppins"/>
                <a:cs typeface="Poppins"/>
                <a:sym typeface="Poppins"/>
              </a:rPr>
              <a:t>Examples: </a:t>
            </a:r>
            <a:r>
              <a:rPr b="1" lang="en-IN" sz="1800">
                <a:solidFill>
                  <a:schemeClr val="accent1"/>
                </a:solidFill>
                <a:latin typeface="Poppins"/>
                <a:ea typeface="Poppins"/>
                <a:cs typeface="Poppins"/>
                <a:sym typeface="Poppins"/>
              </a:rPr>
              <a:t>OpenAI's</a:t>
            </a:r>
            <a:r>
              <a:rPr b="1" lang="en-IN" sz="1800">
                <a:latin typeface="Poppins"/>
                <a:ea typeface="Poppins"/>
                <a:cs typeface="Poppins"/>
                <a:sym typeface="Poppins"/>
              </a:rPr>
              <a:t> GPT‑4.1 / </a:t>
            </a:r>
            <a:r>
              <a:rPr b="1" lang="en-IN" sz="1800">
                <a:solidFill>
                  <a:schemeClr val="accent1"/>
                </a:solidFill>
                <a:latin typeface="Poppins"/>
                <a:ea typeface="Poppins"/>
                <a:cs typeface="Poppins"/>
                <a:sym typeface="Poppins"/>
              </a:rPr>
              <a:t>GPT</a:t>
            </a:r>
            <a:r>
              <a:rPr b="1" lang="en-IN" sz="1800">
                <a:latin typeface="Poppins"/>
                <a:ea typeface="Poppins"/>
                <a:cs typeface="Poppins"/>
                <a:sym typeface="Poppins"/>
              </a:rPr>
              <a:t>‑4.1‑mini; </a:t>
            </a:r>
            <a:r>
              <a:rPr b="1" lang="en-IN" sz="1800">
                <a:latin typeface="Poppins"/>
                <a:ea typeface="Poppins"/>
                <a:cs typeface="Poppins"/>
                <a:sym typeface="Poppins"/>
              </a:rPr>
              <a:t>Anthropic</a:t>
            </a:r>
            <a:r>
              <a:rPr b="1" lang="en-IN" sz="1800">
                <a:latin typeface="Poppins"/>
                <a:ea typeface="Poppins"/>
                <a:cs typeface="Poppins"/>
                <a:sym typeface="Poppins"/>
              </a:rPr>
              <a:t> </a:t>
            </a:r>
            <a:r>
              <a:rPr b="1" lang="en-IN" sz="1800">
                <a:solidFill>
                  <a:schemeClr val="accent1"/>
                </a:solidFill>
                <a:latin typeface="Poppins"/>
                <a:ea typeface="Poppins"/>
                <a:cs typeface="Poppins"/>
                <a:sym typeface="Poppins"/>
              </a:rPr>
              <a:t>Claude </a:t>
            </a:r>
            <a:r>
              <a:rPr b="1" lang="en-IN" sz="1800">
                <a:latin typeface="Poppins"/>
                <a:ea typeface="Poppins"/>
                <a:cs typeface="Poppins"/>
                <a:sym typeface="Poppins"/>
              </a:rPr>
              <a:t>Sonnet 4</a:t>
            </a:r>
            <a:br>
              <a:rPr b="1" lang="en-IN" sz="1800">
                <a:latin typeface="Poppins"/>
                <a:ea typeface="Poppins"/>
                <a:cs typeface="Poppins"/>
                <a:sym typeface="Poppins"/>
              </a:rPr>
            </a:br>
            <a:endParaRPr b="1" sz="1800">
              <a:latin typeface="Poppins"/>
              <a:ea typeface="Poppins"/>
              <a:cs typeface="Poppins"/>
              <a:sym typeface="Poppins"/>
            </a:endParaRPr>
          </a:p>
          <a:p>
            <a:pPr indent="-342900" lvl="0" marL="457200" marR="0" rtl="0" algn="l">
              <a:lnSpc>
                <a:spcPct val="100000"/>
              </a:lnSpc>
              <a:spcBef>
                <a:spcPts val="0"/>
              </a:spcBef>
              <a:spcAft>
                <a:spcPts val="0"/>
              </a:spcAft>
              <a:buClr>
                <a:srgbClr val="000000"/>
              </a:buClr>
              <a:buSzPts val="1800"/>
              <a:buFont typeface="Poppins"/>
              <a:buChar char="●"/>
            </a:pPr>
            <a:r>
              <a:rPr b="1" lang="en-IN" sz="1800">
                <a:latin typeface="Poppins"/>
                <a:ea typeface="Poppins"/>
                <a:cs typeface="Poppins"/>
                <a:sym typeface="Poppins"/>
              </a:rPr>
              <a:t>Pay‑a</a:t>
            </a:r>
            <a:r>
              <a:rPr b="1" lang="en-IN" sz="1800">
                <a:latin typeface="Poppins"/>
                <a:ea typeface="Poppins"/>
                <a:cs typeface="Poppins"/>
                <a:sym typeface="Poppins"/>
              </a:rPr>
              <a:t>s</a:t>
            </a:r>
            <a:r>
              <a:rPr b="1" lang="en-IN" sz="1800">
                <a:latin typeface="Poppins"/>
                <a:ea typeface="Poppins"/>
                <a:cs typeface="Poppins"/>
                <a:sym typeface="Poppins"/>
              </a:rPr>
              <a:t>‑you‑go billing with SLA guarantees and usage quotas</a:t>
            </a:r>
            <a:endParaRPr b="1" i="0" sz="1800" u="none" cap="none" strike="noStrike">
              <a:solidFill>
                <a:srgbClr val="000000"/>
              </a:solidFill>
              <a:latin typeface="Poppins"/>
              <a:ea typeface="Poppins"/>
              <a:cs typeface="Poppins"/>
              <a:sym typeface="Poppins"/>
            </a:endParaRPr>
          </a:p>
        </p:txBody>
      </p:sp>
      <p:sp>
        <p:nvSpPr>
          <p:cNvPr id="1643" name="Google Shape;1643;g36468d4ee1f_3_572"/>
          <p:cNvSpPr txBox="1"/>
          <p:nvPr/>
        </p:nvSpPr>
        <p:spPr>
          <a:xfrm>
            <a:off x="525548" y="543433"/>
            <a:ext cx="7468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lang="en-IN" sz="3200">
                <a:solidFill>
                  <a:schemeClr val="dk1"/>
                </a:solidFill>
                <a:latin typeface="Poppins"/>
                <a:ea typeface="Poppins"/>
                <a:cs typeface="Poppins"/>
                <a:sym typeface="Poppins"/>
              </a:rPr>
              <a:t>Commercial LLM APIs </a:t>
            </a:r>
            <a:br>
              <a:rPr b="1" lang="en-IN" sz="3200">
                <a:solidFill>
                  <a:schemeClr val="dk1"/>
                </a:solidFill>
                <a:latin typeface="Poppins"/>
                <a:ea typeface="Poppins"/>
                <a:cs typeface="Poppins"/>
                <a:sym typeface="Poppins"/>
              </a:rPr>
            </a:br>
            <a:r>
              <a:rPr b="1" lang="en-IN" sz="3200">
                <a:solidFill>
                  <a:schemeClr val="accent1"/>
                </a:solidFill>
                <a:latin typeface="Poppins"/>
                <a:ea typeface="Poppins"/>
                <a:cs typeface="Poppins"/>
                <a:sym typeface="Poppins"/>
              </a:rPr>
              <a:t>Overview</a:t>
            </a:r>
            <a:endParaRPr b="1" i="0" sz="3200" u="none" cap="none" strike="noStrike">
              <a:solidFill>
                <a:schemeClr val="accent1"/>
              </a:solidFill>
              <a:latin typeface="Poppins"/>
              <a:ea typeface="Poppins"/>
              <a:cs typeface="Poppins"/>
              <a:sym typeface="Poppins"/>
            </a:endParaRPr>
          </a:p>
        </p:txBody>
      </p:sp>
      <p:sp>
        <p:nvSpPr>
          <p:cNvPr id="1644" name="Google Shape;1644;g36468d4ee1f_3_572"/>
          <p:cNvSpPr/>
          <p:nvPr/>
        </p:nvSpPr>
        <p:spPr>
          <a:xfrm>
            <a:off x="525560" y="3950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5" name="Google Shape;1645;g36468d4ee1f_3_572"/>
          <p:cNvSpPr/>
          <p:nvPr/>
        </p:nvSpPr>
        <p:spPr>
          <a:xfrm>
            <a:off x="926448" y="4407573"/>
            <a:ext cx="3051300" cy="1148700"/>
          </a:xfrm>
          <a:prstGeom prst="roundRect">
            <a:avLst>
              <a:gd fmla="val 16667" name="adj"/>
            </a:avLst>
          </a:prstGeom>
          <a:solidFill>
            <a:srgbClr val="92D050">
              <a:alpha val="43920"/>
            </a:srgbClr>
          </a:soli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6" name="Google Shape;1646;g36468d4ee1f_3_572"/>
          <p:cNvSpPr txBox="1"/>
          <p:nvPr/>
        </p:nvSpPr>
        <p:spPr>
          <a:xfrm>
            <a:off x="1063500" y="4566425"/>
            <a:ext cx="25791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1600" u="none" cap="none" strike="noStrike">
                <a:solidFill>
                  <a:srgbClr val="000000"/>
                </a:solidFill>
                <a:latin typeface="Arial"/>
                <a:ea typeface="Arial"/>
                <a:cs typeface="Arial"/>
                <a:sym typeface="Arial"/>
              </a:rPr>
              <a:t>Open AI</a:t>
            </a:r>
            <a:endParaRPr sz="1600"/>
          </a:p>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IN" sz="1600" u="none" cap="none" strike="noStrike">
                <a:solidFill>
                  <a:srgbClr val="000000"/>
                </a:solidFill>
              </a:rPr>
              <a:t>GPT-4.1 / GPT-4.1-min</a:t>
            </a:r>
            <a:r>
              <a:rPr b="1" i="0" lang="en-IN" sz="1300" u="none" cap="none" strike="noStrike">
                <a:solidFill>
                  <a:srgbClr val="000000"/>
                </a:solidFill>
              </a:rPr>
              <a:t>i</a:t>
            </a:r>
            <a:endParaRPr b="1" sz="1300"/>
          </a:p>
        </p:txBody>
      </p:sp>
      <p:sp>
        <p:nvSpPr>
          <p:cNvPr id="1647" name="Google Shape;1647;g36468d4ee1f_3_572"/>
          <p:cNvSpPr/>
          <p:nvPr/>
        </p:nvSpPr>
        <p:spPr>
          <a:xfrm>
            <a:off x="4479223" y="4407573"/>
            <a:ext cx="3051300" cy="1148700"/>
          </a:xfrm>
          <a:prstGeom prst="roundRect">
            <a:avLst>
              <a:gd fmla="val 16667" name="adj"/>
            </a:avLst>
          </a:prstGeom>
          <a:solidFill>
            <a:srgbClr val="92D050">
              <a:alpha val="43920"/>
            </a:srgbClr>
          </a:soli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8" name="Google Shape;1648;g36468d4ee1f_3_572"/>
          <p:cNvSpPr/>
          <p:nvPr/>
        </p:nvSpPr>
        <p:spPr>
          <a:xfrm>
            <a:off x="7992548" y="4407573"/>
            <a:ext cx="3051300" cy="1148700"/>
          </a:xfrm>
          <a:prstGeom prst="roundRect">
            <a:avLst>
              <a:gd fmla="val 16667" name="adj"/>
            </a:avLst>
          </a:prstGeom>
          <a:solidFill>
            <a:srgbClr val="92D050">
              <a:alpha val="43920"/>
            </a:srgbClr>
          </a:soli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49" name="Google Shape;1649;g36468d4ee1f_3_572"/>
          <p:cNvSpPr txBox="1"/>
          <p:nvPr/>
        </p:nvSpPr>
        <p:spPr>
          <a:xfrm>
            <a:off x="4695600" y="4566425"/>
            <a:ext cx="25791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600"/>
              <a:t>Anthropic</a:t>
            </a:r>
            <a:endParaRPr b="1" sz="1600"/>
          </a:p>
          <a:p>
            <a:pPr indent="0" lvl="0" marL="0" marR="0" rtl="0" algn="ctr">
              <a:lnSpc>
                <a:spcPct val="100000"/>
              </a:lnSpc>
              <a:spcBef>
                <a:spcPts val="0"/>
              </a:spcBef>
              <a:spcAft>
                <a:spcPts val="0"/>
              </a:spcAft>
              <a:buNone/>
            </a:pPr>
            <a:r>
              <a:t/>
            </a:r>
            <a:endParaRPr b="1" sz="1600"/>
          </a:p>
          <a:p>
            <a:pPr indent="0" lvl="0" marL="0" marR="0" rtl="0" algn="ctr">
              <a:lnSpc>
                <a:spcPct val="100000"/>
              </a:lnSpc>
              <a:spcBef>
                <a:spcPts val="0"/>
              </a:spcBef>
              <a:spcAft>
                <a:spcPts val="0"/>
              </a:spcAft>
              <a:buNone/>
            </a:pPr>
            <a:r>
              <a:rPr b="1" lang="en-IN" sz="1600"/>
              <a:t>Claude Sonnet 4</a:t>
            </a:r>
            <a:endParaRPr b="1" sz="1600"/>
          </a:p>
        </p:txBody>
      </p:sp>
      <p:sp>
        <p:nvSpPr>
          <p:cNvPr id="1650" name="Google Shape;1650;g36468d4ee1f_3_572"/>
          <p:cNvSpPr txBox="1"/>
          <p:nvPr/>
        </p:nvSpPr>
        <p:spPr>
          <a:xfrm>
            <a:off x="8228650" y="4566425"/>
            <a:ext cx="25791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600"/>
              <a:t>API Benefits</a:t>
            </a:r>
            <a:endParaRPr b="1" sz="1600"/>
          </a:p>
          <a:p>
            <a:pPr indent="0" lvl="0" marL="0" marR="0" rtl="0" algn="ctr">
              <a:lnSpc>
                <a:spcPct val="100000"/>
              </a:lnSpc>
              <a:spcBef>
                <a:spcPts val="0"/>
              </a:spcBef>
              <a:spcAft>
                <a:spcPts val="0"/>
              </a:spcAft>
              <a:buNone/>
            </a:pPr>
            <a:r>
              <a:t/>
            </a:r>
            <a:endParaRPr b="1" sz="1600"/>
          </a:p>
          <a:p>
            <a:pPr indent="0" lvl="0" marL="0" marR="0" rtl="0" algn="ctr">
              <a:lnSpc>
                <a:spcPct val="100000"/>
              </a:lnSpc>
              <a:spcBef>
                <a:spcPts val="0"/>
              </a:spcBef>
              <a:spcAft>
                <a:spcPts val="0"/>
              </a:spcAft>
              <a:buNone/>
            </a:pPr>
            <a:r>
              <a:rPr b="1" lang="en-IN" sz="1600"/>
              <a:t>Security, Scalability</a:t>
            </a:r>
            <a:endParaRPr b="1"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4"/>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656" name="Google Shape;1656;p4"/>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OpenAI API – </a:t>
            </a:r>
            <a:r>
              <a:rPr b="1" lang="en-IN" sz="3200">
                <a:solidFill>
                  <a:schemeClr val="accent1"/>
                </a:solidFill>
                <a:latin typeface="Poppins"/>
                <a:ea typeface="Poppins"/>
                <a:cs typeface="Poppins"/>
                <a:sym typeface="Poppins"/>
              </a:rPr>
              <a:t>Getting Started</a:t>
            </a:r>
            <a:endParaRPr b="1" i="0" sz="3200" u="none" cap="none" strike="noStrike">
              <a:solidFill>
                <a:schemeClr val="accent1"/>
              </a:solidFill>
              <a:latin typeface="Poppins"/>
              <a:ea typeface="Poppins"/>
              <a:cs typeface="Poppins"/>
              <a:sym typeface="Poppins"/>
            </a:endParaRPr>
          </a:p>
        </p:txBody>
      </p:sp>
      <p:sp>
        <p:nvSpPr>
          <p:cNvPr id="1657" name="Google Shape;1657;p4"/>
          <p:cNvSpPr/>
          <p:nvPr/>
        </p:nvSpPr>
        <p:spPr>
          <a:xfrm>
            <a:off x="544250" y="2110200"/>
            <a:ext cx="7656000" cy="516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pip install openai</a:t>
            </a:r>
            <a:endParaRPr b="1" i="0" sz="1600" u="none" cap="none" strike="noStrike">
              <a:solidFill>
                <a:srgbClr val="0000FF"/>
              </a:solidFill>
              <a:latin typeface="Courier"/>
              <a:ea typeface="Courier"/>
              <a:cs typeface="Courier"/>
              <a:sym typeface="Courier"/>
            </a:endParaRPr>
          </a:p>
        </p:txBody>
      </p:sp>
      <p:sp>
        <p:nvSpPr>
          <p:cNvPr id="1658" name="Google Shape;1658;p4"/>
          <p:cNvSpPr txBox="1"/>
          <p:nvPr/>
        </p:nvSpPr>
        <p:spPr>
          <a:xfrm>
            <a:off x="473075" y="1606525"/>
            <a:ext cx="3000000" cy="461700"/>
          </a:xfrm>
          <a:prstGeom prst="rect">
            <a:avLst/>
          </a:prstGeom>
          <a:noFill/>
          <a:ln>
            <a:noFill/>
          </a:ln>
        </p:spPr>
        <p:txBody>
          <a:bodyPr anchorCtr="0" anchor="t" bIns="91425" lIns="91425" spcFirstLastPara="1" rIns="91425" wrap="square" tIns="91425">
            <a:spAutoFit/>
          </a:bodyPr>
          <a:lstStyle/>
          <a:p>
            <a:pPr indent="-304800" lvl="0" marL="342900" rtl="0" algn="l">
              <a:spcBef>
                <a:spcPts val="0"/>
              </a:spcBef>
              <a:spcAft>
                <a:spcPts val="0"/>
              </a:spcAft>
              <a:buClr>
                <a:schemeClr val="dk1"/>
              </a:buClr>
              <a:buSzPts val="1800"/>
              <a:buFont typeface="Poppins"/>
              <a:buChar char="▪"/>
            </a:pPr>
            <a:r>
              <a:rPr b="1" lang="en-IN" sz="1800">
                <a:solidFill>
                  <a:schemeClr val="dk1"/>
                </a:solidFill>
                <a:latin typeface="Poppins"/>
                <a:ea typeface="Poppins"/>
                <a:cs typeface="Poppins"/>
                <a:sym typeface="Poppins"/>
              </a:rPr>
              <a:t>Install SDK:</a:t>
            </a:r>
            <a:endParaRPr b="1" sz="1800">
              <a:latin typeface="Poppins"/>
              <a:ea typeface="Poppins"/>
              <a:cs typeface="Poppins"/>
              <a:sym typeface="Poppins"/>
            </a:endParaRPr>
          </a:p>
        </p:txBody>
      </p:sp>
      <p:sp>
        <p:nvSpPr>
          <p:cNvPr id="1659" name="Google Shape;1659;p4"/>
          <p:cNvSpPr/>
          <p:nvPr/>
        </p:nvSpPr>
        <p:spPr>
          <a:xfrm>
            <a:off x="615425" y="3838850"/>
            <a:ext cx="7584900" cy="694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from openai import OpenAI</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client = OpenAI(api_key = "OPENAI_API_KEY")</a:t>
            </a:r>
            <a:endParaRPr b="1" sz="1600">
              <a:solidFill>
                <a:srgbClr val="0000FF"/>
              </a:solidFill>
              <a:latin typeface="Courier"/>
              <a:ea typeface="Courier"/>
              <a:cs typeface="Courier"/>
              <a:sym typeface="Courier"/>
            </a:endParaRPr>
          </a:p>
        </p:txBody>
      </p:sp>
      <p:sp>
        <p:nvSpPr>
          <p:cNvPr id="1660" name="Google Shape;1660;p4"/>
          <p:cNvSpPr txBox="1"/>
          <p:nvPr/>
        </p:nvSpPr>
        <p:spPr>
          <a:xfrm>
            <a:off x="544250" y="3030375"/>
            <a:ext cx="7478700" cy="461700"/>
          </a:xfrm>
          <a:prstGeom prst="rect">
            <a:avLst/>
          </a:prstGeom>
          <a:noFill/>
          <a:ln>
            <a:noFill/>
          </a:ln>
        </p:spPr>
        <p:txBody>
          <a:bodyPr anchorCtr="0" anchor="t" bIns="91425" lIns="91425" spcFirstLastPara="1" rIns="91425" wrap="square" tIns="91425">
            <a:spAutoFit/>
          </a:bodyPr>
          <a:lstStyle/>
          <a:p>
            <a:pPr indent="-304800" lvl="0" marL="342900" rtl="0" algn="l">
              <a:spcBef>
                <a:spcPts val="0"/>
              </a:spcBef>
              <a:spcAft>
                <a:spcPts val="0"/>
              </a:spcAft>
              <a:buClr>
                <a:schemeClr val="dk1"/>
              </a:buClr>
              <a:buSzPts val="1800"/>
              <a:buFont typeface="Poppins"/>
              <a:buChar char="▪"/>
            </a:pPr>
            <a:r>
              <a:rPr b="1" lang="en-IN" sz="1800">
                <a:solidFill>
                  <a:schemeClr val="dk1"/>
                </a:solidFill>
                <a:latin typeface="Poppins"/>
                <a:ea typeface="Poppins"/>
                <a:cs typeface="Poppins"/>
                <a:sym typeface="Poppins"/>
              </a:rPr>
              <a:t>Authenticate via OPENAI_API_KEY environment variable</a:t>
            </a:r>
            <a:r>
              <a:rPr b="1" lang="en-IN" sz="1800">
                <a:solidFill>
                  <a:schemeClr val="dk1"/>
                </a:solidFill>
                <a:latin typeface="Poppins"/>
                <a:ea typeface="Poppins"/>
                <a:cs typeface="Poppins"/>
                <a:sym typeface="Poppins"/>
              </a:rPr>
              <a:t>:</a:t>
            </a:r>
            <a:endParaRPr b="1" sz="1800">
              <a:latin typeface="Poppins"/>
              <a:ea typeface="Poppins"/>
              <a:cs typeface="Poppins"/>
              <a:sym typeface="Poppins"/>
            </a:endParaRPr>
          </a:p>
        </p:txBody>
      </p:sp>
      <p:sp>
        <p:nvSpPr>
          <p:cNvPr id="1661" name="Google Shape;1661;p4"/>
          <p:cNvSpPr txBox="1"/>
          <p:nvPr/>
        </p:nvSpPr>
        <p:spPr>
          <a:xfrm>
            <a:off x="544250" y="3429000"/>
            <a:ext cx="267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chemeClr val="accent1"/>
                </a:solidFill>
              </a:rPr>
              <a:t>&lt;/&gt;</a:t>
            </a:r>
            <a:r>
              <a:rPr lang="en-IN"/>
              <a:t> </a:t>
            </a:r>
            <a:r>
              <a:rPr b="1" lang="en-IN"/>
              <a:t>Initialize client:</a:t>
            </a:r>
            <a:endParaRPr b="1"/>
          </a:p>
        </p:txBody>
      </p:sp>
      <p:sp>
        <p:nvSpPr>
          <p:cNvPr id="1662" name="Google Shape;1662;p4"/>
          <p:cNvSpPr txBox="1"/>
          <p:nvPr/>
        </p:nvSpPr>
        <p:spPr>
          <a:xfrm>
            <a:off x="544250" y="5189975"/>
            <a:ext cx="11568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500">
                <a:latin typeface="Poppins"/>
                <a:ea typeface="Poppins"/>
                <a:cs typeface="Poppins"/>
                <a:sym typeface="Poppins"/>
              </a:rPr>
              <a:t>For security best practices, store your API key as an environment variable and access it with os.environ.get("OPENAI_API_KEY")</a:t>
            </a:r>
            <a:endParaRPr sz="1500">
              <a:latin typeface="Poppins"/>
              <a:ea typeface="Poppins"/>
              <a:cs typeface="Poppins"/>
              <a:sym typeface="Poppins"/>
            </a:endParaRPr>
          </a:p>
        </p:txBody>
      </p:sp>
      <p:pic>
        <p:nvPicPr>
          <p:cNvPr id="1663" name="Google Shape;1663;p4"/>
          <p:cNvPicPr preferRelativeResize="0"/>
          <p:nvPr/>
        </p:nvPicPr>
        <p:blipFill rotWithShape="1">
          <a:blip r:embed="rId3">
            <a:alphaModFix/>
          </a:blip>
          <a:srcRect b="0" l="0" r="0" t="0"/>
          <a:stretch/>
        </p:blipFill>
        <p:spPr>
          <a:xfrm>
            <a:off x="225370" y="5154299"/>
            <a:ext cx="431100" cy="43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5"/>
          <p:cNvSpPr/>
          <p:nvPr/>
        </p:nvSpPr>
        <p:spPr>
          <a:xfrm>
            <a:off x="6759775" y="1965444"/>
            <a:ext cx="5122515" cy="3574149"/>
          </a:xfrm>
          <a:prstGeom prst="rect">
            <a:avLst/>
          </a:prstGeom>
          <a:gradFill>
            <a:gsLst>
              <a:gs pos="0">
                <a:srgbClr val="FF3483"/>
              </a:gs>
              <a:gs pos="100000">
                <a:srgbClr val="FF7EB0"/>
              </a:gs>
            </a:gsLst>
            <a:lin ang="16200000" scaled="0"/>
          </a:gradFill>
          <a:ln cap="flat" cmpd="sng" w="9525">
            <a:solidFill>
              <a:srgbClr val="E6468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69" name="Google Shape;1669;p5"/>
          <p:cNvSpPr txBox="1"/>
          <p:nvPr/>
        </p:nvSpPr>
        <p:spPr>
          <a:xfrm>
            <a:off x="573478" y="1565325"/>
            <a:ext cx="3940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Poppins"/>
                <a:ea typeface="Poppins"/>
                <a:cs typeface="Poppins"/>
                <a:sym typeface="Poppins"/>
              </a:rPr>
              <a:t>Chat API Implementation</a:t>
            </a:r>
            <a:endParaRPr b="1">
              <a:latin typeface="Poppins"/>
              <a:ea typeface="Poppins"/>
              <a:cs typeface="Poppins"/>
              <a:sym typeface="Poppins"/>
            </a:endParaRPr>
          </a:p>
        </p:txBody>
      </p:sp>
      <p:sp>
        <p:nvSpPr>
          <p:cNvPr id="1670" name="Google Shape;1670;p5"/>
          <p:cNvSpPr txBox="1"/>
          <p:nvPr/>
        </p:nvSpPr>
        <p:spPr>
          <a:xfrm>
            <a:off x="8313384" y="1383858"/>
            <a:ext cx="211949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Key Features</a:t>
            </a:r>
            <a:endParaRPr/>
          </a:p>
        </p:txBody>
      </p:sp>
      <p:sp>
        <p:nvSpPr>
          <p:cNvPr id="1671" name="Google Shape;1671;p5"/>
          <p:cNvSpPr/>
          <p:nvPr/>
        </p:nvSpPr>
        <p:spPr>
          <a:xfrm>
            <a:off x="6759775" y="2123274"/>
            <a:ext cx="5122515" cy="34163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Noto Sans Symbols"/>
              <a:buChar char="❑"/>
            </a:pPr>
            <a:r>
              <a:rPr b="1" i="0" lang="en-IN" sz="1800" u="none" cap="none" strike="noStrike">
                <a:solidFill>
                  <a:srgbClr val="000000"/>
                </a:solidFill>
                <a:latin typeface="Arial"/>
                <a:ea typeface="Arial"/>
                <a:cs typeface="Arial"/>
                <a:sym typeface="Arial"/>
              </a:rPr>
              <a:t>Message-based format for natural conversation</a:t>
            </a:r>
            <a:endParaRPr/>
          </a:p>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 flow</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1" i="0" lang="en-IN" sz="1800" u="none" cap="none" strike="noStrike">
                <a:solidFill>
                  <a:srgbClr val="000000"/>
                </a:solidFill>
                <a:latin typeface="Arial"/>
                <a:ea typeface="Arial"/>
                <a:cs typeface="Arial"/>
                <a:sym typeface="Arial"/>
              </a:rPr>
              <a:t>Support for system, user, and assistant roles</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1" i="0" lang="en-IN" sz="1800" u="none" cap="none" strike="noStrike">
                <a:solidFill>
                  <a:srgbClr val="000000"/>
                </a:solidFill>
                <a:latin typeface="Arial"/>
                <a:ea typeface="Arial"/>
                <a:cs typeface="Arial"/>
                <a:sym typeface="Arial"/>
              </a:rPr>
              <a:t>Maintains context across multiple interactions</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1" i="0" lang="en-IN" sz="1800" u="none" cap="none" strike="noStrike">
                <a:solidFill>
                  <a:srgbClr val="000000"/>
                </a:solidFill>
                <a:latin typeface="Arial"/>
                <a:ea typeface="Arial"/>
                <a:cs typeface="Arial"/>
                <a:sym typeface="Arial"/>
              </a:rPr>
              <a:t>Ideal for multi‑turn dialogs and context‑ </a:t>
            </a:r>
            <a:endParaRPr/>
          </a:p>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 </a:t>
            </a:r>
            <a:r>
              <a:rPr b="1" lang="en-IN" sz="1800"/>
              <a:t>aware assistance</a:t>
            </a:r>
            <a:endParaRPr b="1" i="0" sz="1800" u="none" cap="none" strike="noStrike">
              <a:solidFill>
                <a:srgbClr val="000000"/>
              </a:solidFill>
              <a:latin typeface="Arial"/>
              <a:ea typeface="Arial"/>
              <a:cs typeface="Arial"/>
              <a:sym typeface="Arial"/>
            </a:endParaRPr>
          </a:p>
        </p:txBody>
      </p:sp>
      <p:sp>
        <p:nvSpPr>
          <p:cNvPr id="1672" name="Google Shape;1672;p5"/>
          <p:cNvSpPr txBox="1"/>
          <p:nvPr/>
        </p:nvSpPr>
        <p:spPr>
          <a:xfrm>
            <a:off x="821410" y="5732580"/>
            <a:ext cx="101874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IN" sz="1500" u="none" cap="none" strike="noStrike">
                <a:solidFill>
                  <a:srgbClr val="000000"/>
                </a:solidFill>
                <a:latin typeface="Poppins"/>
                <a:ea typeface="Poppins"/>
                <a:cs typeface="Poppins"/>
                <a:sym typeface="Poppins"/>
              </a:rPr>
              <a:t>For conversational applications, always save previous messages and include them in subsequent </a:t>
            </a:r>
            <a:endParaRPr i="0" sz="1500" u="none"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None/>
            </a:pPr>
            <a:r>
              <a:rPr i="0" lang="en-IN" sz="1500" u="none" cap="none" strike="noStrike">
                <a:solidFill>
                  <a:srgbClr val="000000"/>
                </a:solidFill>
                <a:latin typeface="Poppins"/>
                <a:ea typeface="Poppins"/>
                <a:cs typeface="Poppins"/>
                <a:sym typeface="Poppins"/>
              </a:rPr>
              <a:t>requests to maintain context throughout the interaction.</a:t>
            </a:r>
            <a:endParaRPr sz="1100">
              <a:latin typeface="Poppins"/>
              <a:ea typeface="Poppins"/>
              <a:cs typeface="Poppins"/>
              <a:sym typeface="Poppins"/>
            </a:endParaRPr>
          </a:p>
        </p:txBody>
      </p:sp>
      <p:pic>
        <p:nvPicPr>
          <p:cNvPr id="1673" name="Google Shape;1673;p5"/>
          <p:cNvPicPr preferRelativeResize="0"/>
          <p:nvPr/>
        </p:nvPicPr>
        <p:blipFill rotWithShape="1">
          <a:blip r:embed="rId3">
            <a:alphaModFix/>
          </a:blip>
          <a:srcRect b="0" l="0" r="0" t="0"/>
          <a:stretch/>
        </p:blipFill>
        <p:spPr>
          <a:xfrm>
            <a:off x="390295" y="5732574"/>
            <a:ext cx="431100" cy="431100"/>
          </a:xfrm>
          <a:prstGeom prst="rect">
            <a:avLst/>
          </a:prstGeom>
          <a:noFill/>
          <a:ln>
            <a:noFill/>
          </a:ln>
        </p:spPr>
      </p:pic>
      <p:sp>
        <p:nvSpPr>
          <p:cNvPr id="1674" name="Google Shape;1674;p5"/>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675" name="Google Shape;1675;p5"/>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OpenAI – </a:t>
            </a:r>
            <a:r>
              <a:rPr b="1" lang="en-IN" sz="3200">
                <a:solidFill>
                  <a:schemeClr val="accent1"/>
                </a:solidFill>
                <a:latin typeface="Poppins"/>
                <a:ea typeface="Poppins"/>
                <a:cs typeface="Poppins"/>
                <a:sym typeface="Poppins"/>
              </a:rPr>
              <a:t>Chat Completion </a:t>
            </a:r>
            <a:br>
              <a:rPr b="1" lang="en-IN" sz="3200">
                <a:solidFill>
                  <a:schemeClr val="accent1"/>
                </a:solidFill>
                <a:latin typeface="Poppins"/>
                <a:ea typeface="Poppins"/>
                <a:cs typeface="Poppins"/>
                <a:sym typeface="Poppins"/>
              </a:rPr>
            </a:br>
            <a:r>
              <a:rPr lang="en-IN" sz="2200">
                <a:solidFill>
                  <a:schemeClr val="accent1"/>
                </a:solidFill>
                <a:latin typeface="Poppins"/>
                <a:ea typeface="Poppins"/>
                <a:cs typeface="Poppins"/>
                <a:sym typeface="Poppins"/>
              </a:rPr>
              <a:t>with GPT‑4.1-mini</a:t>
            </a:r>
            <a:endParaRPr i="0" sz="2200" u="none" cap="none" strike="noStrike">
              <a:solidFill>
                <a:schemeClr val="accent1"/>
              </a:solidFill>
              <a:latin typeface="Poppins"/>
              <a:ea typeface="Poppins"/>
              <a:cs typeface="Poppins"/>
              <a:sym typeface="Poppins"/>
            </a:endParaRPr>
          </a:p>
        </p:txBody>
      </p:sp>
      <p:sp>
        <p:nvSpPr>
          <p:cNvPr id="1676" name="Google Shape;1676;p5"/>
          <p:cNvSpPr/>
          <p:nvPr/>
        </p:nvSpPr>
        <p:spPr>
          <a:xfrm>
            <a:off x="390300" y="2157550"/>
            <a:ext cx="5858400" cy="33027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i="0" lang="en-IN" sz="1600" u="none" cap="none" strike="noStrike">
                <a:solidFill>
                  <a:srgbClr val="0000FF"/>
                </a:solidFill>
                <a:latin typeface="Courier"/>
                <a:ea typeface="Courier"/>
                <a:cs typeface="Courier"/>
                <a:sym typeface="Courier"/>
              </a:rPr>
            </a:br>
            <a:r>
              <a:rPr b="1" lang="en-IN" sz="1600">
                <a:solidFill>
                  <a:srgbClr val="0000FF"/>
                </a:solidFill>
                <a:latin typeface="Courier"/>
                <a:ea typeface="Courier"/>
                <a:cs typeface="Courier"/>
                <a:sym typeface="Courier"/>
              </a:rPr>
              <a:t>completion = client.chat.completions.create(</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model="gpt-4.1-mini",</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messages=[</a:t>
            </a:r>
            <a:endParaRPr b="1" sz="1600">
              <a:solidFill>
                <a:srgbClr val="0000FF"/>
              </a:solidFill>
              <a:latin typeface="Courier"/>
              <a:ea typeface="Courier"/>
              <a:cs typeface="Courier"/>
              <a:sym typeface="Courier"/>
            </a:endParaRPr>
          </a:p>
          <a:p>
            <a:pPr indent="457200" lvl="0" marL="4572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457200" lvl="0" marL="9144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"role": "user",</a:t>
            </a:r>
            <a:endParaRPr b="1" sz="1600">
              <a:solidFill>
                <a:srgbClr val="0000FF"/>
              </a:solidFill>
              <a:latin typeface="Courier"/>
              <a:ea typeface="Courier"/>
              <a:cs typeface="Courier"/>
              <a:sym typeface="Courier"/>
            </a:endParaRPr>
          </a:p>
          <a:p>
            <a:pPr indent="457200" lvl="0" marL="9144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"content": "Write a one-sentence bedtime story about a unicorn."</a:t>
            </a:r>
            <a:endParaRPr b="1" sz="1600">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br>
              <a:rPr b="1" lang="en-IN" sz="1600">
                <a:solidFill>
                  <a:srgbClr val="0000FF"/>
                </a:solidFill>
                <a:latin typeface="Courier"/>
                <a:ea typeface="Courier"/>
                <a:cs typeface="Courier"/>
                <a:sym typeface="Courier"/>
              </a:rPr>
            </a:br>
            <a:r>
              <a:rPr b="1" lang="en-IN" sz="1600">
                <a:solidFill>
                  <a:srgbClr val="0000FF"/>
                </a:solidFill>
                <a:latin typeface="Courier"/>
                <a:ea typeface="Courier"/>
                <a:cs typeface="Courier"/>
                <a:sym typeface="Courier"/>
              </a:rPr>
              <a:t>print(completion.choices[0].message.content)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6"/>
          <p:cNvSpPr/>
          <p:nvPr/>
        </p:nvSpPr>
        <p:spPr>
          <a:xfrm>
            <a:off x="1141995" y="3917295"/>
            <a:ext cx="3192600" cy="1858200"/>
          </a:xfrm>
          <a:prstGeom prst="round2SameRect">
            <a:avLst>
              <a:gd fmla="val 16667" name="adj1"/>
              <a:gd fmla="val 0" name="adj2"/>
            </a:avLst>
          </a:prstGeom>
          <a:solidFill>
            <a:srgbClr val="FFC000">
              <a:alpha val="49803"/>
            </a:srgbClr>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2" name="Google Shape;1682;p6"/>
          <p:cNvSpPr/>
          <p:nvPr/>
        </p:nvSpPr>
        <p:spPr>
          <a:xfrm>
            <a:off x="4563216" y="3917295"/>
            <a:ext cx="3192600" cy="1858200"/>
          </a:xfrm>
          <a:prstGeom prst="round2SameRect">
            <a:avLst>
              <a:gd fmla="val 16667" name="adj1"/>
              <a:gd fmla="val 0" name="adj2"/>
            </a:avLst>
          </a:prstGeom>
          <a:solidFill>
            <a:srgbClr val="FFFF00">
              <a:alpha val="49803"/>
            </a:srgbClr>
          </a:solidFill>
          <a:ln cap="flat" cmpd="sng" w="254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3" name="Google Shape;1683;p6"/>
          <p:cNvSpPr/>
          <p:nvPr/>
        </p:nvSpPr>
        <p:spPr>
          <a:xfrm>
            <a:off x="7968673" y="3917295"/>
            <a:ext cx="3192600" cy="1858200"/>
          </a:xfrm>
          <a:prstGeom prst="round2SameRect">
            <a:avLst>
              <a:gd fmla="val 16667" name="adj1"/>
              <a:gd fmla="val 0" name="adj2"/>
            </a:avLst>
          </a:prstGeom>
          <a:solidFill>
            <a:srgbClr val="92D050">
              <a:alpha val="49803"/>
            </a:srgbClr>
          </a:soli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4" name="Google Shape;1684;p6"/>
          <p:cNvSpPr txBox="1"/>
          <p:nvPr/>
        </p:nvSpPr>
        <p:spPr>
          <a:xfrm>
            <a:off x="1470892" y="2105409"/>
            <a:ext cx="7547400" cy="13236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chemeClr val="accent1"/>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Streaming: stream=True to receive tokens as they generate</a:t>
            </a:r>
            <a:endParaRPr sz="1600">
              <a:latin typeface="Poppins Medium"/>
              <a:ea typeface="Poppins Medium"/>
              <a:cs typeface="Poppins Medium"/>
              <a:sym typeface="Poppins Medium"/>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chemeClr val="accent1"/>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Temperature / Top-p: govern randomness vs. determinism</a:t>
            </a:r>
            <a:endParaRPr sz="1600">
              <a:latin typeface="Poppins Medium"/>
              <a:ea typeface="Poppins Medium"/>
              <a:cs typeface="Poppins Medium"/>
              <a:sym typeface="Poppins Medium"/>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chemeClr val="accent1"/>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Stop sequences: end generation on specified tokens</a:t>
            </a:r>
            <a:endParaRPr i="0" sz="1600" u="none" cap="none" strike="noStrike">
              <a:solidFill>
                <a:srgbClr val="000000"/>
              </a:solidFill>
              <a:latin typeface="Poppins Medium"/>
              <a:ea typeface="Poppins Medium"/>
              <a:cs typeface="Poppins Medium"/>
              <a:sym typeface="Poppins Medium"/>
            </a:endParaRPr>
          </a:p>
        </p:txBody>
      </p:sp>
      <p:sp>
        <p:nvSpPr>
          <p:cNvPr id="1685" name="Google Shape;1685;p6"/>
          <p:cNvSpPr/>
          <p:nvPr/>
        </p:nvSpPr>
        <p:spPr>
          <a:xfrm>
            <a:off x="1172731" y="4434618"/>
            <a:ext cx="3306300" cy="9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Enable real-time text generation with partial responses, improving user</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experience for chat applications and</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reducing perceived latency.</a:t>
            </a:r>
            <a:endParaRPr b="0" i="0" sz="1400" u="none" cap="none" strike="noStrike">
              <a:solidFill>
                <a:srgbClr val="000000"/>
              </a:solidFill>
              <a:latin typeface="Arial"/>
              <a:ea typeface="Arial"/>
              <a:cs typeface="Arial"/>
              <a:sym typeface="Arial"/>
            </a:endParaRPr>
          </a:p>
        </p:txBody>
      </p:sp>
      <p:sp>
        <p:nvSpPr>
          <p:cNvPr id="1686" name="Google Shape;1686;p6"/>
          <p:cNvSpPr txBox="1"/>
          <p:nvPr/>
        </p:nvSpPr>
        <p:spPr>
          <a:xfrm>
            <a:off x="4618531" y="4434618"/>
            <a:ext cx="30204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Lower values (0.0-0.5) create more</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deterministic outputs. Higher values</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(0.7-1.0) produce more creative,</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diverse responses.</a:t>
            </a:r>
            <a:endParaRPr b="0" i="0" sz="1400" u="none" cap="none" strike="noStrike">
              <a:solidFill>
                <a:srgbClr val="000000"/>
              </a:solidFill>
              <a:latin typeface="Arial"/>
              <a:ea typeface="Arial"/>
              <a:cs typeface="Arial"/>
              <a:sym typeface="Arial"/>
            </a:endParaRPr>
          </a:p>
        </p:txBody>
      </p:sp>
      <p:sp>
        <p:nvSpPr>
          <p:cNvPr id="1687" name="Google Shape;1687;p6"/>
          <p:cNvSpPr txBox="1"/>
          <p:nvPr/>
        </p:nvSpPr>
        <p:spPr>
          <a:xfrm>
            <a:off x="8167612" y="4427323"/>
            <a:ext cx="29193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Configure maximum token length,</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presence/frequency penalties, and</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custom stop sequences to shape</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generation behavior.</a:t>
            </a:r>
            <a:endParaRPr b="0" i="0" sz="1400" u="none" cap="none" strike="noStrike">
              <a:solidFill>
                <a:srgbClr val="000000"/>
              </a:solidFill>
              <a:latin typeface="Arial"/>
              <a:ea typeface="Arial"/>
              <a:cs typeface="Arial"/>
              <a:sym typeface="Arial"/>
            </a:endParaRPr>
          </a:p>
        </p:txBody>
      </p:sp>
      <p:sp>
        <p:nvSpPr>
          <p:cNvPr id="1688" name="Google Shape;1688;p6"/>
          <p:cNvSpPr txBox="1"/>
          <p:nvPr/>
        </p:nvSpPr>
        <p:spPr>
          <a:xfrm>
            <a:off x="8685476" y="4059185"/>
            <a:ext cx="18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00000"/>
                </a:solidFill>
                <a:latin typeface="Arial"/>
                <a:ea typeface="Arial"/>
                <a:cs typeface="Arial"/>
                <a:sym typeface="Arial"/>
              </a:rPr>
              <a:t>Generation Control</a:t>
            </a:r>
            <a:endParaRPr/>
          </a:p>
        </p:txBody>
      </p:sp>
      <p:sp>
        <p:nvSpPr>
          <p:cNvPr id="1689" name="Google Shape;1689;p6"/>
          <p:cNvSpPr txBox="1"/>
          <p:nvPr/>
        </p:nvSpPr>
        <p:spPr>
          <a:xfrm>
            <a:off x="1664743" y="4050443"/>
            <a:ext cx="2064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00000"/>
                </a:solidFill>
                <a:latin typeface="Arial"/>
                <a:ea typeface="Arial"/>
                <a:cs typeface="Arial"/>
                <a:sym typeface="Arial"/>
              </a:rPr>
              <a:t>Streaming Responses</a:t>
            </a:r>
            <a:endParaRPr/>
          </a:p>
        </p:txBody>
      </p:sp>
      <p:sp>
        <p:nvSpPr>
          <p:cNvPr id="1690" name="Google Shape;1690;p6"/>
          <p:cNvSpPr txBox="1"/>
          <p:nvPr/>
        </p:nvSpPr>
        <p:spPr>
          <a:xfrm>
            <a:off x="5274706" y="4050069"/>
            <a:ext cx="1956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400" u="none" cap="none" strike="noStrike">
                <a:solidFill>
                  <a:srgbClr val="000000"/>
                </a:solidFill>
                <a:latin typeface="Arial"/>
                <a:ea typeface="Arial"/>
                <a:cs typeface="Arial"/>
                <a:sym typeface="Arial"/>
              </a:rPr>
              <a:t>Temperature Control</a:t>
            </a:r>
            <a:endParaRPr/>
          </a:p>
        </p:txBody>
      </p:sp>
      <p:sp>
        <p:nvSpPr>
          <p:cNvPr id="1691" name="Google Shape;1691;p6"/>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692" name="Google Shape;1692;p6"/>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OpenAI API – </a:t>
            </a:r>
            <a:br>
              <a:rPr b="1" lang="en-IN" sz="3200">
                <a:latin typeface="Poppins"/>
                <a:ea typeface="Poppins"/>
                <a:cs typeface="Poppins"/>
                <a:sym typeface="Poppins"/>
              </a:rPr>
            </a:br>
            <a:r>
              <a:rPr lang="en-IN" sz="2800">
                <a:solidFill>
                  <a:schemeClr val="accent1"/>
                </a:solidFill>
                <a:latin typeface="Poppins"/>
                <a:ea typeface="Poppins"/>
                <a:cs typeface="Poppins"/>
                <a:sym typeface="Poppins"/>
              </a:rPr>
              <a:t>Advanced Settings &amp; Streaming</a:t>
            </a:r>
            <a:endParaRPr i="0" sz="2800" u="none" cap="none" strike="noStrike">
              <a:solidFill>
                <a:schemeClr val="accent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g36468d4ee1f_3_1181"/>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698" name="Google Shape;1698;g36468d4ee1f_3_1181"/>
          <p:cNvSpPr/>
          <p:nvPr/>
        </p:nvSpPr>
        <p:spPr>
          <a:xfrm>
            <a:off x="544250" y="475800"/>
            <a:ext cx="6725700" cy="963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Anthropic Claude API</a:t>
            </a:r>
            <a:r>
              <a:rPr b="1" lang="en-IN" sz="3200">
                <a:latin typeface="Poppins"/>
                <a:ea typeface="Poppins"/>
                <a:cs typeface="Poppins"/>
                <a:sym typeface="Poppins"/>
              </a:rPr>
              <a:t> – </a:t>
            </a:r>
            <a:br>
              <a:rPr b="1" lang="en-IN" sz="3200">
                <a:latin typeface="Poppins"/>
                <a:ea typeface="Poppins"/>
                <a:cs typeface="Poppins"/>
                <a:sym typeface="Poppins"/>
              </a:rPr>
            </a:br>
            <a:r>
              <a:rPr lang="en-IN" sz="2200">
                <a:solidFill>
                  <a:schemeClr val="accent1"/>
                </a:solidFill>
                <a:latin typeface="Poppins"/>
                <a:ea typeface="Poppins"/>
                <a:cs typeface="Poppins"/>
                <a:sym typeface="Poppins"/>
              </a:rPr>
              <a:t>Getting Started</a:t>
            </a:r>
            <a:endParaRPr i="0" sz="2200" u="none" cap="none" strike="noStrike">
              <a:solidFill>
                <a:schemeClr val="accent1"/>
              </a:solidFill>
              <a:latin typeface="Poppins"/>
              <a:ea typeface="Poppins"/>
              <a:cs typeface="Poppins"/>
              <a:sym typeface="Poppins"/>
            </a:endParaRPr>
          </a:p>
        </p:txBody>
      </p:sp>
      <p:sp>
        <p:nvSpPr>
          <p:cNvPr id="1699" name="Google Shape;1699;g36468d4ee1f_3_1181"/>
          <p:cNvSpPr/>
          <p:nvPr/>
        </p:nvSpPr>
        <p:spPr>
          <a:xfrm>
            <a:off x="615463" y="2826425"/>
            <a:ext cx="7656000" cy="516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pip install anthropic</a:t>
            </a:r>
            <a:endParaRPr b="1" i="0" sz="1600" u="none" cap="none" strike="noStrike">
              <a:solidFill>
                <a:srgbClr val="0000FF"/>
              </a:solidFill>
              <a:latin typeface="Courier"/>
              <a:ea typeface="Courier"/>
              <a:cs typeface="Courier"/>
              <a:sym typeface="Courier"/>
            </a:endParaRPr>
          </a:p>
        </p:txBody>
      </p:sp>
      <p:sp>
        <p:nvSpPr>
          <p:cNvPr id="1700" name="Google Shape;1700;g36468d4ee1f_3_1181"/>
          <p:cNvSpPr txBox="1"/>
          <p:nvPr/>
        </p:nvSpPr>
        <p:spPr>
          <a:xfrm>
            <a:off x="544288" y="2322750"/>
            <a:ext cx="3000000" cy="461700"/>
          </a:xfrm>
          <a:prstGeom prst="rect">
            <a:avLst/>
          </a:prstGeom>
          <a:noFill/>
          <a:ln>
            <a:noFill/>
          </a:ln>
        </p:spPr>
        <p:txBody>
          <a:bodyPr anchorCtr="0" anchor="t" bIns="91425" lIns="91425" spcFirstLastPara="1" rIns="91425" wrap="square" tIns="91425">
            <a:spAutoFit/>
          </a:bodyPr>
          <a:lstStyle/>
          <a:p>
            <a:pPr indent="-304800" lvl="0" marL="342900" rtl="0" algn="l">
              <a:spcBef>
                <a:spcPts val="0"/>
              </a:spcBef>
              <a:spcAft>
                <a:spcPts val="0"/>
              </a:spcAft>
              <a:buClr>
                <a:schemeClr val="dk1"/>
              </a:buClr>
              <a:buSzPts val="1800"/>
              <a:buFont typeface="Poppins"/>
              <a:buChar char="▪"/>
            </a:pPr>
            <a:r>
              <a:rPr b="1" lang="en-IN" sz="1800">
                <a:solidFill>
                  <a:schemeClr val="dk1"/>
                </a:solidFill>
                <a:latin typeface="Poppins"/>
                <a:ea typeface="Poppins"/>
                <a:cs typeface="Poppins"/>
                <a:sym typeface="Poppins"/>
              </a:rPr>
              <a:t>Install SDK:</a:t>
            </a:r>
            <a:endParaRPr b="1" sz="1800">
              <a:latin typeface="Poppins"/>
              <a:ea typeface="Poppins"/>
              <a:cs typeface="Poppins"/>
              <a:sym typeface="Poppins"/>
            </a:endParaRPr>
          </a:p>
        </p:txBody>
      </p:sp>
      <p:sp>
        <p:nvSpPr>
          <p:cNvPr id="1701" name="Google Shape;1701;g36468d4ee1f_3_1181"/>
          <p:cNvSpPr/>
          <p:nvPr/>
        </p:nvSpPr>
        <p:spPr>
          <a:xfrm>
            <a:off x="602325" y="3957125"/>
            <a:ext cx="7584900" cy="6942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from anthropic import Anthropic</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client = Anthropic(api_key="YOUR_API_KEY")</a:t>
            </a:r>
            <a:endParaRPr b="1" sz="1600">
              <a:solidFill>
                <a:srgbClr val="0000FF"/>
              </a:solidFill>
              <a:latin typeface="Courier"/>
              <a:ea typeface="Courier"/>
              <a:cs typeface="Courier"/>
              <a:sym typeface="Courier"/>
            </a:endParaRPr>
          </a:p>
        </p:txBody>
      </p:sp>
      <p:sp>
        <p:nvSpPr>
          <p:cNvPr id="1702" name="Google Shape;1702;g36468d4ee1f_3_1181"/>
          <p:cNvSpPr txBox="1"/>
          <p:nvPr/>
        </p:nvSpPr>
        <p:spPr>
          <a:xfrm>
            <a:off x="531150" y="3547275"/>
            <a:ext cx="267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chemeClr val="accent1"/>
                </a:solidFill>
              </a:rPr>
              <a:t>&lt;/&gt;</a:t>
            </a:r>
            <a:r>
              <a:rPr lang="en-IN"/>
              <a:t> </a:t>
            </a:r>
            <a:r>
              <a:rPr b="1" lang="en-IN"/>
              <a:t>Initialize client:</a:t>
            </a:r>
            <a:endParaRPr b="1"/>
          </a:p>
        </p:txBody>
      </p:sp>
      <p:sp>
        <p:nvSpPr>
          <p:cNvPr id="1703" name="Google Shape;1703;g36468d4ee1f_3_1181"/>
          <p:cNvSpPr txBox="1"/>
          <p:nvPr/>
        </p:nvSpPr>
        <p:spPr>
          <a:xfrm>
            <a:off x="772850" y="5266175"/>
            <a:ext cx="10080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600">
                <a:latin typeface="Poppins"/>
                <a:ea typeface="Poppins"/>
                <a:cs typeface="Poppins"/>
                <a:sym typeface="Poppins"/>
              </a:rPr>
              <a:t>Claude Sonnet 4 offers enhanced reasoning abilities, longer context windows, and better factual accuracy compared to previous models.</a:t>
            </a:r>
            <a:endParaRPr sz="1600">
              <a:latin typeface="Poppins"/>
              <a:ea typeface="Poppins"/>
              <a:cs typeface="Poppins"/>
              <a:sym typeface="Poppins"/>
            </a:endParaRPr>
          </a:p>
        </p:txBody>
      </p:sp>
      <p:pic>
        <p:nvPicPr>
          <p:cNvPr id="1704" name="Google Shape;1704;g36468d4ee1f_3_1181"/>
          <p:cNvPicPr preferRelativeResize="0"/>
          <p:nvPr/>
        </p:nvPicPr>
        <p:blipFill rotWithShape="1">
          <a:blip r:embed="rId3">
            <a:alphaModFix/>
          </a:blip>
          <a:srcRect b="0" l="0" r="0" t="0"/>
          <a:stretch/>
        </p:blipFill>
        <p:spPr>
          <a:xfrm>
            <a:off x="453970" y="5230499"/>
            <a:ext cx="431100" cy="431100"/>
          </a:xfrm>
          <a:prstGeom prst="rect">
            <a:avLst/>
          </a:prstGeom>
          <a:noFill/>
          <a:ln>
            <a:noFill/>
          </a:ln>
        </p:spPr>
      </p:pic>
      <p:sp>
        <p:nvSpPr>
          <p:cNvPr id="1705" name="Google Shape;1705;g36468d4ee1f_3_1181"/>
          <p:cNvSpPr txBox="1"/>
          <p:nvPr/>
        </p:nvSpPr>
        <p:spPr>
          <a:xfrm>
            <a:off x="544300" y="1573125"/>
            <a:ext cx="796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600">
                <a:latin typeface="Poppins SemiBold"/>
                <a:ea typeface="Poppins SemiBold"/>
                <a:cs typeface="Poppins SemiBold"/>
                <a:sym typeface="Poppins SemiBold"/>
              </a:rPr>
              <a:t>Claude Sonnet 4: latest high‐capacity model from Anthropic</a:t>
            </a:r>
            <a:endParaRPr sz="1600">
              <a:latin typeface="Poppins SemiBold"/>
              <a:ea typeface="Poppins SemiBold"/>
              <a:cs typeface="Poppins SemiBold"/>
              <a:sym typeface="Poppi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g36468d4ee1f_3_1196"/>
          <p:cNvSpPr txBox="1"/>
          <p:nvPr/>
        </p:nvSpPr>
        <p:spPr>
          <a:xfrm>
            <a:off x="573478" y="1870125"/>
            <a:ext cx="3940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sz="2000">
                <a:solidFill>
                  <a:schemeClr val="accent1"/>
                </a:solidFill>
                <a:latin typeface="Poppins"/>
                <a:ea typeface="Poppins"/>
                <a:cs typeface="Poppins"/>
                <a:sym typeface="Poppins"/>
              </a:rPr>
              <a:t>&lt;/&gt;</a:t>
            </a:r>
            <a:r>
              <a:rPr b="1" lang="en-IN" sz="2000">
                <a:latin typeface="Poppins"/>
                <a:ea typeface="Poppins"/>
                <a:cs typeface="Poppins"/>
                <a:sym typeface="Poppins"/>
              </a:rPr>
              <a:t> Messages API Example:</a:t>
            </a:r>
            <a:endParaRPr b="1">
              <a:latin typeface="Poppins"/>
              <a:ea typeface="Poppins"/>
              <a:cs typeface="Poppins"/>
              <a:sym typeface="Poppins"/>
            </a:endParaRPr>
          </a:p>
        </p:txBody>
      </p:sp>
      <p:sp>
        <p:nvSpPr>
          <p:cNvPr id="1711" name="Google Shape;1711;g36468d4ee1f_3_1196"/>
          <p:cNvSpPr txBox="1"/>
          <p:nvPr/>
        </p:nvSpPr>
        <p:spPr>
          <a:xfrm>
            <a:off x="860835" y="5505880"/>
            <a:ext cx="10187400" cy="78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sz="1500">
                <a:latin typeface="Poppins"/>
                <a:ea typeface="Poppins"/>
                <a:cs typeface="Poppins"/>
                <a:sym typeface="Poppins"/>
              </a:rPr>
              <a:t>Leverage Sonnet 4's advanced reasoning and style flexibility</a:t>
            </a:r>
            <a:r>
              <a:rPr lang="en-IN" sz="1500">
                <a:latin typeface="Poppins"/>
                <a:ea typeface="Poppins"/>
                <a:cs typeface="Poppins"/>
                <a:sym typeface="Poppins"/>
              </a:rPr>
              <a:t> </a:t>
            </a:r>
            <a:br>
              <a:rPr lang="en-IN" sz="1500">
                <a:latin typeface="Poppins"/>
                <a:ea typeface="Poppins"/>
                <a:cs typeface="Poppins"/>
                <a:sym typeface="Poppins"/>
              </a:rPr>
            </a:br>
            <a:r>
              <a:rPr lang="en-IN" sz="1500">
                <a:latin typeface="Poppins"/>
                <a:ea typeface="Poppins"/>
                <a:cs typeface="Poppins"/>
                <a:sym typeface="Poppins"/>
              </a:rPr>
              <a:t>Claude Sonnet 4 excels at complex reasoning tasks, nuanced writing styles, and contextual understanding.</a:t>
            </a:r>
            <a:endParaRPr sz="1100">
              <a:latin typeface="Poppins"/>
              <a:ea typeface="Poppins"/>
              <a:cs typeface="Poppins"/>
              <a:sym typeface="Poppins"/>
            </a:endParaRPr>
          </a:p>
        </p:txBody>
      </p:sp>
      <p:pic>
        <p:nvPicPr>
          <p:cNvPr id="1712" name="Google Shape;1712;g36468d4ee1f_3_1196"/>
          <p:cNvPicPr preferRelativeResize="0"/>
          <p:nvPr/>
        </p:nvPicPr>
        <p:blipFill rotWithShape="1">
          <a:blip r:embed="rId3">
            <a:alphaModFix/>
          </a:blip>
          <a:srcRect b="0" l="0" r="0" t="0"/>
          <a:stretch/>
        </p:blipFill>
        <p:spPr>
          <a:xfrm>
            <a:off x="390295" y="5732574"/>
            <a:ext cx="431100" cy="431100"/>
          </a:xfrm>
          <a:prstGeom prst="rect">
            <a:avLst/>
          </a:prstGeom>
          <a:noFill/>
          <a:ln>
            <a:noFill/>
          </a:ln>
        </p:spPr>
      </p:pic>
      <p:sp>
        <p:nvSpPr>
          <p:cNvPr id="1713" name="Google Shape;1713;g36468d4ee1f_3_1196"/>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14" name="Google Shape;1714;g36468d4ee1f_3_1196"/>
          <p:cNvSpPr/>
          <p:nvPr/>
        </p:nvSpPr>
        <p:spPr>
          <a:xfrm>
            <a:off x="544250" y="475800"/>
            <a:ext cx="74490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Anthropic</a:t>
            </a:r>
            <a:r>
              <a:rPr b="1" lang="en-IN" sz="3200">
                <a:latin typeface="Poppins"/>
                <a:ea typeface="Poppins"/>
                <a:cs typeface="Poppins"/>
                <a:sym typeface="Poppins"/>
              </a:rPr>
              <a:t>– </a:t>
            </a:r>
            <a:r>
              <a:rPr b="1" lang="en-IN" sz="3200">
                <a:solidFill>
                  <a:schemeClr val="accent1"/>
                </a:solidFill>
                <a:latin typeface="Poppins"/>
                <a:ea typeface="Poppins"/>
                <a:cs typeface="Poppins"/>
                <a:sym typeface="Poppins"/>
              </a:rPr>
              <a:t>Basic Claude Sonnet 4</a:t>
            </a:r>
            <a:br>
              <a:rPr b="1" lang="en-IN" sz="3200">
                <a:solidFill>
                  <a:schemeClr val="accent1"/>
                </a:solidFill>
                <a:latin typeface="Poppins"/>
                <a:ea typeface="Poppins"/>
                <a:cs typeface="Poppins"/>
                <a:sym typeface="Poppins"/>
              </a:rPr>
            </a:br>
            <a:r>
              <a:rPr lang="en-IN" sz="2200">
                <a:solidFill>
                  <a:schemeClr val="accent1"/>
                </a:solidFill>
                <a:latin typeface="Poppins"/>
                <a:ea typeface="Poppins"/>
                <a:cs typeface="Poppins"/>
                <a:sym typeface="Poppins"/>
              </a:rPr>
              <a:t>Example</a:t>
            </a:r>
            <a:endParaRPr i="0" sz="2200" u="none" cap="none" strike="noStrike">
              <a:solidFill>
                <a:schemeClr val="accent1"/>
              </a:solidFill>
              <a:latin typeface="Poppins"/>
              <a:ea typeface="Poppins"/>
              <a:cs typeface="Poppins"/>
              <a:sym typeface="Poppins"/>
            </a:endParaRPr>
          </a:p>
        </p:txBody>
      </p:sp>
      <p:sp>
        <p:nvSpPr>
          <p:cNvPr id="1715" name="Google Shape;1715;g36468d4ee1f_3_1196"/>
          <p:cNvSpPr/>
          <p:nvPr/>
        </p:nvSpPr>
        <p:spPr>
          <a:xfrm>
            <a:off x="618900" y="2429900"/>
            <a:ext cx="7877100" cy="25869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i="0" lang="en-IN" sz="1600" u="none" cap="none" strike="noStrike">
                <a:solidFill>
                  <a:srgbClr val="0000FF"/>
                </a:solidFill>
                <a:latin typeface="Courier"/>
                <a:ea typeface="Courier"/>
                <a:cs typeface="Courier"/>
                <a:sym typeface="Courier"/>
              </a:rPr>
            </a:br>
            <a:r>
              <a:rPr b="1" lang="en-IN" sz="1600">
                <a:solidFill>
                  <a:srgbClr val="0000FF"/>
                </a:solidFill>
                <a:latin typeface="Courier"/>
                <a:ea typeface="Courier"/>
                <a:cs typeface="Courier"/>
                <a:sym typeface="Courier"/>
              </a:rPr>
              <a:t>message = client.messages.create(</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model="claude-sonnet-4-20250514",</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max_tokens=1024,</a:t>
            </a:r>
            <a:endParaRPr b="1" sz="1600">
              <a:solidFill>
                <a:srgbClr val="0000FF"/>
              </a:solidFill>
              <a:latin typeface="Courier"/>
              <a:ea typeface="Courier"/>
              <a:cs typeface="Courier"/>
              <a:sym typeface="Courier"/>
            </a:endParaRPr>
          </a:p>
          <a:p>
            <a:pPr indent="45720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messages=[</a:t>
            </a:r>
            <a:endParaRPr b="1" sz="1600">
              <a:solidFill>
                <a:srgbClr val="0000FF"/>
              </a:solidFill>
              <a:latin typeface="Courier"/>
              <a:ea typeface="Courier"/>
              <a:cs typeface="Courier"/>
              <a:sym typeface="Courier"/>
            </a:endParaRPr>
          </a:p>
          <a:p>
            <a:pPr indent="457200" lvl="0" marL="4572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{"role": "user", "content": "Hello, Claude"}</a:t>
            </a:r>
            <a:endParaRPr b="1" sz="16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br>
              <a:rPr b="1" lang="en-IN" sz="1600">
                <a:solidFill>
                  <a:srgbClr val="0000FF"/>
                </a:solidFill>
                <a:latin typeface="Courier"/>
                <a:ea typeface="Courier"/>
                <a:cs typeface="Courier"/>
                <a:sym typeface="Courier"/>
              </a:rPr>
            </a:b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print(message.content)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9"/>
          <p:cNvSpPr/>
          <p:nvPr/>
        </p:nvSpPr>
        <p:spPr>
          <a:xfrm>
            <a:off x="4545649" y="3849787"/>
            <a:ext cx="3162900" cy="1314600"/>
          </a:xfrm>
          <a:prstGeom prst="roundRect">
            <a:avLst>
              <a:gd fmla="val 16667" name="adj"/>
            </a:avLst>
          </a:prstGeom>
          <a:gradFill>
            <a:gsLst>
              <a:gs pos="0">
                <a:srgbClr val="1ED6FF"/>
              </a:gs>
              <a:gs pos="100000">
                <a:srgbClr val="6DFCFF"/>
              </a:gs>
            </a:gsLst>
            <a:lin ang="16200000" scaled="0"/>
          </a:gradFill>
          <a:ln cap="flat" cmpd="sng" w="9525">
            <a:solidFill>
              <a:srgbClr val="34C6F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21" name="Google Shape;1721;p9"/>
          <p:cNvSpPr/>
          <p:nvPr/>
        </p:nvSpPr>
        <p:spPr>
          <a:xfrm>
            <a:off x="8088949" y="3894477"/>
            <a:ext cx="3162900" cy="1314600"/>
          </a:xfrm>
          <a:prstGeom prst="roundRect">
            <a:avLst>
              <a:gd fmla="val 16667" name="adj"/>
            </a:avLst>
          </a:prstGeom>
          <a:gradFill>
            <a:gsLst>
              <a:gs pos="0">
                <a:srgbClr val="1ED6FF"/>
              </a:gs>
              <a:gs pos="100000">
                <a:srgbClr val="6DFCFF"/>
              </a:gs>
            </a:gsLst>
            <a:lin ang="16200000" scaled="0"/>
          </a:gradFill>
          <a:ln cap="flat" cmpd="sng" w="9525">
            <a:solidFill>
              <a:srgbClr val="34C6F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22" name="Google Shape;1722;p9"/>
          <p:cNvSpPr/>
          <p:nvPr/>
        </p:nvSpPr>
        <p:spPr>
          <a:xfrm>
            <a:off x="1019429" y="3894477"/>
            <a:ext cx="3162900" cy="1314600"/>
          </a:xfrm>
          <a:prstGeom prst="roundRect">
            <a:avLst>
              <a:gd fmla="val 16667" name="adj"/>
            </a:avLst>
          </a:prstGeom>
          <a:gradFill>
            <a:gsLst>
              <a:gs pos="0">
                <a:srgbClr val="1ED6FF"/>
              </a:gs>
              <a:gs pos="100000">
                <a:srgbClr val="6DFCFF"/>
              </a:gs>
            </a:gsLst>
            <a:lin ang="16200000" scaled="0"/>
          </a:gradFill>
          <a:ln cap="flat" cmpd="sng" w="9525">
            <a:solidFill>
              <a:srgbClr val="34C6F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23" name="Google Shape;1723;p9"/>
          <p:cNvSpPr txBox="1"/>
          <p:nvPr/>
        </p:nvSpPr>
        <p:spPr>
          <a:xfrm>
            <a:off x="1450451" y="1795650"/>
            <a:ext cx="7715700" cy="13236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0000"/>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Function calling: let Claude invoke custom Python tools</a:t>
            </a:r>
            <a:endParaRPr sz="1600">
              <a:latin typeface="Poppins Medium"/>
              <a:ea typeface="Poppins Medium"/>
              <a:cs typeface="Poppins Medium"/>
              <a:sym typeface="Poppins Medium"/>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rgbClr val="000000"/>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Safety filters: integrated content moderation</a:t>
            </a:r>
            <a:endParaRPr sz="1600">
              <a:latin typeface="Poppins Medium"/>
              <a:ea typeface="Poppins Medium"/>
              <a:cs typeface="Poppins Medium"/>
              <a:sym typeface="Poppins Medium"/>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rgbClr val="000000"/>
              </a:buClr>
              <a:buSzPts val="1600"/>
              <a:buFont typeface="Poppins Medium"/>
              <a:buChar char="✔"/>
            </a:pPr>
            <a:r>
              <a:rPr i="0" lang="en-IN" sz="1600" u="none" cap="none" strike="noStrike">
                <a:solidFill>
                  <a:srgbClr val="000000"/>
                </a:solidFill>
                <a:latin typeface="Poppins Medium"/>
                <a:ea typeface="Poppins Medium"/>
                <a:cs typeface="Poppins Medium"/>
                <a:sym typeface="Poppins Medium"/>
              </a:rPr>
              <a:t>Temperature &amp; Top_k: adjust creativity levels</a:t>
            </a:r>
            <a:endParaRPr i="0" sz="1600" u="none" cap="none" strike="noStrike">
              <a:solidFill>
                <a:srgbClr val="000000"/>
              </a:solidFill>
              <a:latin typeface="Poppins Medium"/>
              <a:ea typeface="Poppins Medium"/>
              <a:cs typeface="Poppins Medium"/>
              <a:sym typeface="Poppins Medium"/>
            </a:endParaRPr>
          </a:p>
        </p:txBody>
      </p:sp>
      <p:sp>
        <p:nvSpPr>
          <p:cNvPr id="1724" name="Google Shape;1724;p9"/>
          <p:cNvSpPr txBox="1"/>
          <p:nvPr/>
        </p:nvSpPr>
        <p:spPr>
          <a:xfrm>
            <a:off x="1192850" y="3941775"/>
            <a:ext cx="31629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Function Calling</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Tool use &amp; API integration</a:t>
            </a:r>
            <a:endParaRPr b="0" i="0" sz="2000" u="none" cap="none" strike="noStrike">
              <a:solidFill>
                <a:srgbClr val="000000"/>
              </a:solidFill>
              <a:latin typeface="Arial"/>
              <a:ea typeface="Arial"/>
              <a:cs typeface="Arial"/>
              <a:sym typeface="Arial"/>
            </a:endParaRPr>
          </a:p>
        </p:txBody>
      </p:sp>
      <p:sp>
        <p:nvSpPr>
          <p:cNvPr id="1725" name="Google Shape;1725;p9"/>
          <p:cNvSpPr txBox="1"/>
          <p:nvPr/>
        </p:nvSpPr>
        <p:spPr>
          <a:xfrm>
            <a:off x="4545649" y="3960825"/>
            <a:ext cx="32607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Content Filters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Harmful content prevention</a:t>
            </a:r>
            <a:endParaRPr b="0" i="0" sz="2000" u="none" cap="none" strike="noStrike">
              <a:solidFill>
                <a:srgbClr val="000000"/>
              </a:solidFill>
              <a:latin typeface="Arial"/>
              <a:ea typeface="Arial"/>
              <a:cs typeface="Arial"/>
              <a:sym typeface="Arial"/>
            </a:endParaRPr>
          </a:p>
        </p:txBody>
      </p:sp>
      <p:sp>
        <p:nvSpPr>
          <p:cNvPr id="1726" name="Google Shape;1726;p9"/>
          <p:cNvSpPr txBox="1"/>
          <p:nvPr/>
        </p:nvSpPr>
        <p:spPr>
          <a:xfrm>
            <a:off x="8088949" y="4015802"/>
            <a:ext cx="28056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Parameter Tuning</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Control output diversity</a:t>
            </a:r>
            <a:endParaRPr b="0" i="0" sz="2000" u="none" cap="none" strike="noStrike">
              <a:solidFill>
                <a:srgbClr val="000000"/>
              </a:solidFill>
              <a:latin typeface="Arial"/>
              <a:ea typeface="Arial"/>
              <a:cs typeface="Arial"/>
              <a:sym typeface="Arial"/>
            </a:endParaRPr>
          </a:p>
        </p:txBody>
      </p:sp>
      <p:sp>
        <p:nvSpPr>
          <p:cNvPr id="1727" name="Google Shape;1727;p9"/>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28" name="Google Shape;1728;p9"/>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Anthropic</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Tools &amp; Fine‑Tuning</a:t>
            </a:r>
            <a:endParaRPr b="1" sz="3200">
              <a:solidFill>
                <a:schemeClr val="accent1"/>
              </a:solidFill>
              <a:latin typeface="Poppins"/>
              <a:ea typeface="Poppins"/>
              <a:cs typeface="Poppins"/>
              <a:sym typeface="Poppins"/>
            </a:endParaRPr>
          </a:p>
          <a:p>
            <a:pPr indent="0" lvl="0" marL="0" marR="0" rtl="0" algn="l">
              <a:lnSpc>
                <a:spcPct val="126190"/>
              </a:lnSpc>
              <a:spcBef>
                <a:spcPts val="0"/>
              </a:spcBef>
              <a:spcAft>
                <a:spcPts val="0"/>
              </a:spcAft>
              <a:buClr>
                <a:srgbClr val="000000"/>
              </a:buClr>
              <a:buSzPts val="3200"/>
              <a:buFont typeface="Arial"/>
              <a:buNone/>
            </a:pPr>
            <a:r>
              <a:t/>
            </a:r>
            <a:endParaRPr b="1" sz="3200">
              <a:solidFill>
                <a:schemeClr val="accent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g36468d4ee1f_3_1211"/>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34" name="Google Shape;1734;g36468d4ee1f_3_1211"/>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Gemini API</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Getting Started</a:t>
            </a:r>
            <a:endParaRPr b="1" i="0" sz="3200" u="none" cap="none" strike="noStrike">
              <a:solidFill>
                <a:schemeClr val="accent1"/>
              </a:solidFill>
              <a:latin typeface="Poppins"/>
              <a:ea typeface="Poppins"/>
              <a:cs typeface="Poppins"/>
              <a:sym typeface="Poppins"/>
            </a:endParaRPr>
          </a:p>
        </p:txBody>
      </p:sp>
      <p:sp>
        <p:nvSpPr>
          <p:cNvPr id="1735" name="Google Shape;1735;g36468d4ee1f_3_1211"/>
          <p:cNvSpPr/>
          <p:nvPr/>
        </p:nvSpPr>
        <p:spPr>
          <a:xfrm>
            <a:off x="678750" y="4349898"/>
            <a:ext cx="3192600" cy="1079100"/>
          </a:xfrm>
          <a:prstGeom prst="round2SameRect">
            <a:avLst>
              <a:gd fmla="val 16667" name="adj1"/>
              <a:gd fmla="val 0" name="adj2"/>
            </a:avLst>
          </a:prstGeom>
          <a:solidFill>
            <a:srgbClr val="D0E0E3"/>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6" name="Google Shape;1736;g36468d4ee1f_3_1211"/>
          <p:cNvSpPr txBox="1"/>
          <p:nvPr/>
        </p:nvSpPr>
        <p:spPr>
          <a:xfrm>
            <a:off x="1441342" y="1440546"/>
            <a:ext cx="7547400" cy="23088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chemeClr val="accent1"/>
              </a:buClr>
              <a:buSzPts val="1600"/>
              <a:buFont typeface="Poppins"/>
              <a:buChar char="❖"/>
            </a:pPr>
            <a:r>
              <a:rPr b="1" lang="en-IN" sz="1600">
                <a:latin typeface="Poppins"/>
                <a:ea typeface="Poppins"/>
                <a:cs typeface="Poppins"/>
                <a:sym typeface="Poppins"/>
              </a:rPr>
              <a:t>Overview:</a:t>
            </a:r>
            <a:r>
              <a:rPr lang="en-IN" sz="1600">
                <a:latin typeface="Poppins"/>
                <a:ea typeface="Poppins"/>
                <a:cs typeface="Poppins"/>
                <a:sym typeface="Poppins"/>
              </a:rPr>
              <a:t> </a:t>
            </a:r>
            <a:br>
              <a:rPr lang="en-IN" sz="1600">
                <a:latin typeface="Poppins"/>
                <a:ea typeface="Poppins"/>
                <a:cs typeface="Poppins"/>
                <a:sym typeface="Poppins"/>
              </a:rPr>
            </a:br>
            <a:r>
              <a:rPr lang="en-IN" sz="1600">
                <a:latin typeface="Poppins"/>
                <a:ea typeface="Poppins"/>
                <a:cs typeface="Poppins"/>
                <a:sym typeface="Poppins"/>
              </a:rPr>
              <a:t>Google Gemini is a powerful, multimodal large language model API</a:t>
            </a:r>
            <a:endParaRPr sz="1600">
              <a:latin typeface="Poppins"/>
              <a:ea typeface="Poppins"/>
              <a:cs typeface="Poppins"/>
              <a:sym typeface="Poppins"/>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a:ea typeface="Poppins"/>
              <a:cs typeface="Poppins"/>
              <a:sym typeface="Poppins"/>
            </a:endParaRPr>
          </a:p>
          <a:p>
            <a:pPr indent="-317500" lvl="0" marL="342900" marR="0" rtl="0" algn="l">
              <a:lnSpc>
                <a:spcPct val="100000"/>
              </a:lnSpc>
              <a:spcBef>
                <a:spcPts val="0"/>
              </a:spcBef>
              <a:spcAft>
                <a:spcPts val="0"/>
              </a:spcAft>
              <a:buClr>
                <a:schemeClr val="accent1"/>
              </a:buClr>
              <a:buSzPts val="1600"/>
              <a:buFont typeface="Poppins"/>
              <a:buChar char="❖"/>
            </a:pPr>
            <a:r>
              <a:rPr b="1" lang="en-IN" sz="1600">
                <a:latin typeface="Poppins"/>
                <a:ea typeface="Poppins"/>
                <a:cs typeface="Poppins"/>
                <a:sym typeface="Poppins"/>
              </a:rPr>
              <a:t>Key Features:</a:t>
            </a:r>
            <a:r>
              <a:rPr lang="en-IN" sz="1600">
                <a:latin typeface="Poppins"/>
                <a:ea typeface="Poppins"/>
                <a:cs typeface="Poppins"/>
                <a:sym typeface="Poppins"/>
              </a:rPr>
              <a:t> </a:t>
            </a:r>
            <a:br>
              <a:rPr lang="en-IN" sz="1600">
                <a:latin typeface="Poppins"/>
                <a:ea typeface="Poppins"/>
                <a:cs typeface="Poppins"/>
                <a:sym typeface="Poppins"/>
              </a:rPr>
            </a:br>
            <a:r>
              <a:rPr lang="en-IN" sz="1600">
                <a:latin typeface="Poppins"/>
                <a:ea typeface="Poppins"/>
                <a:cs typeface="Poppins"/>
                <a:sym typeface="Poppins"/>
              </a:rPr>
              <a:t>Multimodal (text, code, vision, audio), hosted on Google AI Studio, multiple model sizes</a:t>
            </a:r>
            <a:endParaRPr sz="1600">
              <a:latin typeface="Poppins"/>
              <a:ea typeface="Poppins"/>
              <a:cs typeface="Poppins"/>
              <a:sym typeface="Poppins"/>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a:ea typeface="Poppins"/>
              <a:cs typeface="Poppins"/>
              <a:sym typeface="Poppins"/>
            </a:endParaRPr>
          </a:p>
          <a:p>
            <a:pPr indent="-317500" lvl="0" marL="342900" marR="0" rtl="0" algn="l">
              <a:lnSpc>
                <a:spcPct val="100000"/>
              </a:lnSpc>
              <a:spcBef>
                <a:spcPts val="0"/>
              </a:spcBef>
              <a:spcAft>
                <a:spcPts val="0"/>
              </a:spcAft>
              <a:buClr>
                <a:schemeClr val="accent1"/>
              </a:buClr>
              <a:buSzPts val="1600"/>
              <a:buFont typeface="Poppins"/>
              <a:buChar char="❖"/>
            </a:pPr>
            <a:r>
              <a:rPr b="1" lang="en-IN" sz="1600">
                <a:latin typeface="Poppins"/>
                <a:ea typeface="Poppins"/>
                <a:cs typeface="Poppins"/>
                <a:sym typeface="Poppins"/>
              </a:rPr>
              <a:t>Getting Started: </a:t>
            </a:r>
            <a:br>
              <a:rPr b="1" lang="en-IN" sz="1600">
                <a:latin typeface="Poppins"/>
                <a:ea typeface="Poppins"/>
                <a:cs typeface="Poppins"/>
                <a:sym typeface="Poppins"/>
              </a:rPr>
            </a:br>
            <a:r>
              <a:rPr lang="en-IN" sz="1600">
                <a:latin typeface="Poppins"/>
                <a:ea typeface="Poppins"/>
                <a:cs typeface="Poppins"/>
                <a:sym typeface="Poppins"/>
              </a:rPr>
              <a:t>Requires Google Account, Gemini API enabled</a:t>
            </a:r>
            <a:endParaRPr i="0" sz="1600" u="none" cap="none" strike="noStrike">
              <a:solidFill>
                <a:srgbClr val="000000"/>
              </a:solidFill>
              <a:latin typeface="Poppins"/>
              <a:ea typeface="Poppins"/>
              <a:cs typeface="Poppins"/>
              <a:sym typeface="Poppins"/>
            </a:endParaRPr>
          </a:p>
        </p:txBody>
      </p:sp>
      <p:sp>
        <p:nvSpPr>
          <p:cNvPr id="1737" name="Google Shape;1737;g36468d4ee1f_3_1211"/>
          <p:cNvSpPr txBox="1"/>
          <p:nvPr/>
        </p:nvSpPr>
        <p:spPr>
          <a:xfrm>
            <a:off x="768900" y="4606100"/>
            <a:ext cx="2919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600"/>
              <a:t>Gemini Pro</a:t>
            </a:r>
            <a:endParaRPr b="1" sz="1600"/>
          </a:p>
          <a:p>
            <a:pPr indent="0" lvl="0" marL="0" rtl="0" algn="ctr">
              <a:spcBef>
                <a:spcPts val="0"/>
              </a:spcBef>
              <a:spcAft>
                <a:spcPts val="0"/>
              </a:spcAft>
              <a:buClr>
                <a:schemeClr val="dk1"/>
              </a:buClr>
              <a:buFont typeface="Arial"/>
              <a:buNone/>
            </a:pPr>
            <a:r>
              <a:rPr lang="en-IN" sz="1600">
                <a:solidFill>
                  <a:schemeClr val="dk1"/>
                </a:solidFill>
              </a:rPr>
              <a:t>General purpose text &amp; code</a:t>
            </a:r>
            <a:endParaRPr b="1" sz="1600"/>
          </a:p>
        </p:txBody>
      </p:sp>
      <p:sp>
        <p:nvSpPr>
          <p:cNvPr id="1738" name="Google Shape;1738;g36468d4ee1f_3_1211"/>
          <p:cNvSpPr/>
          <p:nvPr/>
        </p:nvSpPr>
        <p:spPr>
          <a:xfrm>
            <a:off x="4601125" y="4349898"/>
            <a:ext cx="3192600" cy="1079100"/>
          </a:xfrm>
          <a:prstGeom prst="round2SameRect">
            <a:avLst>
              <a:gd fmla="val 16667" name="adj1"/>
              <a:gd fmla="val 0" name="adj2"/>
            </a:avLst>
          </a:prstGeom>
          <a:solidFill>
            <a:srgbClr val="FCE5CD"/>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39" name="Google Shape;1739;g36468d4ee1f_3_1211"/>
          <p:cNvSpPr txBox="1"/>
          <p:nvPr/>
        </p:nvSpPr>
        <p:spPr>
          <a:xfrm>
            <a:off x="4737775" y="4606100"/>
            <a:ext cx="2919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600"/>
              <a:t>Gemini Pro</a:t>
            </a:r>
            <a:endParaRPr b="1" sz="1600"/>
          </a:p>
          <a:p>
            <a:pPr indent="0" lvl="0" marL="0" rtl="0" algn="ctr">
              <a:spcBef>
                <a:spcPts val="0"/>
              </a:spcBef>
              <a:spcAft>
                <a:spcPts val="0"/>
              </a:spcAft>
              <a:buNone/>
            </a:pPr>
            <a:r>
              <a:rPr lang="en-IN" sz="1600">
                <a:solidFill>
                  <a:schemeClr val="dk1"/>
                </a:solidFill>
              </a:rPr>
              <a:t>General purpose text &amp; code</a:t>
            </a:r>
            <a:endParaRPr b="1" sz="1600"/>
          </a:p>
        </p:txBody>
      </p:sp>
      <p:sp>
        <p:nvSpPr>
          <p:cNvPr id="1740" name="Google Shape;1740;g36468d4ee1f_3_1211"/>
          <p:cNvSpPr/>
          <p:nvPr/>
        </p:nvSpPr>
        <p:spPr>
          <a:xfrm>
            <a:off x="8381400" y="4349898"/>
            <a:ext cx="3192600" cy="1079100"/>
          </a:xfrm>
          <a:prstGeom prst="round2SameRect">
            <a:avLst>
              <a:gd fmla="val 16667" name="adj1"/>
              <a:gd fmla="val 0" name="adj2"/>
            </a:avLst>
          </a:prstGeom>
          <a:solidFill>
            <a:srgbClr val="D5A6BD"/>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1" name="Google Shape;1741;g36468d4ee1f_3_1211"/>
          <p:cNvSpPr txBox="1"/>
          <p:nvPr/>
        </p:nvSpPr>
        <p:spPr>
          <a:xfrm>
            <a:off x="8471550" y="4606100"/>
            <a:ext cx="2919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600"/>
              <a:t>Gemini Pro</a:t>
            </a:r>
            <a:endParaRPr b="1" sz="1600"/>
          </a:p>
          <a:p>
            <a:pPr indent="0" lvl="0" marL="0" rtl="0" algn="ctr">
              <a:spcBef>
                <a:spcPts val="0"/>
              </a:spcBef>
              <a:spcAft>
                <a:spcPts val="0"/>
              </a:spcAft>
              <a:buNone/>
            </a:pPr>
            <a:r>
              <a:rPr lang="en-IN" sz="1600">
                <a:solidFill>
                  <a:schemeClr val="dk1"/>
                </a:solidFill>
              </a:rPr>
              <a:t>General purpose text &amp; code</a:t>
            </a:r>
            <a:endParaRPr b="1"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g36468d4ee1f_3_1223"/>
          <p:cNvSpPr txBox="1"/>
          <p:nvPr/>
        </p:nvSpPr>
        <p:spPr>
          <a:xfrm>
            <a:off x="4336676" y="2008850"/>
            <a:ext cx="3035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sz="2000">
                <a:solidFill>
                  <a:schemeClr val="accent1"/>
                </a:solidFill>
                <a:latin typeface="Poppins"/>
                <a:ea typeface="Poppins"/>
                <a:cs typeface="Poppins"/>
                <a:sym typeface="Poppins"/>
              </a:rPr>
              <a:t>&lt;/&gt;</a:t>
            </a:r>
            <a:r>
              <a:rPr b="1" lang="en-IN" sz="2000">
                <a:latin typeface="Poppins"/>
                <a:ea typeface="Poppins"/>
                <a:cs typeface="Poppins"/>
                <a:sym typeface="Poppins"/>
              </a:rPr>
              <a:t> Python Example:</a:t>
            </a:r>
            <a:endParaRPr b="1">
              <a:latin typeface="Poppins"/>
              <a:ea typeface="Poppins"/>
              <a:cs typeface="Poppins"/>
              <a:sym typeface="Poppins"/>
            </a:endParaRPr>
          </a:p>
        </p:txBody>
      </p:sp>
      <p:sp>
        <p:nvSpPr>
          <p:cNvPr id="1747" name="Google Shape;1747;g36468d4ee1f_3_1223"/>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48" name="Google Shape;1748;g36468d4ee1f_3_1223"/>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Gemini</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Basic Text Completion</a:t>
            </a:r>
            <a:r>
              <a:rPr b="1" lang="en-IN" sz="3200">
                <a:solidFill>
                  <a:schemeClr val="accent1"/>
                </a:solidFill>
                <a:latin typeface="Poppins"/>
                <a:ea typeface="Poppins"/>
                <a:cs typeface="Poppins"/>
                <a:sym typeface="Poppins"/>
              </a:rPr>
              <a:t> </a:t>
            </a:r>
            <a:br>
              <a:rPr b="1" lang="en-IN" sz="3200">
                <a:solidFill>
                  <a:schemeClr val="accent1"/>
                </a:solidFill>
                <a:latin typeface="Poppins"/>
                <a:ea typeface="Poppins"/>
                <a:cs typeface="Poppins"/>
                <a:sym typeface="Poppins"/>
              </a:rPr>
            </a:br>
            <a:r>
              <a:rPr lang="en-IN" sz="2200">
                <a:solidFill>
                  <a:schemeClr val="accent1"/>
                </a:solidFill>
                <a:latin typeface="Poppins"/>
                <a:ea typeface="Poppins"/>
                <a:cs typeface="Poppins"/>
                <a:sym typeface="Poppins"/>
              </a:rPr>
              <a:t>Example</a:t>
            </a:r>
            <a:endParaRPr i="0" sz="2200" u="none" cap="none" strike="noStrike">
              <a:solidFill>
                <a:schemeClr val="accent1"/>
              </a:solidFill>
              <a:latin typeface="Poppins"/>
              <a:ea typeface="Poppins"/>
              <a:cs typeface="Poppins"/>
              <a:sym typeface="Poppins"/>
            </a:endParaRPr>
          </a:p>
        </p:txBody>
      </p:sp>
      <p:sp>
        <p:nvSpPr>
          <p:cNvPr id="1749" name="Google Shape;1749;g36468d4ee1f_3_1223"/>
          <p:cNvSpPr/>
          <p:nvPr/>
        </p:nvSpPr>
        <p:spPr>
          <a:xfrm>
            <a:off x="4336675" y="2463075"/>
            <a:ext cx="7352700" cy="30957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from google import genai</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client = genai.Client(api_key=os.getenv("GEMINI_API_KEY"))</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response = client.models.generate_content(</a:t>
            </a:r>
            <a:endParaRPr b="1" sz="16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model="gemini-2.5-flash-lite",</a:t>
            </a:r>
            <a:endParaRPr b="1" sz="16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contents="Explain how AI works in a few words",</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sz="16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print(response.text)</a:t>
            </a:r>
            <a:endParaRPr b="1" i="0" sz="1600" u="none" cap="none" strike="noStrike">
              <a:solidFill>
                <a:srgbClr val="0000FF"/>
              </a:solidFill>
              <a:latin typeface="Courier"/>
              <a:ea typeface="Courier"/>
              <a:cs typeface="Courier"/>
              <a:sym typeface="Courier"/>
            </a:endParaRPr>
          </a:p>
        </p:txBody>
      </p:sp>
      <p:sp>
        <p:nvSpPr>
          <p:cNvPr id="1750" name="Google Shape;1750;g36468d4ee1f_3_1223"/>
          <p:cNvSpPr txBox="1"/>
          <p:nvPr/>
        </p:nvSpPr>
        <p:spPr>
          <a:xfrm>
            <a:off x="164875" y="2008850"/>
            <a:ext cx="3573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sz="2000">
                <a:solidFill>
                  <a:schemeClr val="accent1"/>
                </a:solidFill>
                <a:latin typeface="Poppins"/>
                <a:ea typeface="Poppins"/>
                <a:cs typeface="Poppins"/>
                <a:sym typeface="Poppins"/>
              </a:rPr>
              <a:t>&lt;/&gt;</a:t>
            </a:r>
            <a:r>
              <a:rPr b="1" lang="en-IN" sz="2000">
                <a:latin typeface="Poppins"/>
                <a:ea typeface="Poppins"/>
                <a:cs typeface="Poppins"/>
                <a:sym typeface="Poppins"/>
              </a:rPr>
              <a:t> </a:t>
            </a:r>
            <a:r>
              <a:rPr b="1" lang="en-IN" sz="2000">
                <a:latin typeface="Poppins"/>
                <a:ea typeface="Poppins"/>
                <a:cs typeface="Poppins"/>
                <a:sym typeface="Poppins"/>
              </a:rPr>
              <a:t>Install SDK</a:t>
            </a:r>
            <a:r>
              <a:rPr b="1" lang="en-IN" sz="2000">
                <a:latin typeface="Poppins"/>
                <a:ea typeface="Poppins"/>
                <a:cs typeface="Poppins"/>
                <a:sym typeface="Poppins"/>
              </a:rPr>
              <a:t>:</a:t>
            </a:r>
            <a:endParaRPr b="1">
              <a:latin typeface="Poppins"/>
              <a:ea typeface="Poppins"/>
              <a:cs typeface="Poppins"/>
              <a:sym typeface="Poppins"/>
            </a:endParaRPr>
          </a:p>
        </p:txBody>
      </p:sp>
      <p:sp>
        <p:nvSpPr>
          <p:cNvPr id="1751" name="Google Shape;1751;g36468d4ee1f_3_1223"/>
          <p:cNvSpPr/>
          <p:nvPr/>
        </p:nvSpPr>
        <p:spPr>
          <a:xfrm>
            <a:off x="181950" y="2460475"/>
            <a:ext cx="3573300" cy="516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pip install google-genai</a:t>
            </a:r>
            <a:endParaRPr b="1" i="0" sz="1600" u="none" cap="none" strike="noStrike">
              <a:solidFill>
                <a:srgbClr val="0000FF"/>
              </a:solidFill>
              <a:latin typeface="Courier"/>
              <a:ea typeface="Courier"/>
              <a:cs typeface="Courier"/>
              <a:sym typeface="Couri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g36468d4ee1f_3_1235"/>
          <p:cNvSpPr txBox="1"/>
          <p:nvPr/>
        </p:nvSpPr>
        <p:spPr>
          <a:xfrm>
            <a:off x="1441350" y="1522450"/>
            <a:ext cx="7547400" cy="23088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chemeClr val="accent1"/>
              </a:buClr>
              <a:buSzPts val="1600"/>
              <a:buFont typeface="Poppins"/>
              <a:buChar char="❖"/>
            </a:pPr>
            <a:r>
              <a:rPr b="1" lang="en-IN" sz="1600">
                <a:solidFill>
                  <a:schemeClr val="accent1"/>
                </a:solidFill>
                <a:latin typeface="Poppins"/>
                <a:ea typeface="Poppins"/>
                <a:cs typeface="Poppins"/>
                <a:sym typeface="Poppins"/>
              </a:rPr>
              <a:t>Multimodal completion: </a:t>
            </a:r>
            <a:br>
              <a:rPr lang="en-IN" sz="1600">
                <a:latin typeface="Poppins"/>
                <a:ea typeface="Poppins"/>
                <a:cs typeface="Poppins"/>
                <a:sym typeface="Poppins"/>
              </a:rPr>
            </a:br>
            <a:r>
              <a:rPr lang="en-IN" sz="1600">
                <a:latin typeface="Poppins"/>
                <a:ea typeface="Poppins"/>
                <a:cs typeface="Poppins"/>
                <a:sym typeface="Poppins"/>
              </a:rPr>
              <a:t>Gemini can accept both text and images as input for richer tasks</a:t>
            </a:r>
            <a:endParaRPr sz="1600">
              <a:latin typeface="Poppins"/>
              <a:ea typeface="Poppins"/>
              <a:cs typeface="Poppins"/>
              <a:sym typeface="Poppins"/>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a:ea typeface="Poppins"/>
              <a:cs typeface="Poppins"/>
              <a:sym typeface="Poppins"/>
            </a:endParaRPr>
          </a:p>
          <a:p>
            <a:pPr indent="-317500" lvl="0" marL="342900" marR="0" rtl="0" algn="l">
              <a:lnSpc>
                <a:spcPct val="100000"/>
              </a:lnSpc>
              <a:spcBef>
                <a:spcPts val="0"/>
              </a:spcBef>
              <a:spcAft>
                <a:spcPts val="0"/>
              </a:spcAft>
              <a:buClr>
                <a:schemeClr val="accent1"/>
              </a:buClr>
              <a:buSzPts val="1600"/>
              <a:buFont typeface="Poppins"/>
              <a:buChar char="❖"/>
            </a:pPr>
            <a:r>
              <a:rPr b="1" lang="en-IN" sz="1600">
                <a:solidFill>
                  <a:schemeClr val="accent1"/>
                </a:solidFill>
                <a:latin typeface="Poppins"/>
                <a:ea typeface="Poppins"/>
                <a:cs typeface="Poppins"/>
                <a:sym typeface="Poppins"/>
              </a:rPr>
              <a:t>Parameter tuning: </a:t>
            </a:r>
            <a:br>
              <a:rPr lang="en-IN" sz="1600">
                <a:latin typeface="Poppins"/>
                <a:ea typeface="Poppins"/>
                <a:cs typeface="Poppins"/>
                <a:sym typeface="Poppins"/>
              </a:rPr>
            </a:br>
            <a:r>
              <a:rPr lang="en-IN" sz="1600">
                <a:latin typeface="Poppins"/>
                <a:ea typeface="Poppins"/>
                <a:cs typeface="Poppins"/>
                <a:sym typeface="Poppins"/>
              </a:rPr>
              <a:t>Adjust temperature, max_output_tokens, and safety settings similar to other LLM APII</a:t>
            </a:r>
            <a:endParaRPr sz="1600">
              <a:latin typeface="Poppins"/>
              <a:ea typeface="Poppins"/>
              <a:cs typeface="Poppins"/>
              <a:sym typeface="Poppins"/>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a:ea typeface="Poppins"/>
              <a:cs typeface="Poppins"/>
              <a:sym typeface="Poppins"/>
            </a:endParaRPr>
          </a:p>
          <a:p>
            <a:pPr indent="-317500" lvl="0" marL="342900" marR="0" rtl="0" algn="l">
              <a:lnSpc>
                <a:spcPct val="100000"/>
              </a:lnSpc>
              <a:spcBef>
                <a:spcPts val="0"/>
              </a:spcBef>
              <a:spcAft>
                <a:spcPts val="0"/>
              </a:spcAft>
              <a:buClr>
                <a:schemeClr val="accent1"/>
              </a:buClr>
              <a:buSzPts val="1600"/>
              <a:buFont typeface="Poppins"/>
              <a:buChar char="❖"/>
            </a:pPr>
            <a:r>
              <a:rPr b="1" lang="en-IN" sz="1600">
                <a:solidFill>
                  <a:schemeClr val="accent1"/>
                </a:solidFill>
                <a:latin typeface="Poppins"/>
                <a:ea typeface="Poppins"/>
                <a:cs typeface="Poppins"/>
                <a:sym typeface="Poppins"/>
              </a:rPr>
              <a:t>Streaming outputs: </a:t>
            </a:r>
            <a:br>
              <a:rPr lang="en-IN" sz="1600">
                <a:latin typeface="Poppins"/>
                <a:ea typeface="Poppins"/>
                <a:cs typeface="Poppins"/>
                <a:sym typeface="Poppins"/>
              </a:rPr>
            </a:br>
            <a:r>
              <a:rPr lang="en-IN" sz="1600">
                <a:latin typeface="Poppins"/>
                <a:ea typeface="Poppins"/>
                <a:cs typeface="Poppins"/>
                <a:sym typeface="Poppins"/>
              </a:rPr>
              <a:t>For large or interactive completions, use Gemini's streaming support</a:t>
            </a:r>
            <a:endParaRPr i="0" sz="1600" u="none" cap="none" strike="noStrike">
              <a:solidFill>
                <a:srgbClr val="000000"/>
              </a:solidFill>
              <a:latin typeface="Poppins"/>
              <a:ea typeface="Poppins"/>
              <a:cs typeface="Poppins"/>
              <a:sym typeface="Poppins"/>
            </a:endParaRPr>
          </a:p>
        </p:txBody>
      </p:sp>
      <p:sp>
        <p:nvSpPr>
          <p:cNvPr id="1757" name="Google Shape;1757;g36468d4ee1f_3_1235"/>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58" name="Google Shape;1758;g36468d4ee1f_3_1235"/>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Gemini </a:t>
            </a:r>
            <a:r>
              <a:rPr b="1" lang="en-IN" sz="3200">
                <a:latin typeface="Poppins"/>
                <a:ea typeface="Poppins"/>
                <a:cs typeface="Poppins"/>
                <a:sym typeface="Poppins"/>
              </a:rPr>
              <a:t>– </a:t>
            </a:r>
            <a:r>
              <a:rPr b="1" lang="en-IN" sz="3200">
                <a:solidFill>
                  <a:schemeClr val="accent1"/>
                </a:solidFill>
                <a:latin typeface="Poppins"/>
                <a:ea typeface="Poppins"/>
                <a:cs typeface="Poppins"/>
                <a:sym typeface="Poppins"/>
              </a:rPr>
              <a:t>Advanced Features</a:t>
            </a:r>
            <a:endParaRPr b="1" i="0" sz="3200" u="none" cap="none" strike="noStrike">
              <a:solidFill>
                <a:schemeClr val="accent1"/>
              </a:solidFill>
              <a:latin typeface="Poppins"/>
              <a:ea typeface="Poppins"/>
              <a:cs typeface="Poppins"/>
              <a:sym typeface="Poppins"/>
            </a:endParaRPr>
          </a:p>
        </p:txBody>
      </p:sp>
      <p:sp>
        <p:nvSpPr>
          <p:cNvPr id="1759" name="Google Shape;1759;g36468d4ee1f_3_1235"/>
          <p:cNvSpPr/>
          <p:nvPr/>
        </p:nvSpPr>
        <p:spPr>
          <a:xfrm>
            <a:off x="731100" y="4245225"/>
            <a:ext cx="3763200" cy="2027100"/>
          </a:xfrm>
          <a:prstGeom prst="roundRect">
            <a:avLst>
              <a:gd fmla="val 16667" name="adj"/>
            </a:avLst>
          </a:prstGeom>
          <a:gradFill>
            <a:gsLst>
              <a:gs pos="0">
                <a:srgbClr val="FFF6DB"/>
              </a:gs>
              <a:gs pos="100000">
                <a:srgbClr val="FAD15C"/>
              </a:gs>
            </a:gsLst>
            <a:path path="circle">
              <a:fillToRect b="50%" l="50%" r="50%" t="50%"/>
            </a:path>
            <a:tileRect/>
          </a:gradFill>
          <a:ln cap="flat" cmpd="sng" w="9525">
            <a:solidFill>
              <a:srgbClr val="34C6F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0" name="Google Shape;1760;g36468d4ee1f_3_1235"/>
          <p:cNvSpPr txBox="1"/>
          <p:nvPr/>
        </p:nvSpPr>
        <p:spPr>
          <a:xfrm>
            <a:off x="806250" y="4460850"/>
            <a:ext cx="3612900" cy="169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2400"/>
              <a:t>Model Variants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IN" sz="2000"/>
              <a:t>Gemini Pro, Flash, and Flash Lite for different performance</a:t>
            </a:r>
            <a:endParaRPr sz="2000"/>
          </a:p>
          <a:p>
            <a:pPr indent="0" lvl="0" marL="0" marR="0" rtl="0" algn="l">
              <a:lnSpc>
                <a:spcPct val="100000"/>
              </a:lnSpc>
              <a:spcBef>
                <a:spcPts val="0"/>
              </a:spcBef>
              <a:spcAft>
                <a:spcPts val="0"/>
              </a:spcAft>
              <a:buNone/>
            </a:pPr>
            <a:r>
              <a:rPr lang="en-IN" sz="2000"/>
              <a:t>needs</a:t>
            </a:r>
            <a:endParaRPr sz="2000"/>
          </a:p>
        </p:txBody>
      </p:sp>
      <p:sp>
        <p:nvSpPr>
          <p:cNvPr id="1761" name="Google Shape;1761;g36468d4ee1f_3_1235"/>
          <p:cNvSpPr/>
          <p:nvPr/>
        </p:nvSpPr>
        <p:spPr>
          <a:xfrm>
            <a:off x="5693275" y="4293900"/>
            <a:ext cx="3763200" cy="2027100"/>
          </a:xfrm>
          <a:prstGeom prst="roundRect">
            <a:avLst>
              <a:gd fmla="val 16667" name="adj"/>
            </a:avLst>
          </a:prstGeom>
          <a:gradFill>
            <a:gsLst>
              <a:gs pos="0">
                <a:srgbClr val="D4E5F5"/>
              </a:gs>
              <a:gs pos="100000">
                <a:srgbClr val="70A4D5"/>
              </a:gs>
            </a:gsLst>
            <a:path path="circle">
              <a:fillToRect b="50%" l="50%" r="50%" t="50%"/>
            </a:path>
            <a:tileRect/>
          </a:gradFill>
          <a:ln cap="flat" cmpd="sng" w="9525">
            <a:solidFill>
              <a:srgbClr val="34C6F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2" name="Google Shape;1762;g36468d4ee1f_3_1235"/>
          <p:cNvSpPr txBox="1"/>
          <p:nvPr/>
        </p:nvSpPr>
        <p:spPr>
          <a:xfrm>
            <a:off x="5768425" y="4509525"/>
            <a:ext cx="3612900" cy="169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2400"/>
              <a:t>System Instructions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IN" sz="2000"/>
              <a:t>Define custom behavior patterns with detailed system</a:t>
            </a:r>
            <a:endParaRPr sz="2000"/>
          </a:p>
          <a:p>
            <a:pPr indent="0" lvl="0" marL="0" marR="0" rtl="0" algn="l">
              <a:lnSpc>
                <a:spcPct val="100000"/>
              </a:lnSpc>
              <a:spcBef>
                <a:spcPts val="0"/>
              </a:spcBef>
              <a:spcAft>
                <a:spcPts val="0"/>
              </a:spcAft>
              <a:buNone/>
            </a:pPr>
            <a:r>
              <a:rPr lang="en-IN" sz="2000"/>
              <a:t>prompts</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10"/>
          <p:cNvSpPr/>
          <p:nvPr/>
        </p:nvSpPr>
        <p:spPr>
          <a:xfrm>
            <a:off x="4302810" y="3867150"/>
            <a:ext cx="3298140" cy="1508891"/>
          </a:xfrm>
          <a:prstGeom prst="round2DiagRect">
            <a:avLst>
              <a:gd fmla="val 16667" name="adj1"/>
              <a:gd fmla="val 0" name="adj2"/>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8" name="Google Shape;1768;p10"/>
          <p:cNvSpPr/>
          <p:nvPr/>
        </p:nvSpPr>
        <p:spPr>
          <a:xfrm>
            <a:off x="851338" y="3867150"/>
            <a:ext cx="3298140" cy="1508891"/>
          </a:xfrm>
          <a:prstGeom prst="round2DiagRect">
            <a:avLst>
              <a:gd fmla="val 16667" name="adj1"/>
              <a:gd fmla="val 0" name="adj2"/>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9" name="Google Shape;1769;p10"/>
          <p:cNvSpPr/>
          <p:nvPr/>
        </p:nvSpPr>
        <p:spPr>
          <a:xfrm>
            <a:off x="7706306" y="3795876"/>
            <a:ext cx="3298140" cy="1508891"/>
          </a:xfrm>
          <a:prstGeom prst="round2DiagRect">
            <a:avLst>
              <a:gd fmla="val 16667" name="adj1"/>
              <a:gd fmla="val 0" name="adj2"/>
            </a:avLst>
          </a:prstGeom>
          <a:solidFill>
            <a:schemeClr val="accent1"/>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0" name="Google Shape;1770;p10"/>
          <p:cNvSpPr txBox="1"/>
          <p:nvPr/>
        </p:nvSpPr>
        <p:spPr>
          <a:xfrm>
            <a:off x="865126" y="3945980"/>
            <a:ext cx="3284400" cy="12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     Hugging Face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      Models &amp; Inference</a:t>
            </a:r>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             Endpoints </a:t>
            </a:r>
            <a:endParaRPr b="0" i="0" sz="2000" u="none" cap="none" strike="noStrike">
              <a:solidFill>
                <a:srgbClr val="000000"/>
              </a:solidFill>
              <a:latin typeface="Arial"/>
              <a:ea typeface="Arial"/>
              <a:cs typeface="Arial"/>
              <a:sym typeface="Arial"/>
            </a:endParaRPr>
          </a:p>
        </p:txBody>
      </p:sp>
      <p:sp>
        <p:nvSpPr>
          <p:cNvPr id="1771" name="Google Shape;1771;p10"/>
          <p:cNvSpPr txBox="1"/>
          <p:nvPr/>
        </p:nvSpPr>
        <p:spPr>
          <a:xfrm>
            <a:off x="4657832" y="3924194"/>
            <a:ext cx="2619628"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Transformers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Self-hosted Inference</a:t>
            </a:r>
            <a:endParaRPr b="0" i="0" sz="2000" u="none" cap="none" strike="noStrike">
              <a:solidFill>
                <a:srgbClr val="000000"/>
              </a:solidFill>
              <a:latin typeface="Arial"/>
              <a:ea typeface="Arial"/>
              <a:cs typeface="Arial"/>
              <a:sym typeface="Arial"/>
            </a:endParaRPr>
          </a:p>
        </p:txBody>
      </p:sp>
      <p:sp>
        <p:nvSpPr>
          <p:cNvPr id="1772" name="Google Shape;1772;p10"/>
          <p:cNvSpPr txBox="1"/>
          <p:nvPr/>
        </p:nvSpPr>
        <p:spPr>
          <a:xfrm>
            <a:off x="7600950" y="3848100"/>
            <a:ext cx="3474028"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          Groq API</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 High-Performance Inference</a:t>
            </a:r>
            <a:endParaRPr b="0" i="0" sz="2000" u="none" cap="none" strike="noStrike">
              <a:solidFill>
                <a:srgbClr val="000000"/>
              </a:solidFill>
              <a:latin typeface="Arial"/>
              <a:ea typeface="Arial"/>
              <a:cs typeface="Arial"/>
              <a:sym typeface="Arial"/>
            </a:endParaRPr>
          </a:p>
        </p:txBody>
      </p:sp>
      <p:sp>
        <p:nvSpPr>
          <p:cNvPr id="1773" name="Google Shape;1773;p10"/>
          <p:cNvSpPr txBox="1"/>
          <p:nvPr/>
        </p:nvSpPr>
        <p:spPr>
          <a:xfrm>
            <a:off x="1450450" y="1795650"/>
            <a:ext cx="8021400" cy="13236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0000"/>
              </a:buClr>
              <a:buSzPts val="1600"/>
              <a:buFont typeface="Poppins Medium"/>
              <a:buChar char="✔"/>
            </a:pPr>
            <a:r>
              <a:rPr lang="en-IN" sz="1600">
                <a:latin typeface="Poppins Medium"/>
                <a:ea typeface="Poppins Medium"/>
                <a:cs typeface="Poppins Medium"/>
                <a:sym typeface="Poppins Medium"/>
              </a:rPr>
              <a:t>Self‐hosted or cloud‐managed open‐source models</a:t>
            </a:r>
            <a:endParaRPr sz="1600">
              <a:latin typeface="Poppins Medium"/>
              <a:ea typeface="Poppins Medium"/>
              <a:cs typeface="Poppins Medium"/>
              <a:sym typeface="Poppins Medium"/>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rgbClr val="000000"/>
              </a:buClr>
              <a:buSzPts val="1600"/>
              <a:buFont typeface="Poppins Medium"/>
              <a:buChar char="✔"/>
            </a:pPr>
            <a:r>
              <a:rPr b="1" lang="en-IN" sz="1600">
                <a:latin typeface="Poppins"/>
                <a:ea typeface="Poppins"/>
                <a:cs typeface="Poppins"/>
                <a:sym typeface="Poppins"/>
              </a:rPr>
              <a:t>Examples: </a:t>
            </a:r>
            <a:r>
              <a:rPr b="1" lang="en-IN" sz="1600">
                <a:solidFill>
                  <a:schemeClr val="accent1"/>
                </a:solidFill>
                <a:latin typeface="Poppins"/>
                <a:ea typeface="Poppins"/>
                <a:cs typeface="Poppins"/>
                <a:sym typeface="Poppins"/>
              </a:rPr>
              <a:t>Hugging Face Hub endpoints</a:t>
            </a:r>
            <a:r>
              <a:rPr lang="en-IN" sz="1600">
                <a:latin typeface="Poppins Medium"/>
                <a:ea typeface="Poppins Medium"/>
                <a:cs typeface="Poppins Medium"/>
                <a:sym typeface="Poppins Medium"/>
              </a:rPr>
              <a:t>; </a:t>
            </a:r>
            <a:r>
              <a:rPr b="1" lang="en-IN" sz="1600">
                <a:solidFill>
                  <a:schemeClr val="accent1"/>
                </a:solidFill>
                <a:latin typeface="Poppins"/>
                <a:ea typeface="Poppins"/>
                <a:cs typeface="Poppins"/>
                <a:sym typeface="Poppins"/>
              </a:rPr>
              <a:t>local transformers</a:t>
            </a:r>
            <a:r>
              <a:rPr lang="en-IN" sz="1600">
                <a:latin typeface="Poppins Medium"/>
                <a:ea typeface="Poppins Medium"/>
                <a:cs typeface="Poppins Medium"/>
                <a:sym typeface="Poppins Medium"/>
              </a:rPr>
              <a:t>; </a:t>
            </a:r>
            <a:r>
              <a:rPr b="1" lang="en-IN" sz="1600">
                <a:solidFill>
                  <a:schemeClr val="accent1"/>
                </a:solidFill>
                <a:latin typeface="Poppins"/>
                <a:ea typeface="Poppins"/>
                <a:cs typeface="Poppins"/>
                <a:sym typeface="Poppins"/>
              </a:rPr>
              <a:t>Groq API</a:t>
            </a:r>
            <a:endParaRPr b="1" sz="1600">
              <a:solidFill>
                <a:schemeClr val="accent1"/>
              </a:solidFill>
              <a:latin typeface="Poppins"/>
              <a:ea typeface="Poppins"/>
              <a:cs typeface="Poppins"/>
              <a:sym typeface="Poppins"/>
            </a:endParaRPr>
          </a:p>
          <a:p>
            <a:pPr indent="-215900" lvl="0" marL="342900" marR="0" rtl="0" algn="l">
              <a:lnSpc>
                <a:spcPct val="100000"/>
              </a:lnSpc>
              <a:spcBef>
                <a:spcPts val="0"/>
              </a:spcBef>
              <a:spcAft>
                <a:spcPts val="0"/>
              </a:spcAft>
              <a:buClr>
                <a:srgbClr val="000000"/>
              </a:buClr>
              <a:buSzPts val="2000"/>
              <a:buFont typeface="Noto Sans Symbols"/>
              <a:buNone/>
            </a:pPr>
            <a:r>
              <a:t/>
            </a:r>
            <a:endParaRPr i="0" sz="1600" u="none" cap="none" strike="noStrike">
              <a:solidFill>
                <a:srgbClr val="000000"/>
              </a:solidFill>
              <a:latin typeface="Poppins Medium"/>
              <a:ea typeface="Poppins Medium"/>
              <a:cs typeface="Poppins Medium"/>
              <a:sym typeface="Poppins Medium"/>
            </a:endParaRPr>
          </a:p>
          <a:p>
            <a:pPr indent="-317500" lvl="0" marL="342900" marR="0" rtl="0" algn="l">
              <a:lnSpc>
                <a:spcPct val="100000"/>
              </a:lnSpc>
              <a:spcBef>
                <a:spcPts val="0"/>
              </a:spcBef>
              <a:spcAft>
                <a:spcPts val="0"/>
              </a:spcAft>
              <a:buClr>
                <a:srgbClr val="000000"/>
              </a:buClr>
              <a:buSzPts val="1600"/>
              <a:buFont typeface="Poppins Medium"/>
              <a:buChar char="✔"/>
            </a:pPr>
            <a:r>
              <a:rPr lang="en-IN" sz="1600">
                <a:latin typeface="Poppins Medium"/>
                <a:ea typeface="Poppins Medium"/>
                <a:cs typeface="Poppins Medium"/>
                <a:sym typeface="Poppins Medium"/>
              </a:rPr>
              <a:t>Lower scale costs and full data control</a:t>
            </a:r>
            <a:endParaRPr i="0" sz="1600" u="none" cap="none" strike="noStrike">
              <a:solidFill>
                <a:srgbClr val="000000"/>
              </a:solidFill>
              <a:latin typeface="Poppins Medium"/>
              <a:ea typeface="Poppins Medium"/>
              <a:cs typeface="Poppins Medium"/>
              <a:sym typeface="Poppins Medium"/>
            </a:endParaRPr>
          </a:p>
        </p:txBody>
      </p:sp>
      <p:sp>
        <p:nvSpPr>
          <p:cNvPr id="1774" name="Google Shape;1774;p10"/>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75" name="Google Shape;1775;p10"/>
          <p:cNvSpPr/>
          <p:nvPr/>
        </p:nvSpPr>
        <p:spPr>
          <a:xfrm>
            <a:off x="544250" y="475800"/>
            <a:ext cx="76266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Open‑Source LLM APIs</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Overview</a:t>
            </a:r>
            <a:endParaRPr b="1" sz="3200">
              <a:solidFill>
                <a:schemeClr val="accent1"/>
              </a:solidFill>
              <a:latin typeface="Poppins"/>
              <a:ea typeface="Poppins"/>
              <a:cs typeface="Poppins"/>
              <a:sym typeface="Poppins"/>
            </a:endParaRPr>
          </a:p>
          <a:p>
            <a:pPr indent="0" lvl="0" marL="0" marR="0" rtl="0" algn="l">
              <a:lnSpc>
                <a:spcPct val="126190"/>
              </a:lnSpc>
              <a:spcBef>
                <a:spcPts val="0"/>
              </a:spcBef>
              <a:spcAft>
                <a:spcPts val="0"/>
              </a:spcAft>
              <a:buClr>
                <a:srgbClr val="000000"/>
              </a:buClr>
              <a:buSzPts val="3200"/>
              <a:buFont typeface="Arial"/>
              <a:buNone/>
            </a:pPr>
            <a:r>
              <a:t/>
            </a:r>
            <a:endParaRPr b="1" sz="3200">
              <a:solidFill>
                <a:schemeClr val="accent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g36468d4ee1f_3_1279"/>
          <p:cNvSpPr txBox="1"/>
          <p:nvPr/>
        </p:nvSpPr>
        <p:spPr>
          <a:xfrm>
            <a:off x="443428" y="1626375"/>
            <a:ext cx="394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sz="1600">
                <a:solidFill>
                  <a:schemeClr val="accent1"/>
                </a:solidFill>
                <a:latin typeface="Poppins"/>
                <a:ea typeface="Poppins"/>
                <a:cs typeface="Poppins"/>
                <a:sym typeface="Poppins"/>
              </a:rPr>
              <a:t>&lt;/&gt;</a:t>
            </a:r>
            <a:r>
              <a:rPr b="1" lang="en-IN" sz="1600">
                <a:latin typeface="Poppins"/>
                <a:ea typeface="Poppins"/>
                <a:cs typeface="Poppins"/>
                <a:sym typeface="Poppins"/>
              </a:rPr>
              <a:t> Example usage:</a:t>
            </a:r>
            <a:endParaRPr b="1" sz="1600">
              <a:latin typeface="Poppins"/>
              <a:ea typeface="Poppins"/>
              <a:cs typeface="Poppins"/>
              <a:sym typeface="Poppins"/>
            </a:endParaRPr>
          </a:p>
        </p:txBody>
      </p:sp>
      <p:sp>
        <p:nvSpPr>
          <p:cNvPr id="1781" name="Google Shape;1781;g36468d4ee1f_3_1279"/>
          <p:cNvSpPr txBox="1"/>
          <p:nvPr/>
        </p:nvSpPr>
        <p:spPr>
          <a:xfrm>
            <a:off x="9008482" y="2943275"/>
            <a:ext cx="29367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IN" sz="1500">
                <a:latin typeface="Poppins"/>
                <a:ea typeface="Poppins"/>
                <a:cs typeface="Poppins"/>
                <a:sym typeface="Poppins"/>
              </a:rPr>
              <a:t>Hugging Face Hub hosts over 100,000 models and 20,000 datasets with powerful APIs for seamless integration into your ML</a:t>
            </a:r>
            <a:endParaRPr sz="1500">
              <a:latin typeface="Poppins"/>
              <a:ea typeface="Poppins"/>
              <a:cs typeface="Poppins"/>
              <a:sym typeface="Poppins"/>
            </a:endParaRPr>
          </a:p>
          <a:p>
            <a:pPr indent="0" lvl="0" marL="0" marR="0" rtl="0" algn="l">
              <a:lnSpc>
                <a:spcPct val="100000"/>
              </a:lnSpc>
              <a:spcBef>
                <a:spcPts val="0"/>
              </a:spcBef>
              <a:spcAft>
                <a:spcPts val="0"/>
              </a:spcAft>
              <a:buNone/>
            </a:pPr>
            <a:r>
              <a:rPr lang="en-IN" sz="1500">
                <a:latin typeface="Poppins"/>
                <a:ea typeface="Poppins"/>
                <a:cs typeface="Poppins"/>
                <a:sym typeface="Poppins"/>
              </a:rPr>
              <a:t>workflows</a:t>
            </a:r>
            <a:endParaRPr sz="1500">
              <a:latin typeface="Poppins"/>
              <a:ea typeface="Poppins"/>
              <a:cs typeface="Poppins"/>
              <a:sym typeface="Poppins"/>
            </a:endParaRPr>
          </a:p>
        </p:txBody>
      </p:sp>
      <p:pic>
        <p:nvPicPr>
          <p:cNvPr id="1782" name="Google Shape;1782;g36468d4ee1f_3_1279"/>
          <p:cNvPicPr preferRelativeResize="0"/>
          <p:nvPr/>
        </p:nvPicPr>
        <p:blipFill rotWithShape="1">
          <a:blip r:embed="rId3">
            <a:alphaModFix/>
          </a:blip>
          <a:srcRect b="0" l="0" r="0" t="0"/>
          <a:stretch/>
        </p:blipFill>
        <p:spPr>
          <a:xfrm>
            <a:off x="8968970" y="2608174"/>
            <a:ext cx="431100" cy="431100"/>
          </a:xfrm>
          <a:prstGeom prst="rect">
            <a:avLst/>
          </a:prstGeom>
          <a:noFill/>
          <a:ln>
            <a:noFill/>
          </a:ln>
        </p:spPr>
      </p:pic>
      <p:sp>
        <p:nvSpPr>
          <p:cNvPr id="1783" name="Google Shape;1783;g36468d4ee1f_3_1279"/>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84" name="Google Shape;1784;g36468d4ee1f_3_1279"/>
          <p:cNvSpPr/>
          <p:nvPr/>
        </p:nvSpPr>
        <p:spPr>
          <a:xfrm>
            <a:off x="544250" y="475800"/>
            <a:ext cx="74490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Hugging Face Hub API</a:t>
            </a:r>
            <a:endParaRPr i="0" sz="2200" u="none" cap="none" strike="noStrike">
              <a:solidFill>
                <a:schemeClr val="accent1"/>
              </a:solidFill>
              <a:latin typeface="Poppins"/>
              <a:ea typeface="Poppins"/>
              <a:cs typeface="Poppins"/>
              <a:sym typeface="Poppins"/>
            </a:endParaRPr>
          </a:p>
        </p:txBody>
      </p:sp>
      <p:sp>
        <p:nvSpPr>
          <p:cNvPr id="1785" name="Google Shape;1785;g36468d4ee1f_3_1279"/>
          <p:cNvSpPr/>
          <p:nvPr/>
        </p:nvSpPr>
        <p:spPr>
          <a:xfrm>
            <a:off x="618900" y="1990925"/>
            <a:ext cx="7877100" cy="45141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i="0" lang="en-IN" u="none" cap="none" strike="noStrike">
                <a:solidFill>
                  <a:srgbClr val="0000FF"/>
                </a:solidFill>
                <a:latin typeface="Courier"/>
                <a:ea typeface="Courier"/>
                <a:cs typeface="Courier"/>
                <a:sym typeface="Courier"/>
              </a:rPr>
            </a:br>
            <a:br>
              <a:rPr b="1" i="0" lang="en-IN" u="none" cap="none" strike="noStrike">
                <a:solidFill>
                  <a:srgbClr val="0000FF"/>
                </a:solidFill>
                <a:latin typeface="Courier"/>
                <a:ea typeface="Courier"/>
                <a:cs typeface="Courier"/>
                <a:sym typeface="Courier"/>
              </a:rPr>
            </a:br>
            <a:r>
              <a:rPr b="1" i="0" lang="en-IN" sz="1500" u="none" cap="none" strike="noStrike">
                <a:solidFill>
                  <a:srgbClr val="0000FF"/>
                </a:solidFill>
                <a:latin typeface="Courier"/>
                <a:ea typeface="Courier"/>
                <a:cs typeface="Courier"/>
                <a:sym typeface="Courier"/>
              </a:rPr>
              <a:t>import os</a:t>
            </a:r>
            <a:endParaRPr b="1" i="0" sz="15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from huggingface_hub import InferenceClient</a:t>
            </a: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client = InferenceClient(</a:t>
            </a:r>
            <a:endParaRPr b="1" sz="15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provider="auto",</a:t>
            </a:r>
            <a:endParaRPr b="1" sz="15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api_key=os.environ["HF_TOKEN"],</a:t>
            </a: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t>
            </a:r>
            <a:br>
              <a:rPr b="1" lang="en-IN" sz="1500">
                <a:solidFill>
                  <a:srgbClr val="0000FF"/>
                </a:solidFill>
                <a:latin typeface="Courier"/>
                <a:ea typeface="Courier"/>
                <a:cs typeface="Courier"/>
                <a:sym typeface="Courier"/>
              </a:rPr>
            </a:b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completion = client.chat.completions.create(</a:t>
            </a:r>
            <a:endParaRPr b="1" sz="15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model="meta-llama/Llama-3.1-8B-Instruct",</a:t>
            </a:r>
            <a:endParaRPr b="1" sz="15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messages=[</a:t>
            </a:r>
            <a:endParaRPr b="1" sz="1500">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t>
            </a:r>
            <a:endParaRPr b="1" sz="1500">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"role": "user",</a:t>
            </a:r>
            <a:endParaRPr b="1" sz="1500">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"content": "What is the capital of France?"</a:t>
            </a:r>
            <a:endParaRPr b="1" sz="1500">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t>
            </a:r>
            <a:endParaRPr b="1" sz="1500">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t>
            </a: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a:t>
            </a:r>
            <a:br>
              <a:rPr b="1" lang="en-IN" sz="1500">
                <a:solidFill>
                  <a:srgbClr val="0000FF"/>
                </a:solidFill>
                <a:latin typeface="Courier"/>
                <a:ea typeface="Courier"/>
                <a:cs typeface="Courier"/>
                <a:sym typeface="Courier"/>
              </a:rPr>
            </a:b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sz="1500">
                <a:solidFill>
                  <a:srgbClr val="0000FF"/>
                </a:solidFill>
                <a:latin typeface="Courier"/>
                <a:ea typeface="Courier"/>
                <a:cs typeface="Courier"/>
                <a:sym typeface="Courier"/>
              </a:rPr>
              <a:t>print(completion.choices[0].message)</a:t>
            </a:r>
            <a:endParaRPr b="1" sz="1500">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
        <p:nvSpPr>
          <p:cNvPr id="1786" name="Google Shape;1786;g36468d4ee1f_3_1279"/>
          <p:cNvSpPr txBox="1"/>
          <p:nvPr/>
        </p:nvSpPr>
        <p:spPr>
          <a:xfrm>
            <a:off x="618900" y="1101188"/>
            <a:ext cx="7055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latin typeface="Poppins Medium"/>
                <a:ea typeface="Poppins Medium"/>
                <a:cs typeface="Poppins Medium"/>
                <a:sym typeface="Poppins Medium"/>
              </a:rPr>
              <a:t>Call inference endpoints via huggingface_hub</a:t>
            </a:r>
            <a:endParaRPr sz="2000">
              <a:latin typeface="Poppins Medium"/>
              <a:ea typeface="Poppins Medium"/>
              <a:cs typeface="Poppins Medium"/>
              <a:sym typeface="Poppins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0" name="Shape 1790"/>
        <p:cNvGrpSpPr/>
        <p:nvPr/>
      </p:nvGrpSpPr>
      <p:grpSpPr>
        <a:xfrm>
          <a:off x="0" y="0"/>
          <a:ext cx="0" cy="0"/>
          <a:chOff x="0" y="0"/>
          <a:chExt cx="0" cy="0"/>
        </a:xfrm>
      </p:grpSpPr>
      <p:sp>
        <p:nvSpPr>
          <p:cNvPr id="1791" name="Google Shape;1791;p14"/>
          <p:cNvSpPr/>
          <p:nvPr/>
        </p:nvSpPr>
        <p:spPr>
          <a:xfrm>
            <a:off x="630875" y="1447354"/>
            <a:ext cx="80598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000" u="none" cap="none" strike="noStrike">
                <a:solidFill>
                  <a:srgbClr val="000000"/>
                </a:solidFill>
              </a:rPr>
              <a:t>GroqCloud endpoints for ultra‑low latency</a:t>
            </a:r>
            <a:endParaRPr b="1"/>
          </a:p>
          <a:p>
            <a:pPr indent="0" lvl="0" marL="0" marR="0" rtl="0" algn="l">
              <a:lnSpc>
                <a:spcPct val="100000"/>
              </a:lnSpc>
              <a:spcBef>
                <a:spcPts val="0"/>
              </a:spcBef>
              <a:spcAft>
                <a:spcPts val="0"/>
              </a:spcAft>
              <a:buNone/>
            </a:pPr>
            <a:r>
              <a:t/>
            </a:r>
            <a:endParaRPr/>
          </a:p>
        </p:txBody>
      </p:sp>
      <p:sp>
        <p:nvSpPr>
          <p:cNvPr id="1792" name="Google Shape;1792;p14"/>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793" name="Google Shape;1793;p14"/>
          <p:cNvSpPr/>
          <p:nvPr/>
        </p:nvSpPr>
        <p:spPr>
          <a:xfrm>
            <a:off x="544250" y="475800"/>
            <a:ext cx="88884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Groq API</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High‑Performance Inference</a:t>
            </a:r>
            <a:endParaRPr b="1" i="0" sz="3200" u="none" cap="none" strike="noStrike">
              <a:solidFill>
                <a:schemeClr val="accent1"/>
              </a:solidFill>
              <a:latin typeface="Poppins"/>
              <a:ea typeface="Poppins"/>
              <a:cs typeface="Poppins"/>
              <a:sym typeface="Poppins"/>
            </a:endParaRPr>
          </a:p>
        </p:txBody>
      </p:sp>
      <p:sp>
        <p:nvSpPr>
          <p:cNvPr id="1794" name="Google Shape;1794;p14"/>
          <p:cNvSpPr/>
          <p:nvPr/>
        </p:nvSpPr>
        <p:spPr>
          <a:xfrm>
            <a:off x="615463" y="2826425"/>
            <a:ext cx="7656000" cy="5166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IN" sz="1600">
                <a:solidFill>
                  <a:srgbClr val="0000FF"/>
                </a:solidFill>
                <a:latin typeface="Courier"/>
                <a:ea typeface="Courier"/>
                <a:cs typeface="Courier"/>
                <a:sym typeface="Courier"/>
              </a:rPr>
              <a:t>pip install groq</a:t>
            </a:r>
            <a:endParaRPr b="1" i="0" sz="1600" u="none" cap="none" strike="noStrike">
              <a:solidFill>
                <a:srgbClr val="0000FF"/>
              </a:solidFill>
              <a:latin typeface="Courier"/>
              <a:ea typeface="Courier"/>
              <a:cs typeface="Courier"/>
              <a:sym typeface="Courier"/>
            </a:endParaRPr>
          </a:p>
        </p:txBody>
      </p:sp>
      <p:sp>
        <p:nvSpPr>
          <p:cNvPr id="1795" name="Google Shape;1795;p14"/>
          <p:cNvSpPr txBox="1"/>
          <p:nvPr/>
        </p:nvSpPr>
        <p:spPr>
          <a:xfrm>
            <a:off x="544288" y="2322750"/>
            <a:ext cx="3000000" cy="461700"/>
          </a:xfrm>
          <a:prstGeom prst="rect">
            <a:avLst/>
          </a:prstGeom>
          <a:noFill/>
          <a:ln>
            <a:noFill/>
          </a:ln>
        </p:spPr>
        <p:txBody>
          <a:bodyPr anchorCtr="0" anchor="t" bIns="91425" lIns="91425" spcFirstLastPara="1" rIns="91425" wrap="square" tIns="91425">
            <a:spAutoFit/>
          </a:bodyPr>
          <a:lstStyle/>
          <a:p>
            <a:pPr indent="-304800" lvl="0" marL="342900" rtl="0" algn="l">
              <a:spcBef>
                <a:spcPts val="0"/>
              </a:spcBef>
              <a:spcAft>
                <a:spcPts val="0"/>
              </a:spcAft>
              <a:buClr>
                <a:schemeClr val="dk1"/>
              </a:buClr>
              <a:buSzPts val="1800"/>
              <a:buFont typeface="Poppins"/>
              <a:buChar char="▪"/>
            </a:pPr>
            <a:r>
              <a:rPr b="1" lang="en-IN" sz="1800">
                <a:solidFill>
                  <a:schemeClr val="dk1"/>
                </a:solidFill>
                <a:latin typeface="Poppins"/>
                <a:ea typeface="Poppins"/>
                <a:cs typeface="Poppins"/>
                <a:sym typeface="Poppins"/>
              </a:rPr>
              <a:t>Install SDK:</a:t>
            </a:r>
            <a:endParaRPr b="1" sz="1800">
              <a:latin typeface="Poppins"/>
              <a:ea typeface="Poppins"/>
              <a:cs typeface="Poppins"/>
              <a:sym typeface="Poppins"/>
            </a:endParaRPr>
          </a:p>
        </p:txBody>
      </p:sp>
      <p:sp>
        <p:nvSpPr>
          <p:cNvPr id="1796" name="Google Shape;1796;p14"/>
          <p:cNvSpPr txBox="1"/>
          <p:nvPr/>
        </p:nvSpPr>
        <p:spPr>
          <a:xfrm>
            <a:off x="2004650" y="3762338"/>
            <a:ext cx="5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a:latin typeface="Poppins Medium"/>
                <a:ea typeface="Poppins Medium"/>
                <a:cs typeface="Poppins Medium"/>
                <a:sym typeface="Poppins Medium"/>
              </a:rPr>
              <a:t>Leverage </a:t>
            </a:r>
            <a:r>
              <a:rPr b="1" lang="en-IN">
                <a:solidFill>
                  <a:schemeClr val="accent1"/>
                </a:solidFill>
                <a:latin typeface="Poppins"/>
                <a:ea typeface="Poppins"/>
                <a:cs typeface="Poppins"/>
                <a:sym typeface="Poppins"/>
              </a:rPr>
              <a:t>httpx‐based async support</a:t>
            </a:r>
            <a:r>
              <a:rPr lang="en-IN">
                <a:latin typeface="Poppins Medium"/>
                <a:ea typeface="Poppins Medium"/>
                <a:cs typeface="Poppins Medium"/>
                <a:sym typeface="Poppins Medium"/>
              </a:rPr>
              <a:t> for concurrent requests</a:t>
            </a:r>
            <a:endParaRPr>
              <a:latin typeface="Poppins Medium"/>
              <a:ea typeface="Poppins Medium"/>
              <a:cs typeface="Poppins Medium"/>
              <a:sym typeface="Poppins Medium"/>
            </a:endParaRPr>
          </a:p>
        </p:txBody>
      </p:sp>
      <p:pic>
        <p:nvPicPr>
          <p:cNvPr id="1797" name="Google Shape;1797;p14"/>
          <p:cNvPicPr preferRelativeResize="0"/>
          <p:nvPr/>
        </p:nvPicPr>
        <p:blipFill>
          <a:blip r:embed="rId3">
            <a:alphaModFix/>
          </a:blip>
          <a:stretch>
            <a:fillRect/>
          </a:stretch>
        </p:blipFill>
        <p:spPr>
          <a:xfrm>
            <a:off x="3573984" y="4205500"/>
            <a:ext cx="2828925" cy="1685925"/>
          </a:xfrm>
          <a:prstGeom prst="rect">
            <a:avLst/>
          </a:prstGeom>
          <a:noFill/>
          <a:ln>
            <a:noFill/>
          </a:ln>
        </p:spPr>
      </p:pic>
      <p:sp>
        <p:nvSpPr>
          <p:cNvPr id="1798" name="Google Shape;1798;p14"/>
          <p:cNvSpPr txBox="1"/>
          <p:nvPr/>
        </p:nvSpPr>
        <p:spPr>
          <a:xfrm>
            <a:off x="3846025" y="242195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1100" u="sng">
                <a:solidFill>
                  <a:schemeClr val="hlink"/>
                </a:solidFill>
                <a:hlinkClick r:id="rId4"/>
              </a:rPr>
              <a:t>https://console.groq.com/home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id="1803" name="Google Shape;1803;g36468d4ee1f_3_2352"/>
          <p:cNvSpPr/>
          <p:nvPr/>
        </p:nvSpPr>
        <p:spPr>
          <a:xfrm>
            <a:off x="6759775" y="2893375"/>
            <a:ext cx="5122500" cy="2802300"/>
          </a:xfrm>
          <a:prstGeom prst="rect">
            <a:avLst/>
          </a:prstGeom>
          <a:gradFill>
            <a:gsLst>
              <a:gs pos="0">
                <a:srgbClr val="FF3483"/>
              </a:gs>
              <a:gs pos="100000">
                <a:srgbClr val="FF7EB0"/>
              </a:gs>
            </a:gsLst>
            <a:lin ang="16200038" scaled="0"/>
          </a:gradFill>
          <a:ln cap="flat" cmpd="sng" w="9525">
            <a:solidFill>
              <a:srgbClr val="E6468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4" name="Google Shape;1804;g36468d4ee1f_3_2352"/>
          <p:cNvSpPr txBox="1"/>
          <p:nvPr/>
        </p:nvSpPr>
        <p:spPr>
          <a:xfrm>
            <a:off x="390299" y="1723075"/>
            <a:ext cx="544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IN">
                <a:solidFill>
                  <a:schemeClr val="accent1"/>
                </a:solidFill>
                <a:latin typeface="Poppins"/>
                <a:ea typeface="Poppins"/>
                <a:cs typeface="Poppins"/>
                <a:sym typeface="Poppins"/>
              </a:rPr>
              <a:t>&lt;/&gt; </a:t>
            </a:r>
            <a:r>
              <a:rPr b="1" lang="en-IN">
                <a:latin typeface="Poppins"/>
                <a:ea typeface="Poppins"/>
                <a:cs typeface="Poppins"/>
                <a:sym typeface="Poppins"/>
              </a:rPr>
              <a:t>Client Initialization &amp; Code Example</a:t>
            </a:r>
            <a:endParaRPr b="1">
              <a:latin typeface="Poppins"/>
              <a:ea typeface="Poppins"/>
              <a:cs typeface="Poppins"/>
              <a:sym typeface="Poppins"/>
            </a:endParaRPr>
          </a:p>
        </p:txBody>
      </p:sp>
      <p:sp>
        <p:nvSpPr>
          <p:cNvPr id="1805" name="Google Shape;1805;g36468d4ee1f_3_2352"/>
          <p:cNvSpPr txBox="1"/>
          <p:nvPr/>
        </p:nvSpPr>
        <p:spPr>
          <a:xfrm>
            <a:off x="8072384" y="2356571"/>
            <a:ext cx="2119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Key Features</a:t>
            </a:r>
            <a:endParaRPr/>
          </a:p>
        </p:txBody>
      </p:sp>
      <p:sp>
        <p:nvSpPr>
          <p:cNvPr id="1806" name="Google Shape;1806;g36468d4ee1f_3_2352"/>
          <p:cNvSpPr/>
          <p:nvPr/>
        </p:nvSpPr>
        <p:spPr>
          <a:xfrm>
            <a:off x="6702625" y="3300600"/>
            <a:ext cx="5122500" cy="23187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SzPts val="1800"/>
              <a:buChar char="●"/>
            </a:pPr>
            <a:r>
              <a:rPr b="1" lang="en-IN" sz="1800"/>
              <a:t>Simple API interface with Python client</a:t>
            </a:r>
            <a:br>
              <a:rPr b="1" lang="en-IN" sz="1800"/>
            </a:br>
            <a:endParaRPr b="1" sz="1800"/>
          </a:p>
          <a:p>
            <a:pPr indent="-342900" lvl="0" marL="457200" marR="0" rtl="0" algn="l">
              <a:lnSpc>
                <a:spcPct val="100000"/>
              </a:lnSpc>
              <a:spcBef>
                <a:spcPts val="0"/>
              </a:spcBef>
              <a:spcAft>
                <a:spcPts val="0"/>
              </a:spcAft>
              <a:buSzPts val="1800"/>
              <a:buChar char="●"/>
            </a:pPr>
            <a:r>
              <a:rPr b="1" lang="en-IN" sz="1800"/>
              <a:t>High-performance inference with Llama</a:t>
            </a:r>
            <a:br>
              <a:rPr b="1" lang="en-IN" sz="1800"/>
            </a:br>
            <a:endParaRPr b="1" sz="1800"/>
          </a:p>
          <a:p>
            <a:pPr indent="-342900" lvl="0" marL="457200" marR="0" rtl="0" algn="l">
              <a:lnSpc>
                <a:spcPct val="100000"/>
              </a:lnSpc>
              <a:spcBef>
                <a:spcPts val="0"/>
              </a:spcBef>
              <a:spcAft>
                <a:spcPts val="0"/>
              </a:spcAft>
              <a:buSzPts val="1800"/>
              <a:buChar char="●"/>
            </a:pPr>
            <a:r>
              <a:rPr b="1" lang="en-IN" sz="1800"/>
              <a:t>Efficient environment variable-based authentication</a:t>
            </a:r>
            <a:endParaRPr b="1" sz="1800"/>
          </a:p>
        </p:txBody>
      </p:sp>
      <p:sp>
        <p:nvSpPr>
          <p:cNvPr id="1807" name="Google Shape;1807;g36468d4ee1f_3_2352"/>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08" name="Google Shape;1808;g36468d4ee1f_3_2352"/>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Groq</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Quick Start</a:t>
            </a:r>
            <a:r>
              <a:rPr b="1" lang="en-IN" sz="3200">
                <a:solidFill>
                  <a:schemeClr val="accent1"/>
                </a:solidFill>
                <a:latin typeface="Poppins"/>
                <a:ea typeface="Poppins"/>
                <a:cs typeface="Poppins"/>
                <a:sym typeface="Poppins"/>
              </a:rPr>
              <a:t> with </a:t>
            </a:r>
            <a:br>
              <a:rPr b="1" lang="en-IN" sz="3200">
                <a:solidFill>
                  <a:schemeClr val="accent1"/>
                </a:solidFill>
                <a:latin typeface="Poppins"/>
                <a:ea typeface="Poppins"/>
                <a:cs typeface="Poppins"/>
                <a:sym typeface="Poppins"/>
              </a:rPr>
            </a:br>
            <a:r>
              <a:rPr lang="en-IN" sz="2200">
                <a:solidFill>
                  <a:schemeClr val="accent1"/>
                </a:solidFill>
                <a:latin typeface="Poppins"/>
                <a:ea typeface="Poppins"/>
                <a:cs typeface="Poppins"/>
                <a:sym typeface="Poppins"/>
              </a:rPr>
              <a:t>with </a:t>
            </a:r>
            <a:r>
              <a:rPr lang="en-IN" sz="2200">
                <a:solidFill>
                  <a:schemeClr val="accent1"/>
                </a:solidFill>
                <a:latin typeface="Poppins"/>
                <a:ea typeface="Poppins"/>
                <a:cs typeface="Poppins"/>
                <a:sym typeface="Poppins"/>
              </a:rPr>
              <a:t>llama models</a:t>
            </a:r>
            <a:endParaRPr sz="2200">
              <a:solidFill>
                <a:schemeClr val="accent1"/>
              </a:solidFill>
              <a:latin typeface="Poppins"/>
              <a:ea typeface="Poppins"/>
              <a:cs typeface="Poppins"/>
              <a:sym typeface="Poppins"/>
            </a:endParaRPr>
          </a:p>
        </p:txBody>
      </p:sp>
      <p:sp>
        <p:nvSpPr>
          <p:cNvPr id="1809" name="Google Shape;1809;g36468d4ee1f_3_2352"/>
          <p:cNvSpPr/>
          <p:nvPr/>
        </p:nvSpPr>
        <p:spPr>
          <a:xfrm>
            <a:off x="390300" y="2030875"/>
            <a:ext cx="5858400" cy="4407300"/>
          </a:xfrm>
          <a:prstGeom prst="rect">
            <a:avLst/>
          </a:prstGeom>
          <a:solidFill>
            <a:srgbClr val="E7E6E6"/>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br>
              <a:rPr b="1" lang="en-IN">
                <a:solidFill>
                  <a:srgbClr val="0000FF"/>
                </a:solidFill>
                <a:latin typeface="Courier"/>
                <a:ea typeface="Courier"/>
                <a:cs typeface="Courier"/>
                <a:sym typeface="Courier"/>
              </a:rPr>
            </a:br>
            <a:r>
              <a:rPr b="1" lang="en-IN">
                <a:solidFill>
                  <a:srgbClr val="0000FF"/>
                </a:solidFill>
                <a:latin typeface="Courier"/>
                <a:ea typeface="Courier"/>
                <a:cs typeface="Courier"/>
                <a:sym typeface="Courier"/>
              </a:rPr>
              <a:t>from groq import Groq</a:t>
            </a:r>
            <a:endParaRPr b="1">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br>
              <a:rPr b="1" lang="en-IN">
                <a:solidFill>
                  <a:srgbClr val="0000FF"/>
                </a:solidFill>
                <a:latin typeface="Courier"/>
                <a:ea typeface="Courier"/>
                <a:cs typeface="Courier"/>
                <a:sym typeface="Courier"/>
              </a:rPr>
            </a:br>
            <a:r>
              <a:rPr b="1" lang="en-IN">
                <a:solidFill>
                  <a:srgbClr val="0000FF"/>
                </a:solidFill>
                <a:latin typeface="Courier"/>
                <a:ea typeface="Courier"/>
                <a:cs typeface="Courier"/>
                <a:sym typeface="Courier"/>
              </a:rPr>
              <a:t>client = Groq()</a:t>
            </a:r>
            <a:endParaRPr b="1">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completion = client.chat.completions.create(</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model="</a:t>
            </a:r>
            <a:r>
              <a:rPr b="1" lang="en-IN">
                <a:solidFill>
                  <a:srgbClr val="F50403"/>
                </a:solidFill>
                <a:latin typeface="Courier"/>
                <a:ea typeface="Courier"/>
                <a:cs typeface="Courier"/>
                <a:sym typeface="Courier"/>
              </a:rPr>
              <a:t>llama-3.1-8b-instant</a:t>
            </a:r>
            <a:r>
              <a:rPr b="1" lang="en-IN">
                <a:solidFill>
                  <a:srgbClr val="0000FF"/>
                </a:solidFill>
                <a:latin typeface="Courier"/>
                <a:ea typeface="Courier"/>
                <a:cs typeface="Courier"/>
                <a:sym typeface="Courier"/>
              </a:rPr>
              <a:t>",</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messages=[</a:t>
            </a:r>
            <a:endParaRPr b="1">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a:t>
            </a:r>
            <a:endParaRPr b="1">
              <a:solidFill>
                <a:srgbClr val="0000FF"/>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a:solidFill>
                  <a:srgbClr val="F50403"/>
                </a:solidFill>
                <a:latin typeface="Courier"/>
                <a:ea typeface="Courier"/>
                <a:cs typeface="Courier"/>
                <a:sym typeface="Courier"/>
              </a:rPr>
              <a:t>"role": "user",</a:t>
            </a:r>
            <a:endParaRPr b="1">
              <a:solidFill>
                <a:srgbClr val="F50403"/>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a:solidFill>
                  <a:srgbClr val="F50403"/>
                </a:solidFill>
                <a:latin typeface="Courier"/>
                <a:ea typeface="Courier"/>
                <a:cs typeface="Courier"/>
                <a:sym typeface="Courier"/>
              </a:rPr>
              <a:t>"content": "How are you?"</a:t>
            </a:r>
            <a:endParaRPr b="1">
              <a:solidFill>
                <a:srgbClr val="F50403"/>
              </a:solidFill>
              <a:latin typeface="Courier"/>
              <a:ea typeface="Courier"/>
              <a:cs typeface="Courier"/>
              <a:sym typeface="Courier"/>
            </a:endParaRPr>
          </a:p>
          <a:p>
            <a:pPr indent="0" lvl="0" marL="9144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temperature=1,</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max_completion_tokens=1024,</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top_p=1,</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stream=</a:t>
            </a:r>
            <a:r>
              <a:rPr b="1" lang="en-IN">
                <a:solidFill>
                  <a:schemeClr val="accent1"/>
                </a:solidFill>
                <a:latin typeface="Courier"/>
                <a:ea typeface="Courier"/>
                <a:cs typeface="Courier"/>
                <a:sym typeface="Courier"/>
              </a:rPr>
              <a:t>True</a:t>
            </a:r>
            <a:r>
              <a:rPr b="1" lang="en-IN">
                <a:solidFill>
                  <a:srgbClr val="0000FF"/>
                </a:solidFill>
                <a:latin typeface="Courier"/>
                <a:ea typeface="Courier"/>
                <a:cs typeface="Courier"/>
                <a:sym typeface="Courier"/>
              </a:rPr>
              <a:t>,</a:t>
            </a:r>
            <a:endParaRPr b="1">
              <a:solidFill>
                <a:srgbClr val="0000FF"/>
              </a:solidFill>
              <a:latin typeface="Courier"/>
              <a:ea typeface="Courier"/>
              <a:cs typeface="Courier"/>
              <a:sym typeface="Courier"/>
            </a:endParaRPr>
          </a:p>
          <a:p>
            <a:pPr indent="0" lvl="0" marL="45720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stop=</a:t>
            </a:r>
            <a:r>
              <a:rPr b="1" lang="en-IN">
                <a:solidFill>
                  <a:schemeClr val="accent1"/>
                </a:solidFill>
                <a:latin typeface="Courier"/>
                <a:ea typeface="Courier"/>
                <a:cs typeface="Courier"/>
                <a:sym typeface="Courier"/>
              </a:rPr>
              <a:t>None</a:t>
            </a:r>
            <a:endParaRPr b="1">
              <a:solidFill>
                <a:schemeClr val="accent1"/>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a:t>
            </a:r>
            <a:br>
              <a:rPr b="1" lang="en-IN">
                <a:solidFill>
                  <a:srgbClr val="0000FF"/>
                </a:solidFill>
                <a:latin typeface="Courier"/>
                <a:ea typeface="Courier"/>
                <a:cs typeface="Courier"/>
                <a:sym typeface="Courier"/>
              </a:rPr>
            </a:br>
            <a:endParaRPr b="1">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a:solidFill>
                  <a:schemeClr val="accent1"/>
                </a:solidFill>
                <a:latin typeface="Courier"/>
                <a:ea typeface="Courier"/>
                <a:cs typeface="Courier"/>
                <a:sym typeface="Courier"/>
              </a:rPr>
              <a:t>for</a:t>
            </a:r>
            <a:r>
              <a:rPr b="1" lang="en-IN">
                <a:solidFill>
                  <a:srgbClr val="0000FF"/>
                </a:solidFill>
                <a:latin typeface="Courier"/>
                <a:ea typeface="Courier"/>
                <a:cs typeface="Courier"/>
                <a:sym typeface="Courier"/>
              </a:rPr>
              <a:t> chunk </a:t>
            </a:r>
            <a:r>
              <a:rPr b="1" lang="en-IN">
                <a:solidFill>
                  <a:schemeClr val="accent1"/>
                </a:solidFill>
                <a:latin typeface="Courier"/>
                <a:ea typeface="Courier"/>
                <a:cs typeface="Courier"/>
                <a:sym typeface="Courier"/>
              </a:rPr>
              <a:t>in</a:t>
            </a:r>
            <a:r>
              <a:rPr b="1" lang="en-IN">
                <a:solidFill>
                  <a:srgbClr val="0000FF"/>
                </a:solidFill>
                <a:latin typeface="Courier"/>
                <a:ea typeface="Courier"/>
                <a:cs typeface="Courier"/>
                <a:sym typeface="Courier"/>
              </a:rPr>
              <a:t> completion:</a:t>
            </a:r>
            <a:endParaRPr b="1">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rPr b="1" lang="en-IN">
                <a:solidFill>
                  <a:srgbClr val="0000FF"/>
                </a:solidFill>
                <a:latin typeface="Courier"/>
                <a:ea typeface="Courier"/>
                <a:cs typeface="Courier"/>
                <a:sym typeface="Courier"/>
              </a:rPr>
              <a:t>print(chunk.choices[0].delta.content or "", end="")</a:t>
            </a:r>
            <a:endParaRPr b="1" i="0" sz="1600" u="none" cap="none" strike="noStrike">
              <a:solidFill>
                <a:srgbClr val="0000FF"/>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FF"/>
              </a:solidFill>
              <a:latin typeface="Courier"/>
              <a:ea typeface="Courier"/>
              <a:cs typeface="Courier"/>
              <a:sym typeface="Couri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16"/>
          <p:cNvSpPr/>
          <p:nvPr/>
        </p:nvSpPr>
        <p:spPr>
          <a:xfrm>
            <a:off x="591775" y="4384850"/>
            <a:ext cx="3008700" cy="15471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5" name="Google Shape;1815;p16"/>
          <p:cNvSpPr txBox="1"/>
          <p:nvPr/>
        </p:nvSpPr>
        <p:spPr>
          <a:xfrm>
            <a:off x="898902" y="1809749"/>
            <a:ext cx="6276000" cy="1477500"/>
          </a:xfrm>
          <a:prstGeom prst="rect">
            <a:avLst/>
          </a:prstGeom>
          <a:noFill/>
          <a:ln>
            <a:noFill/>
          </a:ln>
        </p:spPr>
        <p:txBody>
          <a:bodyPr anchorCtr="0" anchor="t" bIns="45700" lIns="91425" spcFirstLastPara="1" rIns="91425" wrap="square" tIns="45700">
            <a:spAutoFit/>
          </a:bodyPr>
          <a:lstStyle/>
          <a:p>
            <a:pPr indent="-247650" lvl="0" marL="285750" marR="0" rtl="0" algn="l">
              <a:lnSpc>
                <a:spcPct val="100000"/>
              </a:lnSpc>
              <a:spcBef>
                <a:spcPts val="0"/>
              </a:spcBef>
              <a:spcAft>
                <a:spcPts val="0"/>
              </a:spcAft>
              <a:buClr>
                <a:srgbClr val="000000"/>
              </a:buClr>
              <a:buSzPts val="1800"/>
              <a:buFont typeface="Poppins Medium"/>
              <a:buChar char="✔"/>
            </a:pPr>
            <a:r>
              <a:rPr lang="en-IN" sz="1800">
                <a:solidFill>
                  <a:schemeClr val="dk1"/>
                </a:solidFill>
                <a:latin typeface="Poppins Medium"/>
                <a:ea typeface="Poppins Medium"/>
                <a:cs typeface="Poppins Medium"/>
                <a:sym typeface="Poppins Medium"/>
              </a:rPr>
              <a:t>Community‑driven inference templates</a:t>
            </a:r>
            <a:br>
              <a:rPr lang="en-IN" sz="1800">
                <a:solidFill>
                  <a:schemeClr val="dk1"/>
                </a:solidFill>
                <a:latin typeface="Poppins Medium"/>
                <a:ea typeface="Poppins Medium"/>
                <a:cs typeface="Poppins Medium"/>
                <a:sym typeface="Poppins Medium"/>
              </a:rPr>
            </a:br>
            <a:endParaRPr sz="1800">
              <a:solidFill>
                <a:schemeClr val="dk1"/>
              </a:solidFill>
              <a:latin typeface="Poppins Medium"/>
              <a:ea typeface="Poppins Medium"/>
              <a:cs typeface="Poppins Medium"/>
              <a:sym typeface="Poppins Medium"/>
            </a:endParaRPr>
          </a:p>
          <a:p>
            <a:pPr indent="-247650" lvl="0" marL="285750" marR="0" rtl="0" algn="l">
              <a:lnSpc>
                <a:spcPct val="100000"/>
              </a:lnSpc>
              <a:spcBef>
                <a:spcPts val="0"/>
              </a:spcBef>
              <a:spcAft>
                <a:spcPts val="0"/>
              </a:spcAft>
              <a:buClr>
                <a:srgbClr val="000000"/>
              </a:buClr>
              <a:buSzPts val="1800"/>
              <a:buFont typeface="Poppins Medium"/>
              <a:buChar char="✔"/>
            </a:pPr>
            <a:r>
              <a:rPr i="0" lang="en-IN" sz="1800" u="none" cap="none" strike="noStrike">
                <a:solidFill>
                  <a:srgbClr val="000000"/>
                </a:solidFill>
                <a:latin typeface="Poppins Medium"/>
                <a:ea typeface="Poppins Medium"/>
                <a:cs typeface="Poppins Medium"/>
                <a:sym typeface="Poppins Medium"/>
              </a:rPr>
              <a:t>Sample bots: </a:t>
            </a:r>
            <a:r>
              <a:rPr i="0" lang="en-IN" sz="1800" u="none" cap="none" strike="noStrike">
                <a:solidFill>
                  <a:schemeClr val="accent1"/>
                </a:solidFill>
                <a:latin typeface="Poppins Medium"/>
                <a:ea typeface="Poppins Medium"/>
                <a:cs typeface="Poppins Medium"/>
                <a:sym typeface="Poppins Medium"/>
              </a:rPr>
              <a:t>stock‑tracker</a:t>
            </a:r>
            <a:r>
              <a:rPr i="0" lang="en-IN" sz="1800" u="none" cap="none" strike="noStrike">
                <a:solidFill>
                  <a:srgbClr val="000000"/>
                </a:solidFill>
                <a:latin typeface="Poppins Medium"/>
                <a:ea typeface="Poppins Medium"/>
                <a:cs typeface="Poppins Medium"/>
                <a:sym typeface="Poppins Medium"/>
              </a:rPr>
              <a:t>, </a:t>
            </a:r>
            <a:r>
              <a:rPr i="0" lang="en-IN" sz="1800" u="none" cap="none" strike="noStrike">
                <a:solidFill>
                  <a:schemeClr val="accent1"/>
                </a:solidFill>
                <a:latin typeface="Poppins Medium"/>
                <a:ea typeface="Poppins Medium"/>
                <a:cs typeface="Poppins Medium"/>
                <a:sym typeface="Poppins Medium"/>
              </a:rPr>
              <a:t>FAQ chatbots</a:t>
            </a:r>
            <a:br>
              <a:rPr i="0" lang="en-IN" sz="1800" u="none" cap="none" strike="noStrike">
                <a:solidFill>
                  <a:srgbClr val="000000"/>
                </a:solidFill>
                <a:latin typeface="Poppins Medium"/>
                <a:ea typeface="Poppins Medium"/>
                <a:cs typeface="Poppins Medium"/>
                <a:sym typeface="Poppins Medium"/>
              </a:rPr>
            </a:br>
            <a:endParaRPr i="0" sz="1800" u="none" cap="none" strike="noStrike">
              <a:solidFill>
                <a:srgbClr val="000000"/>
              </a:solidFill>
              <a:latin typeface="Poppins Medium"/>
              <a:ea typeface="Poppins Medium"/>
              <a:cs typeface="Poppins Medium"/>
              <a:sym typeface="Poppins Medium"/>
            </a:endParaRPr>
          </a:p>
          <a:p>
            <a:pPr indent="-247650" lvl="0" marL="285750" marR="0" rtl="0" algn="l">
              <a:lnSpc>
                <a:spcPct val="100000"/>
              </a:lnSpc>
              <a:spcBef>
                <a:spcPts val="0"/>
              </a:spcBef>
              <a:spcAft>
                <a:spcPts val="0"/>
              </a:spcAft>
              <a:buClr>
                <a:srgbClr val="000000"/>
              </a:buClr>
              <a:buSzPts val="1800"/>
              <a:buFont typeface="Poppins Medium"/>
              <a:buChar char="✔"/>
            </a:pPr>
            <a:r>
              <a:rPr i="0" lang="en-IN" sz="1800" u="none" cap="none" strike="noStrike">
                <a:solidFill>
                  <a:srgbClr val="000000"/>
                </a:solidFill>
                <a:latin typeface="Poppins Medium"/>
                <a:ea typeface="Poppins Medium"/>
                <a:cs typeface="Poppins Medium"/>
                <a:sym typeface="Poppins Medium"/>
              </a:rPr>
              <a:t>Ideal for interactive, latency‑sensitive apps</a:t>
            </a:r>
            <a:endParaRPr i="0" sz="1800" u="none" cap="none" strike="noStrike">
              <a:solidFill>
                <a:srgbClr val="000000"/>
              </a:solidFill>
              <a:latin typeface="Poppins Medium"/>
              <a:ea typeface="Poppins Medium"/>
              <a:cs typeface="Poppins Medium"/>
              <a:sym typeface="Poppins Medium"/>
            </a:endParaRPr>
          </a:p>
        </p:txBody>
      </p:sp>
      <p:sp>
        <p:nvSpPr>
          <p:cNvPr id="1816" name="Google Shape;1816;p16"/>
          <p:cNvSpPr txBox="1"/>
          <p:nvPr/>
        </p:nvSpPr>
        <p:spPr>
          <a:xfrm>
            <a:off x="663075" y="4434950"/>
            <a:ext cx="28875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1800" u="none" cap="none" strike="noStrike">
                <a:solidFill>
                  <a:schemeClr val="dk1"/>
                </a:solidFill>
              </a:rPr>
              <a:t>Stock Tracker</a:t>
            </a:r>
            <a:endParaRPr b="1">
              <a:solidFill>
                <a:schemeClr val="dk1"/>
              </a:solidFil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Real-time market analysis with sub-100ms</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responses for time-critical trading</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decisions</a:t>
            </a:r>
            <a:endParaRPr b="0" i="0" sz="1400" u="none" cap="none" strike="noStrike">
              <a:solidFill>
                <a:srgbClr val="000000"/>
              </a:solidFill>
              <a:latin typeface="Arial"/>
              <a:ea typeface="Arial"/>
              <a:cs typeface="Arial"/>
              <a:sym typeface="Arial"/>
            </a:endParaRPr>
          </a:p>
        </p:txBody>
      </p:sp>
      <p:sp>
        <p:nvSpPr>
          <p:cNvPr id="1817" name="Google Shape;1817;p16"/>
          <p:cNvSpPr txBox="1"/>
          <p:nvPr/>
        </p:nvSpPr>
        <p:spPr>
          <a:xfrm>
            <a:off x="8304428" y="2061530"/>
            <a:ext cx="27030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800" u="none" cap="none" strike="noStrike">
                <a:solidFill>
                  <a:schemeClr val="accent2"/>
                </a:solidFill>
                <a:latin typeface="Arial"/>
                <a:ea typeface="Arial"/>
                <a:cs typeface="Arial"/>
                <a:sym typeface="Arial"/>
              </a:rPr>
              <a:t>Custom Templates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Extensible prompt templates for</a:t>
            </a:r>
            <a:endParaRPr/>
          </a:p>
          <a:p>
            <a:pPr indent="0" lvl="0" marL="0" marR="0" rtl="0" algn="l">
              <a:lnSpc>
                <a:spcPct val="100000"/>
              </a:lnSpc>
              <a:spcBef>
                <a:spcPts val="0"/>
              </a:spcBef>
              <a:spcAft>
                <a:spcPts val="0"/>
              </a:spcAft>
              <a:buNone/>
            </a:pPr>
            <a:r>
              <a:rPr b="0" i="0" lang="en-IN" sz="1400" u="none" cap="none" strike="noStrike">
                <a:solidFill>
                  <a:srgbClr val="000000"/>
                </a:solidFill>
                <a:latin typeface="Arial"/>
                <a:ea typeface="Arial"/>
                <a:cs typeface="Arial"/>
                <a:sym typeface="Arial"/>
              </a:rPr>
              <a:t>specialized domain applications</a:t>
            </a:r>
            <a:endParaRPr/>
          </a:p>
        </p:txBody>
      </p:sp>
      <p:sp>
        <p:nvSpPr>
          <p:cNvPr id="1818" name="Google Shape;1818;p16"/>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19" name="Google Shape;1819;p16"/>
          <p:cNvSpPr/>
          <p:nvPr/>
        </p:nvSpPr>
        <p:spPr>
          <a:xfrm>
            <a:off x="544250" y="475800"/>
            <a:ext cx="76266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Groq</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Advanced </a:t>
            </a:r>
            <a:br>
              <a:rPr b="1" lang="en-IN" sz="3200">
                <a:solidFill>
                  <a:schemeClr val="accent1"/>
                </a:solidFill>
                <a:latin typeface="Poppins"/>
                <a:ea typeface="Poppins"/>
                <a:cs typeface="Poppins"/>
                <a:sym typeface="Poppins"/>
              </a:rPr>
            </a:br>
            <a:r>
              <a:rPr lang="en-IN" sz="2400">
                <a:solidFill>
                  <a:schemeClr val="accent1"/>
                </a:solidFill>
                <a:latin typeface="Poppins"/>
                <a:ea typeface="Poppins"/>
                <a:cs typeface="Poppins"/>
                <a:sym typeface="Poppins"/>
              </a:rPr>
              <a:t>Templates &amp; Demos</a:t>
            </a:r>
            <a:endParaRPr sz="2400">
              <a:solidFill>
                <a:schemeClr val="accent1"/>
              </a:solidFill>
              <a:latin typeface="Poppins"/>
              <a:ea typeface="Poppins"/>
              <a:cs typeface="Poppins"/>
              <a:sym typeface="Poppins"/>
            </a:endParaRPr>
          </a:p>
          <a:p>
            <a:pPr indent="0" lvl="0" marL="0" marR="0" rtl="0" algn="l">
              <a:lnSpc>
                <a:spcPct val="126190"/>
              </a:lnSpc>
              <a:spcBef>
                <a:spcPts val="0"/>
              </a:spcBef>
              <a:spcAft>
                <a:spcPts val="0"/>
              </a:spcAft>
              <a:buClr>
                <a:srgbClr val="000000"/>
              </a:buClr>
              <a:buSzPts val="3200"/>
              <a:buFont typeface="Arial"/>
              <a:buNone/>
            </a:pPr>
            <a:r>
              <a:t/>
            </a:r>
            <a:endParaRPr b="1" sz="3200">
              <a:solidFill>
                <a:schemeClr val="accent1"/>
              </a:solidFill>
              <a:latin typeface="Poppins"/>
              <a:ea typeface="Poppins"/>
              <a:cs typeface="Poppins"/>
              <a:sym typeface="Poppins"/>
            </a:endParaRPr>
          </a:p>
        </p:txBody>
      </p:sp>
      <p:sp>
        <p:nvSpPr>
          <p:cNvPr id="1820" name="Google Shape;1820;p16"/>
          <p:cNvSpPr/>
          <p:nvPr/>
        </p:nvSpPr>
        <p:spPr>
          <a:xfrm>
            <a:off x="4301975" y="4434950"/>
            <a:ext cx="3008700" cy="15471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1" name="Google Shape;1821;p16"/>
          <p:cNvSpPr txBox="1"/>
          <p:nvPr/>
        </p:nvSpPr>
        <p:spPr>
          <a:xfrm>
            <a:off x="4373275" y="4485050"/>
            <a:ext cx="28875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800">
                <a:solidFill>
                  <a:schemeClr val="dk1"/>
                </a:solidFill>
              </a:rPr>
              <a:t>FAQ Chatbots</a:t>
            </a:r>
            <a:endParaRPr b="1">
              <a:solidFill>
                <a:schemeClr val="dk1"/>
              </a:solidFil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IN"/>
              <a:t>Contextual knowledge base interfaces</a:t>
            </a:r>
            <a:endParaRPr/>
          </a:p>
          <a:p>
            <a:pPr indent="0" lvl="0" marL="0" marR="0" rtl="0" algn="l">
              <a:lnSpc>
                <a:spcPct val="100000"/>
              </a:lnSpc>
              <a:spcBef>
                <a:spcPts val="0"/>
              </a:spcBef>
              <a:spcAft>
                <a:spcPts val="0"/>
              </a:spcAft>
              <a:buNone/>
            </a:pPr>
            <a:r>
              <a:rPr lang="en-IN"/>
              <a:t>with instant response generation</a:t>
            </a:r>
            <a:endParaRPr/>
          </a:p>
          <a:p>
            <a:pPr indent="0" lvl="0" marL="0" marR="0" rtl="0" algn="l">
              <a:lnSpc>
                <a:spcPct val="100000"/>
              </a:lnSpc>
              <a:spcBef>
                <a:spcPts val="0"/>
              </a:spcBef>
              <a:spcAft>
                <a:spcPts val="0"/>
              </a:spcAft>
              <a:buNone/>
            </a:pPr>
            <a:r>
              <a:t/>
            </a:r>
            <a:endParaRPr/>
          </a:p>
        </p:txBody>
      </p:sp>
      <p:sp>
        <p:nvSpPr>
          <p:cNvPr id="1822" name="Google Shape;1822;p16"/>
          <p:cNvSpPr/>
          <p:nvPr/>
        </p:nvSpPr>
        <p:spPr>
          <a:xfrm>
            <a:off x="8187275" y="4358750"/>
            <a:ext cx="3008700" cy="1547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3" name="Google Shape;1823;p16"/>
          <p:cNvSpPr txBox="1"/>
          <p:nvPr/>
        </p:nvSpPr>
        <p:spPr>
          <a:xfrm>
            <a:off x="8258575" y="4408850"/>
            <a:ext cx="2887500" cy="1231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IN" sz="1800">
                <a:solidFill>
                  <a:schemeClr val="dk1"/>
                </a:solidFill>
              </a:rPr>
              <a:t>Custom Templates</a:t>
            </a:r>
            <a:endParaRPr b="1">
              <a:solidFill>
                <a:schemeClr val="dk1"/>
              </a:solidFil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IN"/>
              <a:t>Extensible prompt templates for</a:t>
            </a:r>
            <a:endParaRPr/>
          </a:p>
          <a:p>
            <a:pPr indent="0" lvl="0" marL="0" marR="0" rtl="0" algn="l">
              <a:lnSpc>
                <a:spcPct val="100000"/>
              </a:lnSpc>
              <a:spcBef>
                <a:spcPts val="0"/>
              </a:spcBef>
              <a:spcAft>
                <a:spcPts val="0"/>
              </a:spcAft>
              <a:buNone/>
            </a:pPr>
            <a:r>
              <a:rPr lang="en-IN"/>
              <a:t>specialized domain applications</a:t>
            </a:r>
            <a:endParaRPr/>
          </a:p>
          <a:p>
            <a:pPr indent="0" lvl="0" marL="0" marR="0" rtl="0" algn="l">
              <a:lnSpc>
                <a:spcPct val="100000"/>
              </a:lnSpc>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17"/>
          <p:cNvSpPr txBox="1"/>
          <p:nvPr/>
        </p:nvSpPr>
        <p:spPr>
          <a:xfrm>
            <a:off x="544250" y="1636625"/>
            <a:ext cx="2151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000" u="none" cap="none" strike="noStrike">
                <a:solidFill>
                  <a:schemeClr val="accent2"/>
                </a:solidFill>
                <a:latin typeface="Poppins"/>
                <a:ea typeface="Poppins"/>
                <a:cs typeface="Poppins"/>
                <a:sym typeface="Poppins"/>
              </a:rPr>
              <a:t>Best Practices</a:t>
            </a:r>
            <a:endParaRPr b="1" sz="2000">
              <a:latin typeface="Poppins"/>
              <a:ea typeface="Poppins"/>
              <a:cs typeface="Poppins"/>
              <a:sym typeface="Poppins"/>
            </a:endParaRPr>
          </a:p>
        </p:txBody>
      </p:sp>
      <p:sp>
        <p:nvSpPr>
          <p:cNvPr id="1829" name="Google Shape;1829;p17"/>
          <p:cNvSpPr txBox="1"/>
          <p:nvPr/>
        </p:nvSpPr>
        <p:spPr>
          <a:xfrm>
            <a:off x="544250" y="2108125"/>
            <a:ext cx="6575700" cy="831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i="0" lang="en-IN" sz="1600" u="none" cap="none" strike="noStrike">
                <a:solidFill>
                  <a:srgbClr val="000000"/>
                </a:solidFill>
                <a:latin typeface="Poppins"/>
                <a:ea typeface="Poppins"/>
                <a:cs typeface="Poppins"/>
                <a:sym typeface="Poppins"/>
              </a:rPr>
              <a:t>Set clear system and user roles</a:t>
            </a:r>
            <a:endParaRPr sz="1600">
              <a:latin typeface="Poppins"/>
              <a:ea typeface="Poppins"/>
              <a:cs typeface="Poppins"/>
              <a:sym typeface="Poppins"/>
            </a:endParaRPr>
          </a:p>
          <a:p>
            <a:pPr indent="-330200" lvl="0" marL="457200" marR="0" rtl="0" algn="l">
              <a:lnSpc>
                <a:spcPct val="100000"/>
              </a:lnSpc>
              <a:spcBef>
                <a:spcPts val="0"/>
              </a:spcBef>
              <a:spcAft>
                <a:spcPts val="0"/>
              </a:spcAft>
              <a:buClr>
                <a:srgbClr val="000000"/>
              </a:buClr>
              <a:buSzPts val="1600"/>
              <a:buFont typeface="Poppins"/>
              <a:buChar char="●"/>
            </a:pPr>
            <a:r>
              <a:rPr i="0" lang="en-IN" sz="1600" u="none" cap="none" strike="noStrike">
                <a:solidFill>
                  <a:srgbClr val="000000"/>
                </a:solidFill>
                <a:latin typeface="Poppins"/>
                <a:ea typeface="Poppins"/>
                <a:cs typeface="Poppins"/>
                <a:sym typeface="Poppins"/>
              </a:rPr>
              <a:t>Tune temperature/top-p parameters</a:t>
            </a:r>
            <a:endParaRPr sz="1600">
              <a:latin typeface="Poppins"/>
              <a:ea typeface="Poppins"/>
              <a:cs typeface="Poppins"/>
              <a:sym typeface="Poppins"/>
            </a:endParaRPr>
          </a:p>
          <a:p>
            <a:pPr indent="-330200" lvl="0" marL="457200" marR="0" rtl="0" algn="l">
              <a:lnSpc>
                <a:spcPct val="100000"/>
              </a:lnSpc>
              <a:spcBef>
                <a:spcPts val="0"/>
              </a:spcBef>
              <a:spcAft>
                <a:spcPts val="0"/>
              </a:spcAft>
              <a:buClr>
                <a:srgbClr val="000000"/>
              </a:buClr>
              <a:buSzPts val="1600"/>
              <a:buFont typeface="Poppins"/>
              <a:buChar char="●"/>
            </a:pPr>
            <a:r>
              <a:rPr i="0" lang="en-IN" sz="1600" u="none" cap="none" strike="noStrike">
                <a:solidFill>
                  <a:srgbClr val="000000"/>
                </a:solidFill>
                <a:latin typeface="Poppins"/>
                <a:ea typeface="Poppins"/>
                <a:cs typeface="Poppins"/>
                <a:sym typeface="Poppins"/>
              </a:rPr>
              <a:t>Handle errors gracefully</a:t>
            </a:r>
            <a:endParaRPr sz="1600">
              <a:latin typeface="Poppins"/>
              <a:ea typeface="Poppins"/>
              <a:cs typeface="Poppins"/>
              <a:sym typeface="Poppins"/>
            </a:endParaRPr>
          </a:p>
        </p:txBody>
      </p:sp>
      <p:sp>
        <p:nvSpPr>
          <p:cNvPr id="1830" name="Google Shape;1830;p17"/>
          <p:cNvSpPr txBox="1"/>
          <p:nvPr/>
        </p:nvSpPr>
        <p:spPr>
          <a:xfrm>
            <a:off x="618677" y="3593890"/>
            <a:ext cx="129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800" u="none" cap="none" strike="noStrike">
                <a:solidFill>
                  <a:schemeClr val="accent2"/>
                </a:solidFill>
                <a:latin typeface="Poppins"/>
                <a:ea typeface="Poppins"/>
                <a:cs typeface="Poppins"/>
                <a:sym typeface="Poppins"/>
              </a:rPr>
              <a:t>Security</a:t>
            </a:r>
            <a:endParaRPr b="1" sz="1800">
              <a:latin typeface="Poppins"/>
              <a:ea typeface="Poppins"/>
              <a:cs typeface="Poppins"/>
              <a:sym typeface="Poppins"/>
            </a:endParaRPr>
          </a:p>
        </p:txBody>
      </p:sp>
      <p:sp>
        <p:nvSpPr>
          <p:cNvPr id="1831" name="Google Shape;1831;p17"/>
          <p:cNvSpPr txBox="1"/>
          <p:nvPr/>
        </p:nvSpPr>
        <p:spPr>
          <a:xfrm>
            <a:off x="618679" y="3978923"/>
            <a:ext cx="4729200" cy="5850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Poppins"/>
              <a:buChar char="●"/>
            </a:pPr>
            <a:r>
              <a:rPr i="0" lang="en-IN" sz="1600" u="none" cap="none" strike="noStrike">
                <a:solidFill>
                  <a:srgbClr val="000000"/>
                </a:solidFill>
                <a:latin typeface="Poppins"/>
                <a:ea typeface="Poppins"/>
                <a:cs typeface="Poppins"/>
                <a:sym typeface="Poppins"/>
              </a:rPr>
              <a:t>Store API keys in environment variables</a:t>
            </a:r>
            <a:endParaRPr i="0" sz="1600" u="none" cap="none" strike="noStrike">
              <a:solidFill>
                <a:srgbClr val="000000"/>
              </a:solidFill>
              <a:latin typeface="Poppins"/>
              <a:ea typeface="Poppins"/>
              <a:cs typeface="Poppins"/>
              <a:sym typeface="Poppins"/>
            </a:endParaRPr>
          </a:p>
          <a:p>
            <a:pPr indent="-330200" lvl="0" marL="457200" marR="0" rtl="0" algn="l">
              <a:lnSpc>
                <a:spcPct val="100000"/>
              </a:lnSpc>
              <a:spcBef>
                <a:spcPts val="0"/>
              </a:spcBef>
              <a:spcAft>
                <a:spcPts val="0"/>
              </a:spcAft>
              <a:buClr>
                <a:srgbClr val="000000"/>
              </a:buClr>
              <a:buSzPts val="1600"/>
              <a:buFont typeface="Poppins"/>
              <a:buChar char="●"/>
            </a:pPr>
            <a:r>
              <a:rPr i="0" lang="en-IN" sz="1600" u="none" cap="none" strike="noStrike">
                <a:solidFill>
                  <a:srgbClr val="000000"/>
                </a:solidFill>
                <a:latin typeface="Poppins"/>
                <a:ea typeface="Poppins"/>
                <a:cs typeface="Poppins"/>
                <a:sym typeface="Poppins"/>
              </a:rPr>
              <a:t>Implement retry/backoff strategies</a:t>
            </a:r>
            <a:endParaRPr sz="1600">
              <a:latin typeface="Poppins"/>
              <a:ea typeface="Poppins"/>
              <a:cs typeface="Poppins"/>
              <a:sym typeface="Poppins"/>
            </a:endParaRPr>
          </a:p>
        </p:txBody>
      </p:sp>
      <p:sp>
        <p:nvSpPr>
          <p:cNvPr id="1832" name="Google Shape;1832;p17"/>
          <p:cNvSpPr txBox="1"/>
          <p:nvPr/>
        </p:nvSpPr>
        <p:spPr>
          <a:xfrm>
            <a:off x="7686675" y="1917651"/>
            <a:ext cx="24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800" u="none" cap="none" strike="noStrike">
                <a:solidFill>
                  <a:schemeClr val="accent2"/>
                </a:solidFill>
                <a:latin typeface="Poppins"/>
                <a:ea typeface="Poppins"/>
                <a:cs typeface="Poppins"/>
                <a:sym typeface="Poppins"/>
              </a:rPr>
              <a:t>Further Reading</a:t>
            </a:r>
            <a:endParaRPr b="1" sz="1800">
              <a:latin typeface="Poppins"/>
              <a:ea typeface="Poppins"/>
              <a:cs typeface="Poppins"/>
              <a:sym typeface="Poppins"/>
            </a:endParaRPr>
          </a:p>
        </p:txBody>
      </p:sp>
      <p:sp>
        <p:nvSpPr>
          <p:cNvPr id="1833" name="Google Shape;1833;p17"/>
          <p:cNvSpPr txBox="1"/>
          <p:nvPr/>
        </p:nvSpPr>
        <p:spPr>
          <a:xfrm>
            <a:off x="5920598" y="2737971"/>
            <a:ext cx="274786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OpenAI GPT‑4.1 Docs</a:t>
            </a:r>
            <a:endParaRPr/>
          </a:p>
        </p:txBody>
      </p:sp>
      <p:sp>
        <p:nvSpPr>
          <p:cNvPr id="1834" name="Google Shape;1834;p17"/>
          <p:cNvSpPr txBox="1"/>
          <p:nvPr/>
        </p:nvSpPr>
        <p:spPr>
          <a:xfrm>
            <a:off x="8949575" y="2763669"/>
            <a:ext cx="303640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Anthropic Claude Sonnet</a:t>
            </a:r>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4 Guide</a:t>
            </a:r>
            <a:endParaRPr b="0" i="0" sz="2000" u="none" cap="none" strike="noStrike">
              <a:solidFill>
                <a:srgbClr val="000000"/>
              </a:solidFill>
              <a:latin typeface="Arial"/>
              <a:ea typeface="Arial"/>
              <a:cs typeface="Arial"/>
              <a:sym typeface="Arial"/>
            </a:endParaRPr>
          </a:p>
        </p:txBody>
      </p:sp>
      <p:sp>
        <p:nvSpPr>
          <p:cNvPr id="1835" name="Google Shape;1835;p17"/>
          <p:cNvSpPr txBox="1"/>
          <p:nvPr/>
        </p:nvSpPr>
        <p:spPr>
          <a:xfrm>
            <a:off x="5920598" y="3638473"/>
            <a:ext cx="232467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Hugging Face Hub</a:t>
            </a:r>
            <a:endParaRPr/>
          </a:p>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Tutorials</a:t>
            </a:r>
            <a:endParaRPr/>
          </a:p>
        </p:txBody>
      </p:sp>
      <p:sp>
        <p:nvSpPr>
          <p:cNvPr id="1836" name="Google Shape;1836;p17"/>
          <p:cNvSpPr txBox="1"/>
          <p:nvPr/>
        </p:nvSpPr>
        <p:spPr>
          <a:xfrm>
            <a:off x="9042563" y="3792361"/>
            <a:ext cx="24641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2000" u="none" cap="none" strike="noStrike">
                <a:solidFill>
                  <a:srgbClr val="000000"/>
                </a:solidFill>
                <a:latin typeface="Arial"/>
                <a:ea typeface="Arial"/>
                <a:cs typeface="Arial"/>
                <a:sym typeface="Arial"/>
              </a:rPr>
              <a:t>Groq API Cookbook</a:t>
            </a:r>
            <a:endParaRPr/>
          </a:p>
        </p:txBody>
      </p:sp>
      <p:sp>
        <p:nvSpPr>
          <p:cNvPr id="1837" name="Google Shape;1837;p17"/>
          <p:cNvSpPr/>
          <p:nvPr/>
        </p:nvSpPr>
        <p:spPr>
          <a:xfrm>
            <a:off x="5920598" y="2379316"/>
            <a:ext cx="6065386" cy="2429167"/>
          </a:xfrm>
          <a:prstGeom prst="rect">
            <a:avLst/>
          </a:prstGeom>
          <a:solidFill>
            <a:schemeClr val="accent1">
              <a:alpha val="43921"/>
            </a:schemeClr>
          </a:solidFill>
          <a:ln cap="flat" cmpd="sng" w="25400">
            <a:solidFill>
              <a:srgbClr val="0482B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838" name="Google Shape;1838;p17"/>
          <p:cNvCxnSpPr/>
          <p:nvPr/>
        </p:nvCxnSpPr>
        <p:spPr>
          <a:xfrm>
            <a:off x="8872427" y="2379316"/>
            <a:ext cx="0" cy="2429167"/>
          </a:xfrm>
          <a:prstGeom prst="straightConnector1">
            <a:avLst/>
          </a:prstGeom>
          <a:noFill/>
          <a:ln cap="flat" cmpd="sng" w="28575">
            <a:solidFill>
              <a:srgbClr val="04A9E3"/>
            </a:solidFill>
            <a:prstDash val="solid"/>
            <a:round/>
            <a:headEnd len="sm" w="sm" type="none"/>
            <a:tailEnd len="sm" w="sm" type="none"/>
          </a:ln>
        </p:spPr>
      </p:cxnSp>
      <p:cxnSp>
        <p:nvCxnSpPr>
          <p:cNvPr id="1839" name="Google Shape;1839;p17"/>
          <p:cNvCxnSpPr>
            <a:stCxn id="1837" idx="1"/>
            <a:endCxn id="1837" idx="3"/>
          </p:cNvCxnSpPr>
          <p:nvPr/>
        </p:nvCxnSpPr>
        <p:spPr>
          <a:xfrm>
            <a:off x="5920598" y="3593900"/>
            <a:ext cx="6065400" cy="0"/>
          </a:xfrm>
          <a:prstGeom prst="straightConnector1">
            <a:avLst/>
          </a:prstGeom>
          <a:noFill/>
          <a:ln cap="flat" cmpd="sng" w="28575">
            <a:solidFill>
              <a:srgbClr val="04A9E3"/>
            </a:solidFill>
            <a:prstDash val="solid"/>
            <a:round/>
            <a:headEnd len="sm" w="sm" type="none"/>
            <a:tailEnd len="sm" w="sm" type="none"/>
          </a:ln>
        </p:spPr>
      </p:cxnSp>
      <p:sp>
        <p:nvSpPr>
          <p:cNvPr id="1840" name="Google Shape;1840;p17"/>
          <p:cNvSpPr/>
          <p:nvPr/>
        </p:nvSpPr>
        <p:spPr>
          <a:xfrm>
            <a:off x="531147" y="370208"/>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41" name="Google Shape;1841;p17"/>
          <p:cNvSpPr/>
          <p:nvPr/>
        </p:nvSpPr>
        <p:spPr>
          <a:xfrm>
            <a:off x="544250" y="475800"/>
            <a:ext cx="6725700" cy="51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3200"/>
              <a:buFont typeface="Arial"/>
              <a:buNone/>
            </a:pPr>
            <a:r>
              <a:rPr b="1" lang="en-IN" sz="3200">
                <a:latin typeface="Poppins"/>
                <a:ea typeface="Poppins"/>
                <a:cs typeface="Poppins"/>
                <a:sym typeface="Poppins"/>
              </a:rPr>
              <a:t>Summary &amp;</a:t>
            </a:r>
            <a:r>
              <a:rPr b="1" lang="en-IN" sz="3200">
                <a:latin typeface="Poppins"/>
                <a:ea typeface="Poppins"/>
                <a:cs typeface="Poppins"/>
                <a:sym typeface="Poppins"/>
              </a:rPr>
              <a:t> – </a:t>
            </a:r>
            <a:r>
              <a:rPr b="1" lang="en-IN" sz="3200">
                <a:solidFill>
                  <a:schemeClr val="accent1"/>
                </a:solidFill>
                <a:latin typeface="Poppins"/>
                <a:ea typeface="Poppins"/>
                <a:cs typeface="Poppins"/>
                <a:sym typeface="Poppins"/>
              </a:rPr>
              <a:t>Resources</a:t>
            </a:r>
            <a:endParaRPr sz="2200">
              <a:solidFill>
                <a:schemeClr val="accent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g36468d4ee1f_3_1822"/>
          <p:cNvSpPr/>
          <p:nvPr/>
        </p:nvSpPr>
        <p:spPr>
          <a:xfrm>
            <a:off x="4343375" y="151485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47" name="Google Shape;1847;g36468d4ee1f_3_1822"/>
          <p:cNvSpPr txBox="1"/>
          <p:nvPr/>
        </p:nvSpPr>
        <p:spPr>
          <a:xfrm>
            <a:off x="4236427" y="1577700"/>
            <a:ext cx="41955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lang="en-IN" sz="4000"/>
              <a:t>Challenge</a:t>
            </a:r>
            <a:endParaRPr b="1" i="0" sz="4000" u="none" cap="none" strike="noStrike">
              <a:solidFill>
                <a:srgbClr val="000000"/>
              </a:solidFill>
              <a:latin typeface="Arial"/>
              <a:ea typeface="Arial"/>
              <a:cs typeface="Arial"/>
              <a:sym typeface="Arial"/>
            </a:endParaRPr>
          </a:p>
        </p:txBody>
      </p:sp>
      <p:sp>
        <p:nvSpPr>
          <p:cNvPr id="1848" name="Google Shape;1848;g36468d4ee1f_3_1822"/>
          <p:cNvSpPr txBox="1"/>
          <p:nvPr/>
        </p:nvSpPr>
        <p:spPr>
          <a:xfrm>
            <a:off x="2146100" y="2524325"/>
            <a:ext cx="8085300" cy="8004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Poppins"/>
              <a:buChar char="●"/>
            </a:pPr>
            <a:r>
              <a:rPr lang="en-IN" sz="2000">
                <a:solidFill>
                  <a:schemeClr val="dk1"/>
                </a:solidFill>
                <a:latin typeface="Poppins"/>
                <a:ea typeface="Poppins"/>
                <a:cs typeface="Poppins"/>
                <a:sym typeface="Poppins"/>
              </a:rPr>
              <a:t>Build a hybrid prompt engine mixing GPT‑4.1 and Claude Sonnet 4 with open‑source fallbacks!</a:t>
            </a:r>
            <a:endParaRPr>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g36468d4ee1f_3_2381"/>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54" name="Google Shape;1854;g36468d4ee1f_3_2381"/>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Q / A</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g36468d4ee1f_3_1827"/>
          <p:cNvSpPr/>
          <p:nvPr/>
        </p:nvSpPr>
        <p:spPr>
          <a:xfrm>
            <a:off x="4878125" y="2598603"/>
            <a:ext cx="995100" cy="105600"/>
          </a:xfrm>
          <a:prstGeom prst="roundRect">
            <a:avLst>
              <a:gd fmla="val 50000" name="adj"/>
            </a:avLst>
          </a:prstGeom>
          <a:solidFill>
            <a:srgbClr val="06B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6B3F3"/>
              </a:solidFill>
              <a:latin typeface="Calibri"/>
              <a:ea typeface="Calibri"/>
              <a:cs typeface="Calibri"/>
              <a:sym typeface="Calibri"/>
            </a:endParaRPr>
          </a:p>
        </p:txBody>
      </p:sp>
      <p:sp>
        <p:nvSpPr>
          <p:cNvPr id="1860" name="Google Shape;1860;g36468d4ee1f_3_1827"/>
          <p:cNvSpPr txBox="1"/>
          <p:nvPr/>
        </p:nvSpPr>
        <p:spPr>
          <a:xfrm>
            <a:off x="4774597" y="2704200"/>
            <a:ext cx="2358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IN" sz="4000" u="none" cap="none" strike="noStrike">
                <a:solidFill>
                  <a:srgbClr val="000000"/>
                </a:solidFill>
                <a:latin typeface="Arial"/>
                <a:ea typeface="Arial"/>
                <a:cs typeface="Arial"/>
                <a:sym typeface="Arial"/>
              </a:rPr>
              <a:t>Thanks</a:t>
            </a:r>
            <a:endParaRPr b="1" i="0" sz="4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76">
      <a:dk1>
        <a:srgbClr val="000000"/>
      </a:dk1>
      <a:lt1>
        <a:srgbClr val="FFFFFF"/>
      </a:lt1>
      <a:dk2>
        <a:srgbClr val="44546A"/>
      </a:dk2>
      <a:lt2>
        <a:srgbClr val="E7E6E6"/>
      </a:lt2>
      <a:accent1>
        <a:srgbClr val="06B3F3"/>
      </a:accent1>
      <a:accent2>
        <a:srgbClr val="3BC9FB"/>
      </a:accent2>
      <a:accent3>
        <a:srgbClr val="0492C4"/>
      </a:accent3>
      <a:accent4>
        <a:srgbClr val="035F7F"/>
      </a:accent4>
      <a:accent5>
        <a:srgbClr val="5B9BD5"/>
      </a:accent5>
      <a:accent6>
        <a:srgbClr val="E94C8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HOME</dc:creator>
</cp:coreProperties>
</file>