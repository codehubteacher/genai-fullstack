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Poppins"/>
      <p:regular r:id="rId27"/>
      <p:bold r:id="rId28"/>
      <p:italic r:id="rId29"/>
      <p:boldItalic r:id="rId30"/>
    </p:embeddedFont>
    <p:embeddedFont>
      <p:font typeface="IBM Plex Mono Light"/>
      <p:regular r:id="rId31"/>
      <p:bold r:id="rId32"/>
      <p:italic r:id="rId33"/>
      <p:boldItalic r:id="rId34"/>
    </p:embeddedFont>
    <p:embeddedFont>
      <p:font typeface="Poppins Light"/>
      <p:regular r:id="rId35"/>
      <p:bold r:id="rId36"/>
      <p:italic r:id="rId37"/>
      <p:boldItalic r:id="rId38"/>
    </p:embeddedFont>
    <p:embeddedFont>
      <p:font typeface="Open Sans Light"/>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134">
          <p15:clr>
            <a:srgbClr val="A4A3A4"/>
          </p15:clr>
        </p15:guide>
        <p15:guide id="2" pos="744">
          <p15:clr>
            <a:srgbClr val="A4A3A4"/>
          </p15:clr>
        </p15:guide>
      </p15:sldGuideLst>
    </p:ext>
    <p:ext uri="GoogleSlidesCustomDataVersion2">
      <go:slidesCustomData xmlns:go="http://customooxmlschemas.google.com/" r:id="rId47" roundtripDataSignature="AMtx7mhLT66Lkh6MOoEvkSzl2CVSVNP5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34" orient="horz"/>
        <p:guide pos="7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Light-bold.fntdata"/><Relationship Id="rId20" Type="http://schemas.openxmlformats.org/officeDocument/2006/relationships/slide" Target="slides/slide14.xml"/><Relationship Id="rId42" Type="http://schemas.openxmlformats.org/officeDocument/2006/relationships/font" Target="fonts/OpenSansLight-boldItalic.fntdata"/><Relationship Id="rId41" Type="http://schemas.openxmlformats.org/officeDocument/2006/relationships/font" Target="fonts/OpenSansLight-italic.fntdata"/><Relationship Id="rId22" Type="http://schemas.openxmlformats.org/officeDocument/2006/relationships/slide" Target="slides/slide16.xml"/><Relationship Id="rId44" Type="http://schemas.openxmlformats.org/officeDocument/2006/relationships/font" Target="fonts/OpenSans-bold.fntdata"/><Relationship Id="rId21" Type="http://schemas.openxmlformats.org/officeDocument/2006/relationships/slide" Target="slides/slide15.xml"/><Relationship Id="rId43" Type="http://schemas.openxmlformats.org/officeDocument/2006/relationships/font" Target="fonts/OpenSans-regular.fntdata"/><Relationship Id="rId24" Type="http://schemas.openxmlformats.org/officeDocument/2006/relationships/slide" Target="slides/slide18.xml"/><Relationship Id="rId46" Type="http://schemas.openxmlformats.org/officeDocument/2006/relationships/font" Target="fonts/OpenSans-boldItalic.fntdata"/><Relationship Id="rId23" Type="http://schemas.openxmlformats.org/officeDocument/2006/relationships/slide" Target="slides/slide17.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Light-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IBMPlexMonoLight-italic.fntdata"/><Relationship Id="rId10" Type="http://schemas.openxmlformats.org/officeDocument/2006/relationships/slide" Target="slides/slide4.xml"/><Relationship Id="rId32" Type="http://schemas.openxmlformats.org/officeDocument/2006/relationships/font" Target="fonts/IBMPlexMonoLight-bold.fntdata"/><Relationship Id="rId13" Type="http://schemas.openxmlformats.org/officeDocument/2006/relationships/slide" Target="slides/slide7.xml"/><Relationship Id="rId35" Type="http://schemas.openxmlformats.org/officeDocument/2006/relationships/font" Target="fonts/PoppinsLight-regular.fntdata"/><Relationship Id="rId12" Type="http://schemas.openxmlformats.org/officeDocument/2006/relationships/slide" Target="slides/slide6.xml"/><Relationship Id="rId34" Type="http://schemas.openxmlformats.org/officeDocument/2006/relationships/font" Target="fonts/IBMPlexMonoLight-boldItalic.fntdata"/><Relationship Id="rId15" Type="http://schemas.openxmlformats.org/officeDocument/2006/relationships/slide" Target="slides/slide9.xml"/><Relationship Id="rId37" Type="http://schemas.openxmlformats.org/officeDocument/2006/relationships/font" Target="fonts/PoppinsLight-italic.fntdata"/><Relationship Id="rId14" Type="http://schemas.openxmlformats.org/officeDocument/2006/relationships/slide" Target="slides/slide8.xml"/><Relationship Id="rId36" Type="http://schemas.openxmlformats.org/officeDocument/2006/relationships/font" Target="fonts/PoppinsLight-bold.fntdata"/><Relationship Id="rId17" Type="http://schemas.openxmlformats.org/officeDocument/2006/relationships/slide" Target="slides/slide11.xml"/><Relationship Id="rId39" Type="http://schemas.openxmlformats.org/officeDocument/2006/relationships/font" Target="fonts/OpenSansLight-regular.fntdata"/><Relationship Id="rId16" Type="http://schemas.openxmlformats.org/officeDocument/2006/relationships/slide" Target="slides/slide10.xml"/><Relationship Id="rId38" Type="http://schemas.openxmlformats.org/officeDocument/2006/relationships/font" Target="fonts/Poppins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72a3a90f18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2" name="Google Shape;1092;g372a3a90f18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72a3a90f18_0_5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2" name="Google Shape;1102;g372a3a90f18_0_5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Hello everyone, welcome to this session on Prompt Engineering 101. My name is [Your Name] and over the next two hours, we’re going to dive deep into how we can craft effective prompts for Large Language Models like ChatGPT, Claude, and Gemini. We’ll not only learn the concepts but also do live demonstrations so you can see the impact of good prompt design in real-time. By the end of this session, you’ll have a toolkit of patterns and techniques you can start using immediately.</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10" name="Google Shape;111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72a3a90f18_0_2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19" name="Google Shape;1119;g372a3a90f18_0_2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7" name="Google Shape;11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Why should we even care about prompt engineering? Well, the quality of the model’s output is directly tied to the quality of the input it’s given. A vague prompt can lead to generic or irrelevant answers, while a well-crafted prompt can unlock nuanced, detailed, and actionable insights. Prompt engineering also lets us control the style, format, and scope of responses, which is critical for professional use cases like summarizing legal documents or drafting customer emails.</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135" name="Google Shape;113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5" name="Google Shape;1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2" name="Google Shape;116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In many LLM interfaces, you have two kinds of prompts: system prompts, which set the model’s behavior from the start, and user prompts, which are the task-specific instructions. For example, a system prompt might be ‘You are a helpful math tutor.’ Then, a user prompt might say, ‘Help me solve this algebra equation: 2x + 3 = 11.’ We can also use prompt templates to make recurring tasks easier — for example, ‘Translate the following text to [LANGUAGE]: [TEXT].</a:t>
            </a:r>
            <a:endParaRPr sz="10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4" name="Google Shape;117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6" name="Google Shape;118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Let’s go through common prompt patterns. Zero-shot means you just ask directly without examples. One-shot includes one example, few-shot includes several examples, chain-of-thought encourages step-by-step reasoning, and role prompts assign the model a persona. I’ll show you each one and how the output changes.</a:t>
            </a:r>
            <a:endParaRPr sz="10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3" name="Google Shape;11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72a3a90f18_0_2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8" name="Google Shape;1208;g372a3a90f18_0_2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3" name="Google Shape;122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Different models have different strengths. ChatGPT is versatile and good at reasoning. Claude is strong in safe and empathetic responses. Gemini supports multimodal inputs and large contexts. Tailor your prompts to the model’s strengths for the best results.</a:t>
            </a:r>
            <a:endParaRPr sz="10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72a3a90f18_0_2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5" name="Google Shape;1235;g372a3a90f18_0_2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72a3a90f18_0_23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2" name="Google Shape;1252;g372a3a90f18_0_2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5" name="Google Shape;12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2" name="Google Shape;12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9" name="Google Shape;13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72a3a90f18_0_24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5" name="Google Shape;1315;g372a3a90f18_0_2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 name="Shape 7"/>
        <p:cNvGrpSpPr/>
        <p:nvPr/>
      </p:nvGrpSpPr>
      <p:grpSpPr>
        <a:xfrm>
          <a:off x="0" y="0"/>
          <a:ext cx="0" cy="0"/>
          <a:chOff x="0" y="0"/>
          <a:chExt cx="0" cy="0"/>
        </a:xfrm>
      </p:grpSpPr>
      <p:sp>
        <p:nvSpPr>
          <p:cNvPr id="8" name="Google Shape;8;g372a3a90f18_0_1745"/>
          <p:cNvSpPr/>
          <p:nvPr>
            <p:ph idx="2" type="pic"/>
          </p:nvPr>
        </p:nvSpPr>
        <p:spPr>
          <a:xfrm>
            <a:off x="1068777" y="837967"/>
            <a:ext cx="2873700" cy="5182200"/>
          </a:xfrm>
          <a:prstGeom prst="rect">
            <a:avLst/>
          </a:prstGeom>
          <a:solidFill>
            <a:schemeClr val="lt1"/>
          </a:solidFill>
          <a:ln>
            <a:noFill/>
          </a:ln>
        </p:spPr>
      </p:sp>
      <p:grpSp>
        <p:nvGrpSpPr>
          <p:cNvPr id="9" name="Google Shape;9;g372a3a90f18_0_1745"/>
          <p:cNvGrpSpPr/>
          <p:nvPr/>
        </p:nvGrpSpPr>
        <p:grpSpPr>
          <a:xfrm>
            <a:off x="-693518" y="-764200"/>
            <a:ext cx="2003005" cy="3742362"/>
            <a:chOff x="-367748" y="-573164"/>
            <a:chExt cx="1502291" cy="2806842"/>
          </a:xfrm>
        </p:grpSpPr>
        <p:grpSp>
          <p:nvGrpSpPr>
            <p:cNvPr id="10" name="Google Shape;10;g372a3a90f18_0_1745"/>
            <p:cNvGrpSpPr/>
            <p:nvPr/>
          </p:nvGrpSpPr>
          <p:grpSpPr>
            <a:xfrm rot="10800000">
              <a:off x="-191449" y="1507557"/>
              <a:ext cx="904666" cy="726121"/>
              <a:chOff x="7945225" y="4302000"/>
              <a:chExt cx="904666" cy="726121"/>
            </a:xfrm>
          </p:grpSpPr>
          <p:sp>
            <p:nvSpPr>
              <p:cNvPr id="11" name="Google Shape;11;g372a3a90f18_0_174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2" name="Google Shape;12;g372a3a90f18_0_174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 name="Google Shape;13;g372a3a90f18_0_174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4" name="Google Shape;14;g372a3a90f18_0_1745"/>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5" name="Google Shape;15;g372a3a90f18_0_1745"/>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6" name="Google Shape;16;g372a3a90f18_0_1745"/>
            <p:cNvGrpSpPr/>
            <p:nvPr/>
          </p:nvGrpSpPr>
          <p:grpSpPr>
            <a:xfrm rot="10800000">
              <a:off x="-367748" y="-467133"/>
              <a:ext cx="699928" cy="1651024"/>
              <a:chOff x="8337812" y="3492483"/>
              <a:chExt cx="699928" cy="1651024"/>
            </a:xfrm>
          </p:grpSpPr>
          <p:sp>
            <p:nvSpPr>
              <p:cNvPr id="17" name="Google Shape;17;g372a3a90f18_0_174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8" name="Google Shape;18;g372a3a90f18_0_174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9" name="Google Shape;19;g372a3a90f18_0_174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20" name="Google Shape;20;g372a3a90f18_0_1745"/>
          <p:cNvGrpSpPr/>
          <p:nvPr/>
        </p:nvGrpSpPr>
        <p:grpSpPr>
          <a:xfrm>
            <a:off x="10058981" y="-228028"/>
            <a:ext cx="4669343" cy="7413455"/>
            <a:chOff x="7392021" y="-171025"/>
            <a:chExt cx="3502095" cy="5560230"/>
          </a:xfrm>
        </p:grpSpPr>
        <p:grpSp>
          <p:nvGrpSpPr>
            <p:cNvPr id="21" name="Google Shape;21;g372a3a90f18_0_1745"/>
            <p:cNvGrpSpPr/>
            <p:nvPr/>
          </p:nvGrpSpPr>
          <p:grpSpPr>
            <a:xfrm>
              <a:off x="7392021" y="539499"/>
              <a:ext cx="1518472" cy="3030657"/>
              <a:chOff x="7785196" y="342199"/>
              <a:chExt cx="1518472" cy="3030657"/>
            </a:xfrm>
          </p:grpSpPr>
          <p:sp>
            <p:nvSpPr>
              <p:cNvPr id="22" name="Google Shape;22;g372a3a90f18_0_1745"/>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3" name="Google Shape;23;g372a3a90f18_0_1745"/>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4" name="Google Shape;24;g372a3a90f18_0_1745"/>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5" name="Google Shape;25;g372a3a90f18_0_1745"/>
            <p:cNvGrpSpPr/>
            <p:nvPr/>
          </p:nvGrpSpPr>
          <p:grpSpPr>
            <a:xfrm>
              <a:off x="7740801" y="270000"/>
              <a:ext cx="3153315" cy="5119205"/>
              <a:chOff x="7740801" y="270000"/>
              <a:chExt cx="3153315" cy="5119205"/>
            </a:xfrm>
          </p:grpSpPr>
          <p:sp>
            <p:nvSpPr>
              <p:cNvPr id="26" name="Google Shape;26;g372a3a90f18_0_1745"/>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7" name="Google Shape;27;g372a3a90f18_0_1745"/>
              <p:cNvGrpSpPr/>
              <p:nvPr/>
            </p:nvGrpSpPr>
            <p:grpSpPr>
              <a:xfrm>
                <a:off x="8192875" y="4736396"/>
                <a:ext cx="134004" cy="134004"/>
                <a:chOff x="8356813" y="1074288"/>
                <a:chExt cx="351900" cy="351900"/>
              </a:xfrm>
            </p:grpSpPr>
            <p:sp>
              <p:nvSpPr>
                <p:cNvPr id="28" name="Google Shape;28;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 name="Google Shape;29;g372a3a90f18_0_1745"/>
                <p:cNvSpPr/>
                <p:nvPr/>
              </p:nvSpPr>
              <p:spPr>
                <a:xfrm>
                  <a:off x="8406497" y="1123972"/>
                  <a:ext cx="252600" cy="252600"/>
                </a:xfrm>
                <a:prstGeom prst="ellipse">
                  <a:avLst/>
                </a:prstGeom>
                <a:gradFill>
                  <a:gsLst>
                    <a:gs pos="0">
                      <a:srgbClr val="F50403">
                        <a:alpha val="55294"/>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0" name="Google Shape;30;g372a3a90f18_0_1745"/>
              <p:cNvGrpSpPr/>
              <p:nvPr/>
            </p:nvGrpSpPr>
            <p:grpSpPr>
              <a:xfrm>
                <a:off x="8788200" y="3794721"/>
                <a:ext cx="134004" cy="134004"/>
                <a:chOff x="8356813" y="1074288"/>
                <a:chExt cx="351900" cy="351900"/>
              </a:xfrm>
            </p:grpSpPr>
            <p:sp>
              <p:nvSpPr>
                <p:cNvPr id="31" name="Google Shape;31;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2" name="Google Shape;32;g372a3a90f18_0_1745"/>
                <p:cNvSpPr/>
                <p:nvPr/>
              </p:nvSpPr>
              <p:spPr>
                <a:xfrm>
                  <a:off x="8406497" y="1123972"/>
                  <a:ext cx="252600" cy="252600"/>
                </a:xfrm>
                <a:prstGeom prst="ellipse">
                  <a:avLst/>
                </a:prstGeom>
                <a:gradFill>
                  <a:gsLst>
                    <a:gs pos="0">
                      <a:srgbClr val="9900FF">
                        <a:alpha val="45882"/>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3" name="Google Shape;33;g372a3a90f18_0_1745"/>
              <p:cNvGrpSpPr/>
              <p:nvPr/>
            </p:nvGrpSpPr>
            <p:grpSpPr>
              <a:xfrm>
                <a:off x="8654175" y="2424671"/>
                <a:ext cx="134004" cy="134004"/>
                <a:chOff x="8356813" y="1074288"/>
                <a:chExt cx="351900" cy="351900"/>
              </a:xfrm>
            </p:grpSpPr>
            <p:sp>
              <p:nvSpPr>
                <p:cNvPr id="34" name="Google Shape;34;g372a3a90f18_0_1745"/>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5" name="Google Shape;35;g372a3a90f18_0_1745"/>
                <p:cNvSpPr/>
                <p:nvPr/>
              </p:nvSpPr>
              <p:spPr>
                <a:xfrm>
                  <a:off x="8406497" y="1123972"/>
                  <a:ext cx="252600" cy="252600"/>
                </a:xfrm>
                <a:prstGeom prst="ellipse">
                  <a:avLst/>
                </a:prstGeom>
                <a:gradFill>
                  <a:gsLst>
                    <a:gs pos="0">
                      <a:srgbClr val="F50403">
                        <a:alpha val="20392"/>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36" name="Google Shape;36;g372a3a90f18_0_1745"/>
          <p:cNvPicPr preferRelativeResize="0"/>
          <p:nvPr/>
        </p:nvPicPr>
        <p:blipFill rotWithShape="1">
          <a:blip r:embed="rId2">
            <a:alphaModFix/>
          </a:blip>
          <a:srcRect b="26177" l="16960" r="7121" t="24718"/>
          <a:stretch/>
        </p:blipFill>
        <p:spPr>
          <a:xfrm>
            <a:off x="9819959" y="-1595786"/>
            <a:ext cx="4977375"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7" name="Shape 37"/>
        <p:cNvGrpSpPr/>
        <p:nvPr/>
      </p:nvGrpSpPr>
      <p:grpSpPr>
        <a:xfrm>
          <a:off x="0" y="0"/>
          <a:ext cx="0" cy="0"/>
          <a:chOff x="0" y="0"/>
          <a:chExt cx="0" cy="0"/>
        </a:xfrm>
      </p:grpSpPr>
      <p:grpSp>
        <p:nvGrpSpPr>
          <p:cNvPr id="38" name="Google Shape;38;g372a3a90f18_0_1820"/>
          <p:cNvGrpSpPr/>
          <p:nvPr/>
        </p:nvGrpSpPr>
        <p:grpSpPr>
          <a:xfrm>
            <a:off x="-528423" y="-2138181"/>
            <a:ext cx="5862777" cy="5562070"/>
            <a:chOff x="-494405" y="-1584825"/>
            <a:chExt cx="4397193" cy="4171657"/>
          </a:xfrm>
        </p:grpSpPr>
        <p:grpSp>
          <p:nvGrpSpPr>
            <p:cNvPr id="39" name="Google Shape;39;g372a3a90f18_0_1820"/>
            <p:cNvGrpSpPr/>
            <p:nvPr/>
          </p:nvGrpSpPr>
          <p:grpSpPr>
            <a:xfrm>
              <a:off x="-494405" y="-252396"/>
              <a:ext cx="1741563" cy="1288563"/>
              <a:chOff x="-494405" y="-252396"/>
              <a:chExt cx="1741563" cy="1288563"/>
            </a:xfrm>
          </p:grpSpPr>
          <p:sp>
            <p:nvSpPr>
              <p:cNvPr id="40" name="Google Shape;40;g372a3a90f18_0_182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1" name="Google Shape;41;g372a3a90f18_0_182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2" name="Google Shape;42;g372a3a90f18_0_1820"/>
            <p:cNvGrpSpPr/>
            <p:nvPr/>
          </p:nvGrpSpPr>
          <p:grpSpPr>
            <a:xfrm>
              <a:off x="245875" y="-51824"/>
              <a:ext cx="208200" cy="1824700"/>
              <a:chOff x="1040050" y="3812126"/>
              <a:chExt cx="208200" cy="1824700"/>
            </a:xfrm>
          </p:grpSpPr>
          <p:sp>
            <p:nvSpPr>
              <p:cNvPr id="43" name="Google Shape;43;g372a3a90f18_0_182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 name="Google Shape;44;g372a3a90f18_0_182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5" name="Google Shape;45;g372a3a90f18_0_1820"/>
            <p:cNvGrpSpPr/>
            <p:nvPr/>
          </p:nvGrpSpPr>
          <p:grpSpPr>
            <a:xfrm>
              <a:off x="441575" y="-36652"/>
              <a:ext cx="699940" cy="478601"/>
              <a:chOff x="39723" y="4349022"/>
              <a:chExt cx="1061964" cy="726143"/>
            </a:xfrm>
          </p:grpSpPr>
          <p:grpSp>
            <p:nvGrpSpPr>
              <p:cNvPr id="46" name="Google Shape;46;g372a3a90f18_0_1820"/>
              <p:cNvGrpSpPr/>
              <p:nvPr/>
            </p:nvGrpSpPr>
            <p:grpSpPr>
              <a:xfrm rot="2700000">
                <a:off x="140502" y="4460925"/>
                <a:ext cx="524584" cy="502337"/>
                <a:chOff x="1189791" y="-1767331"/>
                <a:chExt cx="904284" cy="865933"/>
              </a:xfrm>
            </p:grpSpPr>
            <p:sp>
              <p:nvSpPr>
                <p:cNvPr id="47" name="Google Shape;4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8" name="Google Shape;48;g372a3a90f18_0_1820"/>
                <p:cNvGrpSpPr/>
                <p:nvPr/>
              </p:nvGrpSpPr>
              <p:grpSpPr>
                <a:xfrm>
                  <a:off x="1232795" y="-1740829"/>
                  <a:ext cx="717622" cy="717393"/>
                  <a:chOff x="1483457" y="3953671"/>
                  <a:chExt cx="717622" cy="717393"/>
                </a:xfrm>
              </p:grpSpPr>
              <p:sp>
                <p:nvSpPr>
                  <p:cNvPr id="49" name="Google Shape;4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0" name="Google Shape;5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1" name="Google Shape;5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2" name="Google Shape;5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3" name="Google Shape;5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4" name="Google Shape;5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5" name="Google Shape;55;g372a3a90f18_0_1820"/>
            <p:cNvGrpSpPr/>
            <p:nvPr/>
          </p:nvGrpSpPr>
          <p:grpSpPr>
            <a:xfrm>
              <a:off x="955673" y="14"/>
              <a:ext cx="592576" cy="405260"/>
              <a:chOff x="39723" y="4349022"/>
              <a:chExt cx="1061964" cy="726143"/>
            </a:xfrm>
          </p:grpSpPr>
          <p:grpSp>
            <p:nvGrpSpPr>
              <p:cNvPr id="56" name="Google Shape;56;g372a3a90f18_0_1820"/>
              <p:cNvGrpSpPr/>
              <p:nvPr/>
            </p:nvGrpSpPr>
            <p:grpSpPr>
              <a:xfrm rot="2700000">
                <a:off x="140502" y="4460925"/>
                <a:ext cx="524584" cy="502337"/>
                <a:chOff x="1189791" y="-1767331"/>
                <a:chExt cx="904284" cy="865933"/>
              </a:xfrm>
            </p:grpSpPr>
            <p:sp>
              <p:nvSpPr>
                <p:cNvPr id="57" name="Google Shape;5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8" name="Google Shape;58;g372a3a90f18_0_1820"/>
                <p:cNvGrpSpPr/>
                <p:nvPr/>
              </p:nvGrpSpPr>
              <p:grpSpPr>
                <a:xfrm>
                  <a:off x="1232795" y="-1740829"/>
                  <a:ext cx="717622" cy="717393"/>
                  <a:chOff x="1483457" y="3953671"/>
                  <a:chExt cx="717622" cy="717393"/>
                </a:xfrm>
              </p:grpSpPr>
              <p:sp>
                <p:nvSpPr>
                  <p:cNvPr id="59" name="Google Shape;5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 name="Google Shape;6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 name="Google Shape;6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 name="Google Shape;6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 name="Google Shape;6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4" name="Google Shape;6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5" name="Google Shape;65;g372a3a90f18_0_1820"/>
            <p:cNvGrpSpPr/>
            <p:nvPr/>
          </p:nvGrpSpPr>
          <p:grpSpPr>
            <a:xfrm>
              <a:off x="0" y="621223"/>
              <a:ext cx="699940" cy="478601"/>
              <a:chOff x="39723" y="4349022"/>
              <a:chExt cx="1061964" cy="726143"/>
            </a:xfrm>
          </p:grpSpPr>
          <p:grpSp>
            <p:nvGrpSpPr>
              <p:cNvPr id="66" name="Google Shape;66;g372a3a90f18_0_1820"/>
              <p:cNvGrpSpPr/>
              <p:nvPr/>
            </p:nvGrpSpPr>
            <p:grpSpPr>
              <a:xfrm rot="2700000">
                <a:off x="140502" y="4460925"/>
                <a:ext cx="524584" cy="502337"/>
                <a:chOff x="1189791" y="-1767331"/>
                <a:chExt cx="904284" cy="865933"/>
              </a:xfrm>
            </p:grpSpPr>
            <p:sp>
              <p:nvSpPr>
                <p:cNvPr id="67" name="Google Shape;67;g372a3a90f18_0_18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8" name="Google Shape;68;g372a3a90f18_0_1820"/>
                <p:cNvGrpSpPr/>
                <p:nvPr/>
              </p:nvGrpSpPr>
              <p:grpSpPr>
                <a:xfrm>
                  <a:off x="1232795" y="-1740829"/>
                  <a:ext cx="717622" cy="717393"/>
                  <a:chOff x="1483457" y="3953671"/>
                  <a:chExt cx="717622" cy="717393"/>
                </a:xfrm>
              </p:grpSpPr>
              <p:sp>
                <p:nvSpPr>
                  <p:cNvPr id="69" name="Google Shape;69;g372a3a90f18_0_18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 name="Google Shape;70;g372a3a90f18_0_18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 name="Google Shape;71;g372a3a90f18_0_18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 name="Google Shape;72;g372a3a90f18_0_18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 name="Google Shape;73;g372a3a90f18_0_18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4" name="Google Shape;74;g372a3a90f18_0_18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5" name="Google Shape;75;g372a3a90f18_0_1820"/>
            <p:cNvGrpSpPr/>
            <p:nvPr/>
          </p:nvGrpSpPr>
          <p:grpSpPr>
            <a:xfrm rot="-8100000">
              <a:off x="540898" y="-1172741"/>
              <a:ext cx="2552124" cy="3347490"/>
              <a:chOff x="2976325" y="908175"/>
              <a:chExt cx="4028179" cy="5283555"/>
            </a:xfrm>
          </p:grpSpPr>
          <p:sp>
            <p:nvSpPr>
              <p:cNvPr id="76" name="Google Shape;76;g372a3a90f18_0_182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 name="Google Shape;77;g372a3a90f18_0_182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 name="Google Shape;78;g372a3a90f18_0_182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79" name="Google Shape;79;g372a3a90f18_0_1820"/>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80" name="Google Shape;80;g372a3a90f18_0_1820"/>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g372a3a90f18_0_2244"/>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83" name="Google Shape;83;g372a3a90f18_0_224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84" name="Google Shape;84;g372a3a90f18_0_224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85" name="Shape 85"/>
        <p:cNvGrpSpPr/>
        <p:nvPr/>
      </p:nvGrpSpPr>
      <p:grpSpPr>
        <a:xfrm>
          <a:off x="0" y="0"/>
          <a:ext cx="0" cy="0"/>
          <a:chOff x="0" y="0"/>
          <a:chExt cx="0" cy="0"/>
        </a:xfrm>
      </p:grpSpPr>
      <p:pic>
        <p:nvPicPr>
          <p:cNvPr id="86" name="Google Shape;86;g372a3a90f18_0_177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87" name="Google Shape;87;g372a3a90f18_0_1775"/>
          <p:cNvGrpSpPr/>
          <p:nvPr/>
        </p:nvGrpSpPr>
        <p:grpSpPr>
          <a:xfrm>
            <a:off x="-680823" y="-2290581"/>
            <a:ext cx="5862777" cy="5562070"/>
            <a:chOff x="-494405" y="-1584825"/>
            <a:chExt cx="4397193" cy="4171657"/>
          </a:xfrm>
        </p:grpSpPr>
        <p:grpSp>
          <p:nvGrpSpPr>
            <p:cNvPr id="88" name="Google Shape;88;g372a3a90f18_0_1775"/>
            <p:cNvGrpSpPr/>
            <p:nvPr/>
          </p:nvGrpSpPr>
          <p:grpSpPr>
            <a:xfrm>
              <a:off x="-494405" y="-252396"/>
              <a:ext cx="1741563" cy="1288563"/>
              <a:chOff x="-494405" y="-252396"/>
              <a:chExt cx="1741563" cy="1288563"/>
            </a:xfrm>
          </p:grpSpPr>
          <p:sp>
            <p:nvSpPr>
              <p:cNvPr id="89" name="Google Shape;89;g372a3a90f18_0_177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 name="Google Shape;90;g372a3a90f18_0_177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1" name="Google Shape;91;g372a3a90f18_0_1775"/>
            <p:cNvGrpSpPr/>
            <p:nvPr/>
          </p:nvGrpSpPr>
          <p:grpSpPr>
            <a:xfrm>
              <a:off x="245875" y="-51824"/>
              <a:ext cx="208200" cy="1824700"/>
              <a:chOff x="1040050" y="3812126"/>
              <a:chExt cx="208200" cy="1824700"/>
            </a:xfrm>
          </p:grpSpPr>
          <p:sp>
            <p:nvSpPr>
              <p:cNvPr id="92" name="Google Shape;92;g372a3a90f18_0_177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 name="Google Shape;93;g372a3a90f18_0_177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4" name="Google Shape;94;g372a3a90f18_0_1775"/>
            <p:cNvGrpSpPr/>
            <p:nvPr/>
          </p:nvGrpSpPr>
          <p:grpSpPr>
            <a:xfrm>
              <a:off x="441575" y="-36652"/>
              <a:ext cx="699940" cy="478601"/>
              <a:chOff x="39723" y="4349022"/>
              <a:chExt cx="1061964" cy="726143"/>
            </a:xfrm>
          </p:grpSpPr>
          <p:grpSp>
            <p:nvGrpSpPr>
              <p:cNvPr id="95" name="Google Shape;95;g372a3a90f18_0_1775"/>
              <p:cNvGrpSpPr/>
              <p:nvPr/>
            </p:nvGrpSpPr>
            <p:grpSpPr>
              <a:xfrm rot="2700000">
                <a:off x="140502" y="4460925"/>
                <a:ext cx="524584" cy="502337"/>
                <a:chOff x="1189791" y="-1767331"/>
                <a:chExt cx="904284" cy="865933"/>
              </a:xfrm>
            </p:grpSpPr>
            <p:sp>
              <p:nvSpPr>
                <p:cNvPr id="96" name="Google Shape;96;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7" name="Google Shape;97;g372a3a90f18_0_1775"/>
                <p:cNvGrpSpPr/>
                <p:nvPr/>
              </p:nvGrpSpPr>
              <p:grpSpPr>
                <a:xfrm>
                  <a:off x="1232795" y="-1740829"/>
                  <a:ext cx="717622" cy="717393"/>
                  <a:chOff x="1483457" y="3953671"/>
                  <a:chExt cx="717622" cy="717393"/>
                </a:xfrm>
              </p:grpSpPr>
              <p:sp>
                <p:nvSpPr>
                  <p:cNvPr id="98" name="Google Shape;98;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9" name="Google Shape;99;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0" name="Google Shape;100;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 name="Google Shape;101;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 name="Google Shape;102;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3" name="Google Shape;103;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4" name="Google Shape;104;g372a3a90f18_0_1775"/>
            <p:cNvGrpSpPr/>
            <p:nvPr/>
          </p:nvGrpSpPr>
          <p:grpSpPr>
            <a:xfrm>
              <a:off x="955673" y="14"/>
              <a:ext cx="592576" cy="405260"/>
              <a:chOff x="39723" y="4349022"/>
              <a:chExt cx="1061964" cy="726143"/>
            </a:xfrm>
          </p:grpSpPr>
          <p:grpSp>
            <p:nvGrpSpPr>
              <p:cNvPr id="105" name="Google Shape;105;g372a3a90f18_0_1775"/>
              <p:cNvGrpSpPr/>
              <p:nvPr/>
            </p:nvGrpSpPr>
            <p:grpSpPr>
              <a:xfrm rot="2700000">
                <a:off x="140502" y="4460925"/>
                <a:ext cx="524584" cy="502337"/>
                <a:chOff x="1189791" y="-1767331"/>
                <a:chExt cx="904284" cy="865933"/>
              </a:xfrm>
            </p:grpSpPr>
            <p:sp>
              <p:nvSpPr>
                <p:cNvPr id="106" name="Google Shape;106;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7" name="Google Shape;107;g372a3a90f18_0_1775"/>
                <p:cNvGrpSpPr/>
                <p:nvPr/>
              </p:nvGrpSpPr>
              <p:grpSpPr>
                <a:xfrm>
                  <a:off x="1232795" y="-1740829"/>
                  <a:ext cx="717622" cy="717393"/>
                  <a:chOff x="1483457" y="3953671"/>
                  <a:chExt cx="717622" cy="717393"/>
                </a:xfrm>
              </p:grpSpPr>
              <p:sp>
                <p:nvSpPr>
                  <p:cNvPr id="108" name="Google Shape;108;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9" name="Google Shape;109;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 name="Google Shape;110;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1" name="Google Shape;111;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2" name="Google Shape;112;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3" name="Google Shape;113;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4" name="Google Shape;114;g372a3a90f18_0_1775"/>
            <p:cNvGrpSpPr/>
            <p:nvPr/>
          </p:nvGrpSpPr>
          <p:grpSpPr>
            <a:xfrm>
              <a:off x="0" y="621223"/>
              <a:ext cx="699940" cy="478601"/>
              <a:chOff x="39723" y="4349022"/>
              <a:chExt cx="1061964" cy="726143"/>
            </a:xfrm>
          </p:grpSpPr>
          <p:grpSp>
            <p:nvGrpSpPr>
              <p:cNvPr id="115" name="Google Shape;115;g372a3a90f18_0_1775"/>
              <p:cNvGrpSpPr/>
              <p:nvPr/>
            </p:nvGrpSpPr>
            <p:grpSpPr>
              <a:xfrm rot="2700000">
                <a:off x="140502" y="4460925"/>
                <a:ext cx="524584" cy="502337"/>
                <a:chOff x="1189791" y="-1767331"/>
                <a:chExt cx="904284" cy="865933"/>
              </a:xfrm>
            </p:grpSpPr>
            <p:sp>
              <p:nvSpPr>
                <p:cNvPr id="116" name="Google Shape;116;g372a3a90f18_0_177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7" name="Google Shape;117;g372a3a90f18_0_1775"/>
                <p:cNvGrpSpPr/>
                <p:nvPr/>
              </p:nvGrpSpPr>
              <p:grpSpPr>
                <a:xfrm>
                  <a:off x="1232795" y="-1740829"/>
                  <a:ext cx="717622" cy="717393"/>
                  <a:chOff x="1483457" y="3953671"/>
                  <a:chExt cx="717622" cy="717393"/>
                </a:xfrm>
              </p:grpSpPr>
              <p:sp>
                <p:nvSpPr>
                  <p:cNvPr id="118" name="Google Shape;118;g372a3a90f18_0_177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 name="Google Shape;119;g372a3a90f18_0_177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 name="Google Shape;120;g372a3a90f18_0_177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 name="Google Shape;121;g372a3a90f18_0_177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 name="Google Shape;122;g372a3a90f18_0_177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3" name="Google Shape;123;g372a3a90f18_0_177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4" name="Google Shape;124;g372a3a90f18_0_1775"/>
            <p:cNvGrpSpPr/>
            <p:nvPr/>
          </p:nvGrpSpPr>
          <p:grpSpPr>
            <a:xfrm rot="-8100000">
              <a:off x="540898" y="-1172741"/>
              <a:ext cx="2552124" cy="3347490"/>
              <a:chOff x="2976325" y="908175"/>
              <a:chExt cx="4028179" cy="5283555"/>
            </a:xfrm>
          </p:grpSpPr>
          <p:sp>
            <p:nvSpPr>
              <p:cNvPr id="125" name="Google Shape;125;g372a3a90f18_0_177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6" name="Google Shape;126;g372a3a90f18_0_177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 name="Google Shape;127;g372a3a90f18_0_177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8" name="Google Shape;128;g372a3a90f18_0_1775"/>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72a3a90f18_0_1775"/>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30" name="Shape 130"/>
        <p:cNvGrpSpPr/>
        <p:nvPr/>
      </p:nvGrpSpPr>
      <p:grpSpPr>
        <a:xfrm>
          <a:off x="0" y="0"/>
          <a:ext cx="0" cy="0"/>
          <a:chOff x="0" y="0"/>
          <a:chExt cx="0" cy="0"/>
        </a:xfrm>
      </p:grpSpPr>
      <p:pic>
        <p:nvPicPr>
          <p:cNvPr id="131" name="Google Shape;131;g372a3a90f18_0_186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32" name="Google Shape;132;g372a3a90f18_0_186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33" name="Google Shape;133;g372a3a90f18_0_186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34" name="Shape 134"/>
        <p:cNvGrpSpPr/>
        <p:nvPr/>
      </p:nvGrpSpPr>
      <p:grpSpPr>
        <a:xfrm>
          <a:off x="0" y="0"/>
          <a:ext cx="0" cy="0"/>
          <a:chOff x="0" y="0"/>
          <a:chExt cx="0" cy="0"/>
        </a:xfrm>
      </p:grpSpPr>
      <p:pic>
        <p:nvPicPr>
          <p:cNvPr id="135" name="Google Shape;135;g372a3a90f18_0_186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36" name="Google Shape;136;g372a3a90f18_0_186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37" name="Google Shape;137;g372a3a90f18_0_186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pic>
        <p:nvPicPr>
          <p:cNvPr id="139" name="Google Shape;139;g372a3a90f18_0_187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40" name="Google Shape;140;g372a3a90f18_0_1872"/>
          <p:cNvGrpSpPr/>
          <p:nvPr/>
        </p:nvGrpSpPr>
        <p:grpSpPr>
          <a:xfrm>
            <a:off x="-1607530" y="-3645955"/>
            <a:ext cx="10823147" cy="7799351"/>
            <a:chOff x="-1180413" y="-2565680"/>
            <a:chExt cx="8117563" cy="5849659"/>
          </a:xfrm>
        </p:grpSpPr>
        <p:sp>
          <p:nvSpPr>
            <p:cNvPr id="141" name="Google Shape;141;g372a3a90f18_0_1872"/>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 name="Google Shape;142;g372a3a90f18_0_187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 name="Google Shape;143;g372a3a90f18_0_187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4" name="Google Shape;144;g372a3a90f18_0_187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 name="Google Shape;145;g372a3a90f18_0_187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 name="Google Shape;146;g372a3a90f18_0_187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7" name="Google Shape;147;g372a3a90f18_0_1872"/>
            <p:cNvGrpSpPr/>
            <p:nvPr/>
          </p:nvGrpSpPr>
          <p:grpSpPr>
            <a:xfrm flipH="1">
              <a:off x="4446910" y="391153"/>
              <a:ext cx="134044" cy="134013"/>
              <a:chOff x="1101075" y="2142375"/>
              <a:chExt cx="439200" cy="439100"/>
            </a:xfrm>
          </p:grpSpPr>
          <p:sp>
            <p:nvSpPr>
              <p:cNvPr id="148" name="Google Shape;148;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9" name="Google Shape;149;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0" name="Google Shape;150;g372a3a90f18_0_1872"/>
            <p:cNvGrpSpPr/>
            <p:nvPr/>
          </p:nvGrpSpPr>
          <p:grpSpPr>
            <a:xfrm flipH="1">
              <a:off x="1373610" y="694565"/>
              <a:ext cx="134044" cy="134013"/>
              <a:chOff x="1101075" y="2142375"/>
              <a:chExt cx="439200" cy="439100"/>
            </a:xfrm>
          </p:grpSpPr>
          <p:sp>
            <p:nvSpPr>
              <p:cNvPr id="151" name="Google Shape;151;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2" name="Google Shape;152;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3" name="Google Shape;153;g372a3a90f18_0_1872"/>
            <p:cNvGrpSpPr/>
            <p:nvPr/>
          </p:nvGrpSpPr>
          <p:grpSpPr>
            <a:xfrm flipH="1">
              <a:off x="1086835" y="957465"/>
              <a:ext cx="134044" cy="134013"/>
              <a:chOff x="1101075" y="2142375"/>
              <a:chExt cx="439200" cy="439100"/>
            </a:xfrm>
          </p:grpSpPr>
          <p:sp>
            <p:nvSpPr>
              <p:cNvPr id="154" name="Google Shape;154;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 name="Google Shape;155;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6" name="Google Shape;156;g372a3a90f18_0_1872"/>
            <p:cNvGrpSpPr/>
            <p:nvPr/>
          </p:nvGrpSpPr>
          <p:grpSpPr>
            <a:xfrm flipH="1">
              <a:off x="277710" y="957465"/>
              <a:ext cx="134044" cy="134013"/>
              <a:chOff x="1101075" y="2142375"/>
              <a:chExt cx="439200" cy="439100"/>
            </a:xfrm>
          </p:grpSpPr>
          <p:sp>
            <p:nvSpPr>
              <p:cNvPr id="157" name="Google Shape;157;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8" name="Google Shape;158;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9" name="Google Shape;159;g372a3a90f18_0_1872"/>
            <p:cNvGrpSpPr/>
            <p:nvPr/>
          </p:nvGrpSpPr>
          <p:grpSpPr>
            <a:xfrm flipH="1">
              <a:off x="277710" y="640815"/>
              <a:ext cx="134044" cy="134013"/>
              <a:chOff x="1101075" y="2142375"/>
              <a:chExt cx="439200" cy="439100"/>
            </a:xfrm>
          </p:grpSpPr>
          <p:sp>
            <p:nvSpPr>
              <p:cNvPr id="160" name="Google Shape;160;g372a3a90f18_0_18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1" name="Google Shape;161;g372a3a90f18_0_18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62" name="Google Shape;162;g372a3a90f18_0_1872"/>
          <p:cNvSpPr/>
          <p:nvPr/>
        </p:nvSpPr>
        <p:spPr>
          <a:xfrm rot="10800000">
            <a:off x="10148845" y="4183763"/>
            <a:ext cx="1309055" cy="307710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3" name="Google Shape;163;g372a3a90f18_0_1872"/>
          <p:cNvSpPr/>
          <p:nvPr/>
        </p:nvSpPr>
        <p:spPr>
          <a:xfrm rot="10800000">
            <a:off x="10361307" y="4184583"/>
            <a:ext cx="1309055" cy="307710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64" name="Google Shape;164;g372a3a90f18_0_1872"/>
          <p:cNvGrpSpPr/>
          <p:nvPr/>
        </p:nvGrpSpPr>
        <p:grpSpPr>
          <a:xfrm>
            <a:off x="9808767" y="5221631"/>
            <a:ext cx="776047" cy="776547"/>
            <a:chOff x="959750" y="3039275"/>
            <a:chExt cx="582050" cy="582425"/>
          </a:xfrm>
        </p:grpSpPr>
        <p:sp>
          <p:nvSpPr>
            <p:cNvPr id="165" name="Google Shape;165;g372a3a90f18_0_187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6" name="Google Shape;166;g372a3a90f18_0_187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7" name="Google Shape;167;g372a3a90f18_0_187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8" name="Google Shape;168;g372a3a90f18_0_187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9" name="Google Shape;169;g372a3a90f18_0_187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0" name="Google Shape;170;g372a3a90f18_0_187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1" name="Google Shape;171;g372a3a90f18_0_187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172" name="Google Shape;172;g372a3a90f18_0_1872"/>
          <p:cNvSpPr/>
          <p:nvPr/>
        </p:nvSpPr>
        <p:spPr>
          <a:xfrm>
            <a:off x="11342634" y="4052934"/>
            <a:ext cx="641221" cy="63446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73" name="Google Shape;173;g372a3a90f18_0_1872"/>
          <p:cNvGrpSpPr/>
          <p:nvPr/>
        </p:nvGrpSpPr>
        <p:grpSpPr>
          <a:xfrm>
            <a:off x="11218409" y="4918828"/>
            <a:ext cx="933214" cy="2201310"/>
            <a:chOff x="8337812" y="3492483"/>
            <a:chExt cx="699928" cy="1651024"/>
          </a:xfrm>
        </p:grpSpPr>
        <p:sp>
          <p:nvSpPr>
            <p:cNvPr id="174" name="Google Shape;174;g372a3a90f18_0_187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5" name="Google Shape;175;g372a3a90f18_0_187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6" name="Google Shape;176;g372a3a90f18_0_187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177" name="Google Shape;177;g372a3a90f18_0_1872"/>
          <p:cNvGrpSpPr/>
          <p:nvPr/>
        </p:nvGrpSpPr>
        <p:grpSpPr>
          <a:xfrm>
            <a:off x="10694972" y="5998160"/>
            <a:ext cx="1206191" cy="968137"/>
            <a:chOff x="7945225" y="4302000"/>
            <a:chExt cx="904666" cy="726121"/>
          </a:xfrm>
        </p:grpSpPr>
        <p:sp>
          <p:nvSpPr>
            <p:cNvPr id="178" name="Google Shape;178;g372a3a90f18_0_187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79" name="Google Shape;179;g372a3a90f18_0_187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0" name="Google Shape;180;g372a3a90f18_0_187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1" name="Google Shape;181;g372a3a90f18_0_1872"/>
          <p:cNvGrpSpPr/>
          <p:nvPr/>
        </p:nvGrpSpPr>
        <p:grpSpPr>
          <a:xfrm>
            <a:off x="-413170" y="4823087"/>
            <a:ext cx="1931718" cy="2984999"/>
            <a:chOff x="-309885" y="3617406"/>
            <a:chExt cx="1448825" cy="2238805"/>
          </a:xfrm>
        </p:grpSpPr>
        <p:grpSp>
          <p:nvGrpSpPr>
            <p:cNvPr id="182" name="Google Shape;182;g372a3a90f18_0_1872"/>
            <p:cNvGrpSpPr/>
            <p:nvPr/>
          </p:nvGrpSpPr>
          <p:grpSpPr>
            <a:xfrm>
              <a:off x="-277007" y="3870159"/>
              <a:ext cx="981772" cy="1986052"/>
              <a:chOff x="-293545" y="3454371"/>
              <a:chExt cx="981772" cy="1986052"/>
            </a:xfrm>
          </p:grpSpPr>
          <p:sp>
            <p:nvSpPr>
              <p:cNvPr id="183" name="Google Shape;183;g372a3a90f18_0_187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4" name="Google Shape;184;g372a3a90f18_0_187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5" name="Google Shape;185;g372a3a90f18_0_1872"/>
            <p:cNvGrpSpPr/>
            <p:nvPr/>
          </p:nvGrpSpPr>
          <p:grpSpPr>
            <a:xfrm>
              <a:off x="363250" y="4906873"/>
              <a:ext cx="699940" cy="478601"/>
              <a:chOff x="39723" y="4349022"/>
              <a:chExt cx="1061964" cy="726143"/>
            </a:xfrm>
          </p:grpSpPr>
          <p:grpSp>
            <p:nvGrpSpPr>
              <p:cNvPr id="186" name="Google Shape;186;g372a3a90f18_0_1872"/>
              <p:cNvGrpSpPr/>
              <p:nvPr/>
            </p:nvGrpSpPr>
            <p:grpSpPr>
              <a:xfrm rot="2700000">
                <a:off x="140502" y="4460925"/>
                <a:ext cx="524584" cy="502337"/>
                <a:chOff x="1189791" y="-1767331"/>
                <a:chExt cx="904284" cy="865933"/>
              </a:xfrm>
            </p:grpSpPr>
            <p:sp>
              <p:nvSpPr>
                <p:cNvPr id="187" name="Google Shape;187;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88" name="Google Shape;188;g372a3a90f18_0_1872"/>
                <p:cNvGrpSpPr/>
                <p:nvPr/>
              </p:nvGrpSpPr>
              <p:grpSpPr>
                <a:xfrm>
                  <a:off x="1232795" y="-1740829"/>
                  <a:ext cx="717622" cy="717393"/>
                  <a:chOff x="1483457" y="3953671"/>
                  <a:chExt cx="717622" cy="717393"/>
                </a:xfrm>
              </p:grpSpPr>
              <p:sp>
                <p:nvSpPr>
                  <p:cNvPr id="189" name="Google Shape;189;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0" name="Google Shape;190;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1" name="Google Shape;191;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2" name="Google Shape;192;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3" name="Google Shape;193;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94" name="Google Shape;194;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95" name="Google Shape;195;g372a3a90f18_0_1872"/>
            <p:cNvGrpSpPr/>
            <p:nvPr/>
          </p:nvGrpSpPr>
          <p:grpSpPr>
            <a:xfrm rot="-5400000">
              <a:off x="-461872" y="3769394"/>
              <a:ext cx="1351491" cy="1047516"/>
              <a:chOff x="-2460210" y="2758494"/>
              <a:chExt cx="1351491" cy="1047516"/>
            </a:xfrm>
          </p:grpSpPr>
          <p:sp>
            <p:nvSpPr>
              <p:cNvPr id="196" name="Google Shape;196;g372a3a90f18_0_187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7" name="Google Shape;197;g372a3a90f18_0_187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8" name="Google Shape;198;g372a3a90f18_0_187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9" name="Google Shape;199;g372a3a90f18_0_187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00" name="Google Shape;200;g372a3a90f18_0_1872"/>
            <p:cNvGrpSpPr/>
            <p:nvPr/>
          </p:nvGrpSpPr>
          <p:grpSpPr>
            <a:xfrm>
              <a:off x="439000" y="4567398"/>
              <a:ext cx="699940" cy="478601"/>
              <a:chOff x="39723" y="4349022"/>
              <a:chExt cx="1061964" cy="726143"/>
            </a:xfrm>
          </p:grpSpPr>
          <p:grpSp>
            <p:nvGrpSpPr>
              <p:cNvPr id="201" name="Google Shape;201;g372a3a90f18_0_1872"/>
              <p:cNvGrpSpPr/>
              <p:nvPr/>
            </p:nvGrpSpPr>
            <p:grpSpPr>
              <a:xfrm rot="2700000">
                <a:off x="140502" y="4460925"/>
                <a:ext cx="524584" cy="502337"/>
                <a:chOff x="1189791" y="-1767331"/>
                <a:chExt cx="904284" cy="865933"/>
              </a:xfrm>
            </p:grpSpPr>
            <p:sp>
              <p:nvSpPr>
                <p:cNvPr id="202" name="Google Shape;202;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03" name="Google Shape;203;g372a3a90f18_0_1872"/>
                <p:cNvGrpSpPr/>
                <p:nvPr/>
              </p:nvGrpSpPr>
              <p:grpSpPr>
                <a:xfrm>
                  <a:off x="1232795" y="-1740829"/>
                  <a:ext cx="717622" cy="717393"/>
                  <a:chOff x="1483457" y="3953671"/>
                  <a:chExt cx="717622" cy="717393"/>
                </a:xfrm>
              </p:grpSpPr>
              <p:sp>
                <p:nvSpPr>
                  <p:cNvPr id="204" name="Google Shape;204;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5" name="Google Shape;205;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6" name="Google Shape;206;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7" name="Google Shape;207;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8" name="Google Shape;208;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09" name="Google Shape;209;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10" name="Google Shape;210;g372a3a90f18_0_1872"/>
            <p:cNvGrpSpPr/>
            <p:nvPr/>
          </p:nvGrpSpPr>
          <p:grpSpPr>
            <a:xfrm>
              <a:off x="-65075" y="4623886"/>
              <a:ext cx="699940" cy="478601"/>
              <a:chOff x="39723" y="4349022"/>
              <a:chExt cx="1061964" cy="726143"/>
            </a:xfrm>
          </p:grpSpPr>
          <p:grpSp>
            <p:nvGrpSpPr>
              <p:cNvPr id="211" name="Google Shape;211;g372a3a90f18_0_1872"/>
              <p:cNvGrpSpPr/>
              <p:nvPr/>
            </p:nvGrpSpPr>
            <p:grpSpPr>
              <a:xfrm rot="2700000">
                <a:off x="140502" y="4460925"/>
                <a:ext cx="524584" cy="502337"/>
                <a:chOff x="1189791" y="-1767331"/>
                <a:chExt cx="904284" cy="865933"/>
              </a:xfrm>
            </p:grpSpPr>
            <p:sp>
              <p:nvSpPr>
                <p:cNvPr id="212" name="Google Shape;212;g372a3a90f18_0_18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13" name="Google Shape;213;g372a3a90f18_0_1872"/>
                <p:cNvGrpSpPr/>
                <p:nvPr/>
              </p:nvGrpSpPr>
              <p:grpSpPr>
                <a:xfrm>
                  <a:off x="1232795" y="-1740829"/>
                  <a:ext cx="717622" cy="717393"/>
                  <a:chOff x="1483457" y="3953671"/>
                  <a:chExt cx="717622" cy="717393"/>
                </a:xfrm>
              </p:grpSpPr>
              <p:sp>
                <p:nvSpPr>
                  <p:cNvPr id="214" name="Google Shape;214;g372a3a90f18_0_18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5" name="Google Shape;215;g372a3a90f18_0_18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6" name="Google Shape;216;g372a3a90f18_0_18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7" name="Google Shape;217;g372a3a90f18_0_18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8" name="Google Shape;218;g372a3a90f18_0_18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19" name="Google Shape;219;g372a3a90f18_0_18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20" name="Google Shape;220;g372a3a90f18_0_1872"/>
          <p:cNvPicPr preferRelativeResize="0"/>
          <p:nvPr/>
        </p:nvPicPr>
        <p:blipFill rotWithShape="1">
          <a:blip r:embed="rId3">
            <a:alphaModFix/>
          </a:blip>
          <a:srcRect b="17662" l="0" r="0" t="17657"/>
          <a:stretch/>
        </p:blipFill>
        <p:spPr>
          <a:xfrm rot="-7778255">
            <a:off x="-3534445" y="-1919229"/>
            <a:ext cx="7140905" cy="545011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21" name="Shape 221"/>
        <p:cNvGrpSpPr/>
        <p:nvPr/>
      </p:nvGrpSpPr>
      <p:grpSpPr>
        <a:xfrm>
          <a:off x="0" y="0"/>
          <a:ext cx="0" cy="0"/>
          <a:chOff x="0" y="0"/>
          <a:chExt cx="0" cy="0"/>
        </a:xfrm>
      </p:grpSpPr>
      <p:sp>
        <p:nvSpPr>
          <p:cNvPr id="222" name="Google Shape;222;g372a3a90f18_0_1955"/>
          <p:cNvSpPr/>
          <p:nvPr>
            <p:ph idx="2" type="pic"/>
          </p:nvPr>
        </p:nvSpPr>
        <p:spPr>
          <a:xfrm>
            <a:off x="5841479" y="953468"/>
            <a:ext cx="4868100" cy="4951200"/>
          </a:xfrm>
          <a:prstGeom prst="rect">
            <a:avLst/>
          </a:prstGeom>
          <a:solidFill>
            <a:schemeClr val="lt1"/>
          </a:solidFill>
          <a:ln>
            <a:noFill/>
          </a:ln>
        </p:spPr>
      </p:sp>
      <p:pic>
        <p:nvPicPr>
          <p:cNvPr id="223" name="Google Shape;223;g372a3a90f18_0_195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24" name="Google Shape;224;g372a3a90f18_0_1955"/>
          <p:cNvGrpSpPr/>
          <p:nvPr/>
        </p:nvGrpSpPr>
        <p:grpSpPr>
          <a:xfrm>
            <a:off x="-680823" y="-2290581"/>
            <a:ext cx="5862777" cy="5562070"/>
            <a:chOff x="-494405" y="-1584825"/>
            <a:chExt cx="4397193" cy="4171657"/>
          </a:xfrm>
        </p:grpSpPr>
        <p:grpSp>
          <p:nvGrpSpPr>
            <p:cNvPr id="225" name="Google Shape;225;g372a3a90f18_0_1955"/>
            <p:cNvGrpSpPr/>
            <p:nvPr/>
          </p:nvGrpSpPr>
          <p:grpSpPr>
            <a:xfrm>
              <a:off x="-494405" y="-252396"/>
              <a:ext cx="1741563" cy="1288563"/>
              <a:chOff x="-494405" y="-252396"/>
              <a:chExt cx="1741563" cy="1288563"/>
            </a:xfrm>
          </p:grpSpPr>
          <p:sp>
            <p:nvSpPr>
              <p:cNvPr id="226" name="Google Shape;226;g372a3a90f18_0_195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27" name="Google Shape;227;g372a3a90f18_0_195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28" name="Google Shape;228;g372a3a90f18_0_1955"/>
            <p:cNvGrpSpPr/>
            <p:nvPr/>
          </p:nvGrpSpPr>
          <p:grpSpPr>
            <a:xfrm>
              <a:off x="245875" y="-51824"/>
              <a:ext cx="208200" cy="1824700"/>
              <a:chOff x="1040050" y="3812126"/>
              <a:chExt cx="208200" cy="1824700"/>
            </a:xfrm>
          </p:grpSpPr>
          <p:sp>
            <p:nvSpPr>
              <p:cNvPr id="229" name="Google Shape;229;g372a3a90f18_0_195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0" name="Google Shape;230;g372a3a90f18_0_195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31" name="Google Shape;231;g372a3a90f18_0_1955"/>
            <p:cNvGrpSpPr/>
            <p:nvPr/>
          </p:nvGrpSpPr>
          <p:grpSpPr>
            <a:xfrm>
              <a:off x="441575" y="-36652"/>
              <a:ext cx="699940" cy="478601"/>
              <a:chOff x="39723" y="4349022"/>
              <a:chExt cx="1061964" cy="726143"/>
            </a:xfrm>
          </p:grpSpPr>
          <p:grpSp>
            <p:nvGrpSpPr>
              <p:cNvPr id="232" name="Google Shape;232;g372a3a90f18_0_1955"/>
              <p:cNvGrpSpPr/>
              <p:nvPr/>
            </p:nvGrpSpPr>
            <p:grpSpPr>
              <a:xfrm rot="2700000">
                <a:off x="140502" y="4460925"/>
                <a:ext cx="524584" cy="502337"/>
                <a:chOff x="1189791" y="-1767331"/>
                <a:chExt cx="904284" cy="865933"/>
              </a:xfrm>
            </p:grpSpPr>
            <p:sp>
              <p:nvSpPr>
                <p:cNvPr id="233" name="Google Shape;23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34" name="Google Shape;234;g372a3a90f18_0_1955"/>
                <p:cNvGrpSpPr/>
                <p:nvPr/>
              </p:nvGrpSpPr>
              <p:grpSpPr>
                <a:xfrm>
                  <a:off x="1232795" y="-1740829"/>
                  <a:ext cx="717622" cy="717393"/>
                  <a:chOff x="1483457" y="3953671"/>
                  <a:chExt cx="717622" cy="717393"/>
                </a:xfrm>
              </p:grpSpPr>
              <p:sp>
                <p:nvSpPr>
                  <p:cNvPr id="235" name="Google Shape;23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6" name="Google Shape;23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7" name="Google Shape;23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8" name="Google Shape;23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9" name="Google Shape;23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40" name="Google Shape;24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41" name="Google Shape;241;g372a3a90f18_0_1955"/>
            <p:cNvGrpSpPr/>
            <p:nvPr/>
          </p:nvGrpSpPr>
          <p:grpSpPr>
            <a:xfrm>
              <a:off x="955673" y="14"/>
              <a:ext cx="592576" cy="405260"/>
              <a:chOff x="39723" y="4349022"/>
              <a:chExt cx="1061964" cy="726143"/>
            </a:xfrm>
          </p:grpSpPr>
          <p:grpSp>
            <p:nvGrpSpPr>
              <p:cNvPr id="242" name="Google Shape;242;g372a3a90f18_0_1955"/>
              <p:cNvGrpSpPr/>
              <p:nvPr/>
            </p:nvGrpSpPr>
            <p:grpSpPr>
              <a:xfrm rot="2700000">
                <a:off x="140502" y="4460925"/>
                <a:ext cx="524584" cy="502337"/>
                <a:chOff x="1189791" y="-1767331"/>
                <a:chExt cx="904284" cy="865933"/>
              </a:xfrm>
            </p:grpSpPr>
            <p:sp>
              <p:nvSpPr>
                <p:cNvPr id="243" name="Google Shape;24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44" name="Google Shape;244;g372a3a90f18_0_1955"/>
                <p:cNvGrpSpPr/>
                <p:nvPr/>
              </p:nvGrpSpPr>
              <p:grpSpPr>
                <a:xfrm>
                  <a:off x="1232795" y="-1740829"/>
                  <a:ext cx="717622" cy="717393"/>
                  <a:chOff x="1483457" y="3953671"/>
                  <a:chExt cx="717622" cy="717393"/>
                </a:xfrm>
              </p:grpSpPr>
              <p:sp>
                <p:nvSpPr>
                  <p:cNvPr id="245" name="Google Shape;24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6" name="Google Shape;24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7" name="Google Shape;24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8" name="Google Shape;24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9" name="Google Shape;24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50" name="Google Shape;25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51" name="Google Shape;251;g372a3a90f18_0_1955"/>
            <p:cNvGrpSpPr/>
            <p:nvPr/>
          </p:nvGrpSpPr>
          <p:grpSpPr>
            <a:xfrm>
              <a:off x="0" y="621223"/>
              <a:ext cx="699940" cy="478601"/>
              <a:chOff x="39723" y="4349022"/>
              <a:chExt cx="1061964" cy="726143"/>
            </a:xfrm>
          </p:grpSpPr>
          <p:grpSp>
            <p:nvGrpSpPr>
              <p:cNvPr id="252" name="Google Shape;252;g372a3a90f18_0_1955"/>
              <p:cNvGrpSpPr/>
              <p:nvPr/>
            </p:nvGrpSpPr>
            <p:grpSpPr>
              <a:xfrm rot="2700000">
                <a:off x="140502" y="4460925"/>
                <a:ext cx="524584" cy="502337"/>
                <a:chOff x="1189791" y="-1767331"/>
                <a:chExt cx="904284" cy="865933"/>
              </a:xfrm>
            </p:grpSpPr>
            <p:sp>
              <p:nvSpPr>
                <p:cNvPr id="253" name="Google Shape;253;g372a3a90f18_0_195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54" name="Google Shape;254;g372a3a90f18_0_1955"/>
                <p:cNvGrpSpPr/>
                <p:nvPr/>
              </p:nvGrpSpPr>
              <p:grpSpPr>
                <a:xfrm>
                  <a:off x="1232795" y="-1740829"/>
                  <a:ext cx="717622" cy="717393"/>
                  <a:chOff x="1483457" y="3953671"/>
                  <a:chExt cx="717622" cy="717393"/>
                </a:xfrm>
              </p:grpSpPr>
              <p:sp>
                <p:nvSpPr>
                  <p:cNvPr id="255" name="Google Shape;255;g372a3a90f18_0_195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6" name="Google Shape;256;g372a3a90f18_0_195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7" name="Google Shape;257;g372a3a90f18_0_195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8" name="Google Shape;258;g372a3a90f18_0_195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9" name="Google Shape;259;g372a3a90f18_0_195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60" name="Google Shape;260;g372a3a90f18_0_195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61" name="Google Shape;261;g372a3a90f18_0_1955"/>
            <p:cNvGrpSpPr/>
            <p:nvPr/>
          </p:nvGrpSpPr>
          <p:grpSpPr>
            <a:xfrm rot="-8100000">
              <a:off x="540898" y="-1172741"/>
              <a:ext cx="2552124" cy="3347490"/>
              <a:chOff x="2976325" y="908175"/>
              <a:chExt cx="4028179" cy="5283555"/>
            </a:xfrm>
          </p:grpSpPr>
          <p:sp>
            <p:nvSpPr>
              <p:cNvPr id="262" name="Google Shape;262;g372a3a90f18_0_195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3" name="Google Shape;263;g372a3a90f18_0_195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4" name="Google Shape;264;g372a3a90f18_0_195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265" name="Shape 265"/>
        <p:cNvGrpSpPr/>
        <p:nvPr/>
      </p:nvGrpSpPr>
      <p:grpSpPr>
        <a:xfrm>
          <a:off x="0" y="0"/>
          <a:ext cx="0" cy="0"/>
          <a:chOff x="0" y="0"/>
          <a:chExt cx="0" cy="0"/>
        </a:xfrm>
      </p:grpSpPr>
      <p:sp>
        <p:nvSpPr>
          <p:cNvPr id="266" name="Google Shape;266;g372a3a90f18_0_1999"/>
          <p:cNvSpPr/>
          <p:nvPr>
            <p:ph idx="2" type="pic"/>
          </p:nvPr>
        </p:nvSpPr>
        <p:spPr>
          <a:xfrm>
            <a:off x="4310745" y="2238827"/>
            <a:ext cx="4920300" cy="3298200"/>
          </a:xfrm>
          <a:prstGeom prst="rect">
            <a:avLst/>
          </a:prstGeom>
          <a:solidFill>
            <a:schemeClr val="lt1"/>
          </a:solidFill>
          <a:ln>
            <a:noFill/>
          </a:ln>
        </p:spPr>
      </p:sp>
      <p:pic>
        <p:nvPicPr>
          <p:cNvPr id="267" name="Google Shape;267;g372a3a90f18_0_199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68" name="Google Shape;268;g372a3a90f18_0_1999"/>
          <p:cNvGrpSpPr/>
          <p:nvPr/>
        </p:nvGrpSpPr>
        <p:grpSpPr>
          <a:xfrm>
            <a:off x="-1607530" y="-3645955"/>
            <a:ext cx="10823147" cy="7799351"/>
            <a:chOff x="-1180413" y="-2565680"/>
            <a:chExt cx="8117563" cy="5849659"/>
          </a:xfrm>
        </p:grpSpPr>
        <p:sp>
          <p:nvSpPr>
            <p:cNvPr id="269" name="Google Shape;269;g372a3a90f18_0_1999"/>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0" name="Google Shape;270;g372a3a90f18_0_199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1" name="Google Shape;271;g372a3a90f18_0_199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2" name="Google Shape;272;g372a3a90f18_0_199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3" name="Google Shape;273;g372a3a90f18_0_199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4" name="Google Shape;274;g372a3a90f18_0_199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75" name="Google Shape;275;g372a3a90f18_0_1999"/>
            <p:cNvGrpSpPr/>
            <p:nvPr/>
          </p:nvGrpSpPr>
          <p:grpSpPr>
            <a:xfrm flipH="1">
              <a:off x="4446910" y="391153"/>
              <a:ext cx="134044" cy="134013"/>
              <a:chOff x="1101075" y="2142375"/>
              <a:chExt cx="439200" cy="439100"/>
            </a:xfrm>
          </p:grpSpPr>
          <p:sp>
            <p:nvSpPr>
              <p:cNvPr id="276" name="Google Shape;276;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7" name="Google Shape;277;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78" name="Google Shape;278;g372a3a90f18_0_1999"/>
            <p:cNvGrpSpPr/>
            <p:nvPr/>
          </p:nvGrpSpPr>
          <p:grpSpPr>
            <a:xfrm flipH="1">
              <a:off x="1373610" y="694565"/>
              <a:ext cx="134044" cy="134013"/>
              <a:chOff x="1101075" y="2142375"/>
              <a:chExt cx="439200" cy="439100"/>
            </a:xfrm>
          </p:grpSpPr>
          <p:sp>
            <p:nvSpPr>
              <p:cNvPr id="279" name="Google Shape;279;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0" name="Google Shape;280;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1" name="Google Shape;281;g372a3a90f18_0_1999"/>
            <p:cNvGrpSpPr/>
            <p:nvPr/>
          </p:nvGrpSpPr>
          <p:grpSpPr>
            <a:xfrm flipH="1">
              <a:off x="1086835" y="957465"/>
              <a:ext cx="134044" cy="134013"/>
              <a:chOff x="1101075" y="2142375"/>
              <a:chExt cx="439200" cy="439100"/>
            </a:xfrm>
          </p:grpSpPr>
          <p:sp>
            <p:nvSpPr>
              <p:cNvPr id="282" name="Google Shape;282;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3" name="Google Shape;283;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4" name="Google Shape;284;g372a3a90f18_0_1999"/>
            <p:cNvGrpSpPr/>
            <p:nvPr/>
          </p:nvGrpSpPr>
          <p:grpSpPr>
            <a:xfrm flipH="1">
              <a:off x="277710" y="957465"/>
              <a:ext cx="134044" cy="134013"/>
              <a:chOff x="1101075" y="2142375"/>
              <a:chExt cx="439200" cy="439100"/>
            </a:xfrm>
          </p:grpSpPr>
          <p:sp>
            <p:nvSpPr>
              <p:cNvPr id="285" name="Google Shape;285;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6" name="Google Shape;286;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7" name="Google Shape;287;g372a3a90f18_0_1999"/>
            <p:cNvGrpSpPr/>
            <p:nvPr/>
          </p:nvGrpSpPr>
          <p:grpSpPr>
            <a:xfrm flipH="1">
              <a:off x="277710" y="640815"/>
              <a:ext cx="134044" cy="134013"/>
              <a:chOff x="1101075" y="2142375"/>
              <a:chExt cx="439200" cy="439100"/>
            </a:xfrm>
          </p:grpSpPr>
          <p:sp>
            <p:nvSpPr>
              <p:cNvPr id="288" name="Google Shape;288;g372a3a90f18_0_19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9" name="Google Shape;289;g372a3a90f18_0_19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90" name="Google Shape;290;g372a3a90f18_0_1999"/>
          <p:cNvPicPr preferRelativeResize="0"/>
          <p:nvPr/>
        </p:nvPicPr>
        <p:blipFill rotWithShape="1">
          <a:blip r:embed="rId3">
            <a:alphaModFix/>
          </a:blip>
          <a:srcRect b="17662" l="0" r="0" t="17657"/>
          <a:stretch/>
        </p:blipFill>
        <p:spPr>
          <a:xfrm rot="-7778255">
            <a:off x="-3534445" y="-1919229"/>
            <a:ext cx="7140905" cy="545011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291" name="Shape 291"/>
        <p:cNvGrpSpPr/>
        <p:nvPr/>
      </p:nvGrpSpPr>
      <p:grpSpPr>
        <a:xfrm>
          <a:off x="0" y="0"/>
          <a:ext cx="0" cy="0"/>
          <a:chOff x="0" y="0"/>
          <a:chExt cx="0" cy="0"/>
        </a:xfrm>
      </p:grpSpPr>
      <p:sp>
        <p:nvSpPr>
          <p:cNvPr id="292" name="Google Shape;292;g372a3a90f18_0_2025"/>
          <p:cNvSpPr/>
          <p:nvPr>
            <p:ph idx="2" type="pic"/>
          </p:nvPr>
        </p:nvSpPr>
        <p:spPr>
          <a:xfrm>
            <a:off x="610699" y="0"/>
            <a:ext cx="3680400" cy="3982500"/>
          </a:xfrm>
          <a:prstGeom prst="rect">
            <a:avLst/>
          </a:prstGeom>
          <a:solidFill>
            <a:schemeClr val="lt1"/>
          </a:solidFill>
          <a:ln>
            <a:noFill/>
          </a:ln>
        </p:spPr>
      </p:sp>
      <p:pic>
        <p:nvPicPr>
          <p:cNvPr id="293" name="Google Shape;293;g372a3a90f18_0_202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94" name="Google Shape;294;g372a3a90f18_0_2025"/>
          <p:cNvGrpSpPr/>
          <p:nvPr/>
        </p:nvGrpSpPr>
        <p:grpSpPr>
          <a:xfrm>
            <a:off x="-693518" y="-764200"/>
            <a:ext cx="2003005" cy="3742362"/>
            <a:chOff x="-367748" y="-573164"/>
            <a:chExt cx="1502291" cy="2806842"/>
          </a:xfrm>
        </p:grpSpPr>
        <p:grpSp>
          <p:nvGrpSpPr>
            <p:cNvPr id="295" name="Google Shape;295;g372a3a90f18_0_2025"/>
            <p:cNvGrpSpPr/>
            <p:nvPr/>
          </p:nvGrpSpPr>
          <p:grpSpPr>
            <a:xfrm rot="10800000">
              <a:off x="-191449" y="1507557"/>
              <a:ext cx="904666" cy="726121"/>
              <a:chOff x="7945225" y="4302000"/>
              <a:chExt cx="904666" cy="726121"/>
            </a:xfrm>
          </p:grpSpPr>
          <p:sp>
            <p:nvSpPr>
              <p:cNvPr id="296" name="Google Shape;296;g372a3a90f18_0_202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7" name="Google Shape;297;g372a3a90f18_0_202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8" name="Google Shape;298;g372a3a90f18_0_202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99" name="Google Shape;299;g372a3a90f18_0_2025"/>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0" name="Google Shape;300;g372a3a90f18_0_2025"/>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301" name="Google Shape;301;g372a3a90f18_0_2025"/>
            <p:cNvGrpSpPr/>
            <p:nvPr/>
          </p:nvGrpSpPr>
          <p:grpSpPr>
            <a:xfrm rot="10800000">
              <a:off x="-367748" y="-467133"/>
              <a:ext cx="699928" cy="1651024"/>
              <a:chOff x="8337812" y="3492483"/>
              <a:chExt cx="699928" cy="1651024"/>
            </a:xfrm>
          </p:grpSpPr>
          <p:sp>
            <p:nvSpPr>
              <p:cNvPr id="302" name="Google Shape;302;g372a3a90f18_0_202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3" name="Google Shape;303;g372a3a90f18_0_202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4" name="Google Shape;304;g372a3a90f18_0_202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305" name="Shape 305"/>
        <p:cNvGrpSpPr/>
        <p:nvPr/>
      </p:nvGrpSpPr>
      <p:grpSpPr>
        <a:xfrm>
          <a:off x="0" y="0"/>
          <a:ext cx="0" cy="0"/>
          <a:chOff x="0" y="0"/>
          <a:chExt cx="0" cy="0"/>
        </a:xfrm>
      </p:grpSpPr>
      <p:sp>
        <p:nvSpPr>
          <p:cNvPr id="306" name="Google Shape;306;g372a3a90f18_0_2039"/>
          <p:cNvSpPr/>
          <p:nvPr>
            <p:ph idx="2" type="pic"/>
          </p:nvPr>
        </p:nvSpPr>
        <p:spPr>
          <a:xfrm>
            <a:off x="727217" y="622898"/>
            <a:ext cx="8333400" cy="2870100"/>
          </a:xfrm>
          <a:prstGeom prst="rect">
            <a:avLst/>
          </a:prstGeom>
          <a:solidFill>
            <a:schemeClr val="lt1"/>
          </a:solidFill>
          <a:ln>
            <a:noFill/>
          </a:ln>
        </p:spPr>
      </p:sp>
      <p:pic>
        <p:nvPicPr>
          <p:cNvPr id="307" name="Google Shape;307;g372a3a90f18_0_20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308" name="Shape 308"/>
        <p:cNvGrpSpPr/>
        <p:nvPr/>
      </p:nvGrpSpPr>
      <p:grpSpPr>
        <a:xfrm>
          <a:off x="0" y="0"/>
          <a:ext cx="0" cy="0"/>
          <a:chOff x="0" y="0"/>
          <a:chExt cx="0" cy="0"/>
        </a:xfrm>
      </p:grpSpPr>
      <p:pic>
        <p:nvPicPr>
          <p:cNvPr id="309" name="Google Shape;309;g372a3a90f18_0_204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10" name="Google Shape;310;g372a3a90f18_0_2042"/>
          <p:cNvGrpSpPr/>
          <p:nvPr/>
        </p:nvGrpSpPr>
        <p:grpSpPr>
          <a:xfrm>
            <a:off x="-680823" y="-2290581"/>
            <a:ext cx="5862777" cy="5562070"/>
            <a:chOff x="-494405" y="-1584825"/>
            <a:chExt cx="4397193" cy="4171657"/>
          </a:xfrm>
        </p:grpSpPr>
        <p:grpSp>
          <p:nvGrpSpPr>
            <p:cNvPr id="311" name="Google Shape;311;g372a3a90f18_0_2042"/>
            <p:cNvGrpSpPr/>
            <p:nvPr/>
          </p:nvGrpSpPr>
          <p:grpSpPr>
            <a:xfrm>
              <a:off x="-494405" y="-252396"/>
              <a:ext cx="1741563" cy="1288563"/>
              <a:chOff x="-494405" y="-252396"/>
              <a:chExt cx="1741563" cy="1288563"/>
            </a:xfrm>
          </p:grpSpPr>
          <p:sp>
            <p:nvSpPr>
              <p:cNvPr id="312" name="Google Shape;312;g372a3a90f18_0_204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3" name="Google Shape;313;g372a3a90f18_0_204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4" name="Google Shape;314;g372a3a90f18_0_2042"/>
            <p:cNvGrpSpPr/>
            <p:nvPr/>
          </p:nvGrpSpPr>
          <p:grpSpPr>
            <a:xfrm>
              <a:off x="245875" y="-51824"/>
              <a:ext cx="208200" cy="1824700"/>
              <a:chOff x="1040050" y="3812126"/>
              <a:chExt cx="208200" cy="1824700"/>
            </a:xfrm>
          </p:grpSpPr>
          <p:sp>
            <p:nvSpPr>
              <p:cNvPr id="315" name="Google Shape;315;g372a3a90f18_0_204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6" name="Google Shape;316;g372a3a90f18_0_204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7" name="Google Shape;317;g372a3a90f18_0_2042"/>
            <p:cNvGrpSpPr/>
            <p:nvPr/>
          </p:nvGrpSpPr>
          <p:grpSpPr>
            <a:xfrm>
              <a:off x="441575" y="-36652"/>
              <a:ext cx="699940" cy="478601"/>
              <a:chOff x="39723" y="4349022"/>
              <a:chExt cx="1061964" cy="726143"/>
            </a:xfrm>
          </p:grpSpPr>
          <p:grpSp>
            <p:nvGrpSpPr>
              <p:cNvPr id="318" name="Google Shape;318;g372a3a90f18_0_2042"/>
              <p:cNvGrpSpPr/>
              <p:nvPr/>
            </p:nvGrpSpPr>
            <p:grpSpPr>
              <a:xfrm rot="2700000">
                <a:off x="140502" y="4460925"/>
                <a:ext cx="524584" cy="502337"/>
                <a:chOff x="1189791" y="-1767331"/>
                <a:chExt cx="904284" cy="865933"/>
              </a:xfrm>
            </p:grpSpPr>
            <p:sp>
              <p:nvSpPr>
                <p:cNvPr id="319" name="Google Shape;31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20" name="Google Shape;320;g372a3a90f18_0_2042"/>
                <p:cNvGrpSpPr/>
                <p:nvPr/>
              </p:nvGrpSpPr>
              <p:grpSpPr>
                <a:xfrm>
                  <a:off x="1232795" y="-1740829"/>
                  <a:ext cx="717622" cy="717393"/>
                  <a:chOff x="1483457" y="3953671"/>
                  <a:chExt cx="717622" cy="717393"/>
                </a:xfrm>
              </p:grpSpPr>
              <p:sp>
                <p:nvSpPr>
                  <p:cNvPr id="321" name="Google Shape;32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2" name="Google Shape;32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3" name="Google Shape;32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4" name="Google Shape;32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5" name="Google Shape;32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26" name="Google Shape;32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27" name="Google Shape;327;g372a3a90f18_0_2042"/>
            <p:cNvGrpSpPr/>
            <p:nvPr/>
          </p:nvGrpSpPr>
          <p:grpSpPr>
            <a:xfrm>
              <a:off x="955673" y="14"/>
              <a:ext cx="592576" cy="405260"/>
              <a:chOff x="39723" y="4349022"/>
              <a:chExt cx="1061964" cy="726143"/>
            </a:xfrm>
          </p:grpSpPr>
          <p:grpSp>
            <p:nvGrpSpPr>
              <p:cNvPr id="328" name="Google Shape;328;g372a3a90f18_0_2042"/>
              <p:cNvGrpSpPr/>
              <p:nvPr/>
            </p:nvGrpSpPr>
            <p:grpSpPr>
              <a:xfrm rot="2700000">
                <a:off x="140502" y="4460925"/>
                <a:ext cx="524584" cy="502337"/>
                <a:chOff x="1189791" y="-1767331"/>
                <a:chExt cx="904284" cy="865933"/>
              </a:xfrm>
            </p:grpSpPr>
            <p:sp>
              <p:nvSpPr>
                <p:cNvPr id="329" name="Google Shape;32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30" name="Google Shape;330;g372a3a90f18_0_2042"/>
                <p:cNvGrpSpPr/>
                <p:nvPr/>
              </p:nvGrpSpPr>
              <p:grpSpPr>
                <a:xfrm>
                  <a:off x="1232795" y="-1740829"/>
                  <a:ext cx="717622" cy="717393"/>
                  <a:chOff x="1483457" y="3953671"/>
                  <a:chExt cx="717622" cy="717393"/>
                </a:xfrm>
              </p:grpSpPr>
              <p:sp>
                <p:nvSpPr>
                  <p:cNvPr id="331" name="Google Shape;33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2" name="Google Shape;33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3" name="Google Shape;33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4" name="Google Shape;33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5" name="Google Shape;33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36" name="Google Shape;33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37" name="Google Shape;337;g372a3a90f18_0_2042"/>
            <p:cNvGrpSpPr/>
            <p:nvPr/>
          </p:nvGrpSpPr>
          <p:grpSpPr>
            <a:xfrm>
              <a:off x="0" y="621223"/>
              <a:ext cx="699940" cy="478601"/>
              <a:chOff x="39723" y="4349022"/>
              <a:chExt cx="1061964" cy="726143"/>
            </a:xfrm>
          </p:grpSpPr>
          <p:grpSp>
            <p:nvGrpSpPr>
              <p:cNvPr id="338" name="Google Shape;338;g372a3a90f18_0_2042"/>
              <p:cNvGrpSpPr/>
              <p:nvPr/>
            </p:nvGrpSpPr>
            <p:grpSpPr>
              <a:xfrm rot="2700000">
                <a:off x="140502" y="4460925"/>
                <a:ext cx="524584" cy="502337"/>
                <a:chOff x="1189791" y="-1767331"/>
                <a:chExt cx="904284" cy="865933"/>
              </a:xfrm>
            </p:grpSpPr>
            <p:sp>
              <p:nvSpPr>
                <p:cNvPr id="339" name="Google Shape;339;g372a3a90f18_0_204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40" name="Google Shape;340;g372a3a90f18_0_2042"/>
                <p:cNvGrpSpPr/>
                <p:nvPr/>
              </p:nvGrpSpPr>
              <p:grpSpPr>
                <a:xfrm>
                  <a:off x="1232795" y="-1740829"/>
                  <a:ext cx="717622" cy="717393"/>
                  <a:chOff x="1483457" y="3953671"/>
                  <a:chExt cx="717622" cy="717393"/>
                </a:xfrm>
              </p:grpSpPr>
              <p:sp>
                <p:nvSpPr>
                  <p:cNvPr id="341" name="Google Shape;341;g372a3a90f18_0_204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2" name="Google Shape;342;g372a3a90f18_0_204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3" name="Google Shape;343;g372a3a90f18_0_204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4" name="Google Shape;344;g372a3a90f18_0_204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5" name="Google Shape;345;g372a3a90f18_0_204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46" name="Google Shape;346;g372a3a90f18_0_204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47" name="Google Shape;347;g372a3a90f18_0_2042"/>
            <p:cNvGrpSpPr/>
            <p:nvPr/>
          </p:nvGrpSpPr>
          <p:grpSpPr>
            <a:xfrm rot="-8100000">
              <a:off x="540898" y="-1172741"/>
              <a:ext cx="2552124" cy="3347490"/>
              <a:chOff x="2976325" y="908175"/>
              <a:chExt cx="4028179" cy="5283555"/>
            </a:xfrm>
          </p:grpSpPr>
          <p:sp>
            <p:nvSpPr>
              <p:cNvPr id="348" name="Google Shape;348;g372a3a90f18_0_204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9" name="Google Shape;349;g372a3a90f18_0_204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50" name="Google Shape;350;g372a3a90f18_0_204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351" name="Shape 351"/>
        <p:cNvGrpSpPr/>
        <p:nvPr/>
      </p:nvGrpSpPr>
      <p:grpSpPr>
        <a:xfrm>
          <a:off x="0" y="0"/>
          <a:ext cx="0" cy="0"/>
          <a:chOff x="0" y="0"/>
          <a:chExt cx="0" cy="0"/>
        </a:xfrm>
      </p:grpSpPr>
      <p:sp>
        <p:nvSpPr>
          <p:cNvPr id="352" name="Google Shape;352;g372a3a90f18_0_2085"/>
          <p:cNvSpPr/>
          <p:nvPr>
            <p:ph idx="2" type="pic"/>
          </p:nvPr>
        </p:nvSpPr>
        <p:spPr>
          <a:xfrm>
            <a:off x="0" y="3061252"/>
            <a:ext cx="2969700" cy="3796800"/>
          </a:xfrm>
          <a:prstGeom prst="rect">
            <a:avLst/>
          </a:prstGeom>
          <a:solidFill>
            <a:schemeClr val="lt1"/>
          </a:solidFill>
          <a:ln>
            <a:noFill/>
          </a:ln>
        </p:spPr>
      </p:sp>
      <p:sp>
        <p:nvSpPr>
          <p:cNvPr id="353" name="Google Shape;353;g372a3a90f18_0_2085"/>
          <p:cNvSpPr/>
          <p:nvPr>
            <p:ph idx="3" type="pic"/>
          </p:nvPr>
        </p:nvSpPr>
        <p:spPr>
          <a:xfrm>
            <a:off x="6870763" y="-3517"/>
            <a:ext cx="3838800" cy="3162900"/>
          </a:xfrm>
          <a:prstGeom prst="rect">
            <a:avLst/>
          </a:prstGeom>
          <a:solidFill>
            <a:schemeClr val="lt1"/>
          </a:solidFill>
          <a:ln>
            <a:noFill/>
          </a:ln>
        </p:spPr>
      </p:sp>
      <p:pic>
        <p:nvPicPr>
          <p:cNvPr id="354" name="Google Shape;354;g372a3a90f18_0_208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355" name="Shape 355"/>
        <p:cNvGrpSpPr/>
        <p:nvPr/>
      </p:nvGrpSpPr>
      <p:grpSpPr>
        <a:xfrm>
          <a:off x="0" y="0"/>
          <a:ext cx="0" cy="0"/>
          <a:chOff x="0" y="0"/>
          <a:chExt cx="0" cy="0"/>
        </a:xfrm>
      </p:grpSpPr>
      <p:sp>
        <p:nvSpPr>
          <p:cNvPr id="356" name="Google Shape;356;g372a3a90f18_0_2089"/>
          <p:cNvSpPr/>
          <p:nvPr>
            <p:ph idx="2" type="pic"/>
          </p:nvPr>
        </p:nvSpPr>
        <p:spPr>
          <a:xfrm>
            <a:off x="6524779" y="742950"/>
            <a:ext cx="3488700" cy="4309200"/>
          </a:xfrm>
          <a:prstGeom prst="rect">
            <a:avLst/>
          </a:prstGeom>
          <a:solidFill>
            <a:schemeClr val="lt1"/>
          </a:solidFill>
          <a:ln>
            <a:noFill/>
          </a:ln>
        </p:spPr>
      </p:sp>
      <p:pic>
        <p:nvPicPr>
          <p:cNvPr id="357" name="Google Shape;357;g372a3a90f18_0_208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58" name="Google Shape;358;g372a3a90f18_0_2089"/>
          <p:cNvGrpSpPr/>
          <p:nvPr/>
        </p:nvGrpSpPr>
        <p:grpSpPr>
          <a:xfrm>
            <a:off x="-680823" y="-2290581"/>
            <a:ext cx="5862777" cy="5562070"/>
            <a:chOff x="-494405" y="-1584825"/>
            <a:chExt cx="4397193" cy="4171657"/>
          </a:xfrm>
        </p:grpSpPr>
        <p:grpSp>
          <p:nvGrpSpPr>
            <p:cNvPr id="359" name="Google Shape;359;g372a3a90f18_0_2089"/>
            <p:cNvGrpSpPr/>
            <p:nvPr/>
          </p:nvGrpSpPr>
          <p:grpSpPr>
            <a:xfrm>
              <a:off x="-494405" y="-252396"/>
              <a:ext cx="1741563" cy="1288563"/>
              <a:chOff x="-494405" y="-252396"/>
              <a:chExt cx="1741563" cy="1288563"/>
            </a:xfrm>
          </p:grpSpPr>
          <p:sp>
            <p:nvSpPr>
              <p:cNvPr id="360" name="Google Shape;360;g372a3a90f18_0_208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1" name="Google Shape;361;g372a3a90f18_0_208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2" name="Google Shape;362;g372a3a90f18_0_2089"/>
            <p:cNvGrpSpPr/>
            <p:nvPr/>
          </p:nvGrpSpPr>
          <p:grpSpPr>
            <a:xfrm>
              <a:off x="245875" y="-51824"/>
              <a:ext cx="208200" cy="1824700"/>
              <a:chOff x="1040050" y="3812126"/>
              <a:chExt cx="208200" cy="1824700"/>
            </a:xfrm>
          </p:grpSpPr>
          <p:sp>
            <p:nvSpPr>
              <p:cNvPr id="363" name="Google Shape;363;g372a3a90f18_0_208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4" name="Google Shape;364;g372a3a90f18_0_208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5" name="Google Shape;365;g372a3a90f18_0_2089"/>
            <p:cNvGrpSpPr/>
            <p:nvPr/>
          </p:nvGrpSpPr>
          <p:grpSpPr>
            <a:xfrm>
              <a:off x="441575" y="-36652"/>
              <a:ext cx="699940" cy="478601"/>
              <a:chOff x="39723" y="4349022"/>
              <a:chExt cx="1061964" cy="726143"/>
            </a:xfrm>
          </p:grpSpPr>
          <p:grpSp>
            <p:nvGrpSpPr>
              <p:cNvPr id="366" name="Google Shape;366;g372a3a90f18_0_2089"/>
              <p:cNvGrpSpPr/>
              <p:nvPr/>
            </p:nvGrpSpPr>
            <p:grpSpPr>
              <a:xfrm rot="2700000">
                <a:off x="140502" y="4460925"/>
                <a:ext cx="524584" cy="502337"/>
                <a:chOff x="1189791" y="-1767331"/>
                <a:chExt cx="904284" cy="865933"/>
              </a:xfrm>
            </p:grpSpPr>
            <p:sp>
              <p:nvSpPr>
                <p:cNvPr id="367" name="Google Shape;36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68" name="Google Shape;368;g372a3a90f18_0_2089"/>
                <p:cNvGrpSpPr/>
                <p:nvPr/>
              </p:nvGrpSpPr>
              <p:grpSpPr>
                <a:xfrm>
                  <a:off x="1232795" y="-1740829"/>
                  <a:ext cx="717622" cy="717393"/>
                  <a:chOff x="1483457" y="3953671"/>
                  <a:chExt cx="717622" cy="717393"/>
                </a:xfrm>
              </p:grpSpPr>
              <p:sp>
                <p:nvSpPr>
                  <p:cNvPr id="369" name="Google Shape;36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0" name="Google Shape;37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1" name="Google Shape;37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2" name="Google Shape;37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3" name="Google Shape;37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74" name="Google Shape;37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75" name="Google Shape;375;g372a3a90f18_0_2089"/>
            <p:cNvGrpSpPr/>
            <p:nvPr/>
          </p:nvGrpSpPr>
          <p:grpSpPr>
            <a:xfrm>
              <a:off x="955673" y="14"/>
              <a:ext cx="592576" cy="405260"/>
              <a:chOff x="39723" y="4349022"/>
              <a:chExt cx="1061964" cy="726143"/>
            </a:xfrm>
          </p:grpSpPr>
          <p:grpSp>
            <p:nvGrpSpPr>
              <p:cNvPr id="376" name="Google Shape;376;g372a3a90f18_0_2089"/>
              <p:cNvGrpSpPr/>
              <p:nvPr/>
            </p:nvGrpSpPr>
            <p:grpSpPr>
              <a:xfrm rot="2700000">
                <a:off x="140502" y="4460925"/>
                <a:ext cx="524584" cy="502337"/>
                <a:chOff x="1189791" y="-1767331"/>
                <a:chExt cx="904284" cy="865933"/>
              </a:xfrm>
            </p:grpSpPr>
            <p:sp>
              <p:nvSpPr>
                <p:cNvPr id="377" name="Google Shape;37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78" name="Google Shape;378;g372a3a90f18_0_2089"/>
                <p:cNvGrpSpPr/>
                <p:nvPr/>
              </p:nvGrpSpPr>
              <p:grpSpPr>
                <a:xfrm>
                  <a:off x="1232795" y="-1740829"/>
                  <a:ext cx="717622" cy="717393"/>
                  <a:chOff x="1483457" y="3953671"/>
                  <a:chExt cx="717622" cy="717393"/>
                </a:xfrm>
              </p:grpSpPr>
              <p:sp>
                <p:nvSpPr>
                  <p:cNvPr id="379" name="Google Shape;37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0" name="Google Shape;38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1" name="Google Shape;38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2" name="Google Shape;38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3" name="Google Shape;38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84" name="Google Shape;38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85" name="Google Shape;385;g372a3a90f18_0_2089"/>
            <p:cNvGrpSpPr/>
            <p:nvPr/>
          </p:nvGrpSpPr>
          <p:grpSpPr>
            <a:xfrm>
              <a:off x="0" y="621223"/>
              <a:ext cx="699940" cy="478601"/>
              <a:chOff x="39723" y="4349022"/>
              <a:chExt cx="1061964" cy="726143"/>
            </a:xfrm>
          </p:grpSpPr>
          <p:grpSp>
            <p:nvGrpSpPr>
              <p:cNvPr id="386" name="Google Shape;386;g372a3a90f18_0_2089"/>
              <p:cNvGrpSpPr/>
              <p:nvPr/>
            </p:nvGrpSpPr>
            <p:grpSpPr>
              <a:xfrm rot="2700000">
                <a:off x="140502" y="4460925"/>
                <a:ext cx="524584" cy="502337"/>
                <a:chOff x="1189791" y="-1767331"/>
                <a:chExt cx="904284" cy="865933"/>
              </a:xfrm>
            </p:grpSpPr>
            <p:sp>
              <p:nvSpPr>
                <p:cNvPr id="387" name="Google Shape;387;g372a3a90f18_0_208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88" name="Google Shape;388;g372a3a90f18_0_2089"/>
                <p:cNvGrpSpPr/>
                <p:nvPr/>
              </p:nvGrpSpPr>
              <p:grpSpPr>
                <a:xfrm>
                  <a:off x="1232795" y="-1740829"/>
                  <a:ext cx="717622" cy="717393"/>
                  <a:chOff x="1483457" y="3953671"/>
                  <a:chExt cx="717622" cy="717393"/>
                </a:xfrm>
              </p:grpSpPr>
              <p:sp>
                <p:nvSpPr>
                  <p:cNvPr id="389" name="Google Shape;389;g372a3a90f18_0_20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0" name="Google Shape;390;g372a3a90f18_0_20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1" name="Google Shape;391;g372a3a90f18_0_20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2" name="Google Shape;392;g372a3a90f18_0_20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3" name="Google Shape;393;g372a3a90f18_0_20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94" name="Google Shape;394;g372a3a90f18_0_208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95" name="Google Shape;395;g372a3a90f18_0_2089"/>
            <p:cNvGrpSpPr/>
            <p:nvPr/>
          </p:nvGrpSpPr>
          <p:grpSpPr>
            <a:xfrm rot="-8100000">
              <a:off x="540898" y="-1172741"/>
              <a:ext cx="2552124" cy="3347490"/>
              <a:chOff x="2976325" y="908175"/>
              <a:chExt cx="4028179" cy="5283555"/>
            </a:xfrm>
          </p:grpSpPr>
          <p:sp>
            <p:nvSpPr>
              <p:cNvPr id="396" name="Google Shape;396;g372a3a90f18_0_208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7" name="Google Shape;397;g372a3a90f18_0_208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8" name="Google Shape;398;g372a3a90f18_0_208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399" name="Shape 399"/>
        <p:cNvGrpSpPr/>
        <p:nvPr/>
      </p:nvGrpSpPr>
      <p:grpSpPr>
        <a:xfrm>
          <a:off x="0" y="0"/>
          <a:ext cx="0" cy="0"/>
          <a:chOff x="0" y="0"/>
          <a:chExt cx="0" cy="0"/>
        </a:xfrm>
      </p:grpSpPr>
      <p:sp>
        <p:nvSpPr>
          <p:cNvPr id="400" name="Google Shape;400;g372a3a90f18_0_2133"/>
          <p:cNvSpPr/>
          <p:nvPr>
            <p:ph idx="2" type="pic"/>
          </p:nvPr>
        </p:nvSpPr>
        <p:spPr>
          <a:xfrm>
            <a:off x="-1" y="622897"/>
            <a:ext cx="9337800" cy="2196900"/>
          </a:xfrm>
          <a:prstGeom prst="rect">
            <a:avLst/>
          </a:prstGeom>
          <a:solidFill>
            <a:schemeClr val="lt1"/>
          </a:solidFill>
          <a:ln>
            <a:noFill/>
          </a:ln>
        </p:spPr>
      </p:sp>
      <p:pic>
        <p:nvPicPr>
          <p:cNvPr id="401" name="Google Shape;401;g372a3a90f18_0_21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402" name="Shape 402"/>
        <p:cNvGrpSpPr/>
        <p:nvPr/>
      </p:nvGrpSpPr>
      <p:grpSpPr>
        <a:xfrm>
          <a:off x="0" y="0"/>
          <a:ext cx="0" cy="0"/>
          <a:chOff x="0" y="0"/>
          <a:chExt cx="0" cy="0"/>
        </a:xfrm>
      </p:grpSpPr>
      <p:sp>
        <p:nvSpPr>
          <p:cNvPr id="403" name="Google Shape;403;g372a3a90f18_0_2136"/>
          <p:cNvSpPr/>
          <p:nvPr>
            <p:ph idx="2" type="pic"/>
          </p:nvPr>
        </p:nvSpPr>
        <p:spPr>
          <a:xfrm>
            <a:off x="1481266" y="3350560"/>
            <a:ext cx="2370900" cy="2370900"/>
          </a:xfrm>
          <a:prstGeom prst="rect">
            <a:avLst/>
          </a:prstGeom>
          <a:solidFill>
            <a:schemeClr val="lt1"/>
          </a:solidFill>
          <a:ln>
            <a:noFill/>
          </a:ln>
        </p:spPr>
      </p:sp>
      <p:sp>
        <p:nvSpPr>
          <p:cNvPr id="404" name="Google Shape;404;g372a3a90f18_0_2136"/>
          <p:cNvSpPr/>
          <p:nvPr>
            <p:ph idx="3" type="pic"/>
          </p:nvPr>
        </p:nvSpPr>
        <p:spPr>
          <a:xfrm>
            <a:off x="4169396" y="3350560"/>
            <a:ext cx="2370900" cy="2370900"/>
          </a:xfrm>
          <a:prstGeom prst="rect">
            <a:avLst/>
          </a:prstGeom>
          <a:solidFill>
            <a:schemeClr val="lt1"/>
          </a:solidFill>
          <a:ln>
            <a:noFill/>
          </a:ln>
        </p:spPr>
      </p:sp>
      <p:sp>
        <p:nvSpPr>
          <p:cNvPr id="405" name="Google Shape;405;g372a3a90f18_0_2136"/>
          <p:cNvSpPr/>
          <p:nvPr>
            <p:ph idx="4" type="pic"/>
          </p:nvPr>
        </p:nvSpPr>
        <p:spPr>
          <a:xfrm>
            <a:off x="6857527" y="3350560"/>
            <a:ext cx="2370900" cy="2370900"/>
          </a:xfrm>
          <a:prstGeom prst="rect">
            <a:avLst/>
          </a:prstGeom>
          <a:solidFill>
            <a:schemeClr val="lt1"/>
          </a:solidFill>
          <a:ln>
            <a:noFill/>
          </a:ln>
        </p:spPr>
      </p:sp>
      <p:pic>
        <p:nvPicPr>
          <p:cNvPr id="406" name="Google Shape;406;g372a3a90f18_0_213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407" name="Shape 407"/>
        <p:cNvGrpSpPr/>
        <p:nvPr/>
      </p:nvGrpSpPr>
      <p:grpSpPr>
        <a:xfrm>
          <a:off x="0" y="0"/>
          <a:ext cx="0" cy="0"/>
          <a:chOff x="0" y="0"/>
          <a:chExt cx="0" cy="0"/>
        </a:xfrm>
      </p:grpSpPr>
      <p:sp>
        <p:nvSpPr>
          <p:cNvPr id="408" name="Google Shape;408;g372a3a90f18_0_2141"/>
          <p:cNvSpPr/>
          <p:nvPr>
            <p:ph idx="2" type="pic"/>
          </p:nvPr>
        </p:nvSpPr>
        <p:spPr>
          <a:xfrm>
            <a:off x="5653560" y="672033"/>
            <a:ext cx="1690800" cy="1690800"/>
          </a:xfrm>
          <a:prstGeom prst="rect">
            <a:avLst/>
          </a:prstGeom>
          <a:solidFill>
            <a:schemeClr val="lt1"/>
          </a:solidFill>
          <a:ln>
            <a:noFill/>
          </a:ln>
        </p:spPr>
      </p:sp>
      <p:sp>
        <p:nvSpPr>
          <p:cNvPr id="409" name="Google Shape;409;g372a3a90f18_0_2141"/>
          <p:cNvSpPr/>
          <p:nvPr>
            <p:ph idx="3" type="pic"/>
          </p:nvPr>
        </p:nvSpPr>
        <p:spPr>
          <a:xfrm>
            <a:off x="5653560" y="2583602"/>
            <a:ext cx="1690800" cy="1690800"/>
          </a:xfrm>
          <a:prstGeom prst="rect">
            <a:avLst/>
          </a:prstGeom>
          <a:solidFill>
            <a:schemeClr val="lt1"/>
          </a:solidFill>
          <a:ln>
            <a:noFill/>
          </a:ln>
        </p:spPr>
      </p:sp>
      <p:sp>
        <p:nvSpPr>
          <p:cNvPr id="410" name="Google Shape;410;g372a3a90f18_0_2141"/>
          <p:cNvSpPr/>
          <p:nvPr>
            <p:ph idx="4" type="pic"/>
          </p:nvPr>
        </p:nvSpPr>
        <p:spPr>
          <a:xfrm>
            <a:off x="5653560" y="4495171"/>
            <a:ext cx="1690800" cy="1690800"/>
          </a:xfrm>
          <a:prstGeom prst="rect">
            <a:avLst/>
          </a:prstGeom>
          <a:solidFill>
            <a:schemeClr val="lt1"/>
          </a:solidFill>
          <a:ln>
            <a:noFill/>
          </a:ln>
        </p:spPr>
      </p:sp>
      <p:pic>
        <p:nvPicPr>
          <p:cNvPr id="411" name="Google Shape;411;g372a3a90f18_0_214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412" name="Shape 412"/>
        <p:cNvGrpSpPr/>
        <p:nvPr/>
      </p:nvGrpSpPr>
      <p:grpSpPr>
        <a:xfrm>
          <a:off x="0" y="0"/>
          <a:ext cx="0" cy="0"/>
          <a:chOff x="0" y="0"/>
          <a:chExt cx="0" cy="0"/>
        </a:xfrm>
      </p:grpSpPr>
      <p:sp>
        <p:nvSpPr>
          <p:cNvPr id="413" name="Google Shape;413;g372a3a90f18_0_2146"/>
          <p:cNvSpPr/>
          <p:nvPr>
            <p:ph idx="2" type="pic"/>
          </p:nvPr>
        </p:nvSpPr>
        <p:spPr>
          <a:xfrm>
            <a:off x="8231618" y="728382"/>
            <a:ext cx="2099700" cy="2099700"/>
          </a:xfrm>
          <a:prstGeom prst="rect">
            <a:avLst/>
          </a:prstGeom>
          <a:solidFill>
            <a:schemeClr val="lt1"/>
          </a:solidFill>
          <a:ln>
            <a:noFill/>
          </a:ln>
        </p:spPr>
      </p:sp>
      <p:sp>
        <p:nvSpPr>
          <p:cNvPr id="414" name="Google Shape;414;g372a3a90f18_0_2146"/>
          <p:cNvSpPr/>
          <p:nvPr>
            <p:ph idx="3" type="pic"/>
          </p:nvPr>
        </p:nvSpPr>
        <p:spPr>
          <a:xfrm>
            <a:off x="5935846" y="728382"/>
            <a:ext cx="2099700" cy="2099700"/>
          </a:xfrm>
          <a:prstGeom prst="rect">
            <a:avLst/>
          </a:prstGeom>
          <a:solidFill>
            <a:schemeClr val="lt1"/>
          </a:solidFill>
          <a:ln>
            <a:noFill/>
          </a:ln>
        </p:spPr>
      </p:sp>
      <p:sp>
        <p:nvSpPr>
          <p:cNvPr id="415" name="Google Shape;415;g372a3a90f18_0_2146"/>
          <p:cNvSpPr/>
          <p:nvPr>
            <p:ph idx="4" type="pic"/>
          </p:nvPr>
        </p:nvSpPr>
        <p:spPr>
          <a:xfrm>
            <a:off x="-1" y="3366773"/>
            <a:ext cx="4525500" cy="2435400"/>
          </a:xfrm>
          <a:prstGeom prst="rect">
            <a:avLst/>
          </a:prstGeom>
          <a:solidFill>
            <a:schemeClr val="lt1"/>
          </a:solidFill>
          <a:ln>
            <a:noFill/>
          </a:ln>
        </p:spPr>
      </p:sp>
      <p:pic>
        <p:nvPicPr>
          <p:cNvPr id="416" name="Google Shape;416;g372a3a90f18_0_214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417" name="Shape 417"/>
        <p:cNvGrpSpPr/>
        <p:nvPr/>
      </p:nvGrpSpPr>
      <p:grpSpPr>
        <a:xfrm>
          <a:off x="0" y="0"/>
          <a:ext cx="0" cy="0"/>
          <a:chOff x="0" y="0"/>
          <a:chExt cx="0" cy="0"/>
        </a:xfrm>
      </p:grpSpPr>
      <p:sp>
        <p:nvSpPr>
          <p:cNvPr id="418" name="Google Shape;418;g372a3a90f18_0_2151"/>
          <p:cNvSpPr/>
          <p:nvPr>
            <p:ph idx="2" type="pic"/>
          </p:nvPr>
        </p:nvSpPr>
        <p:spPr>
          <a:xfrm>
            <a:off x="889964" y="1372128"/>
            <a:ext cx="2137800" cy="4113600"/>
          </a:xfrm>
          <a:prstGeom prst="rect">
            <a:avLst/>
          </a:prstGeom>
          <a:solidFill>
            <a:schemeClr val="lt1"/>
          </a:solidFill>
          <a:ln>
            <a:noFill/>
          </a:ln>
        </p:spPr>
      </p:sp>
      <p:sp>
        <p:nvSpPr>
          <p:cNvPr id="419" name="Google Shape;419;g372a3a90f18_0_2151"/>
          <p:cNvSpPr/>
          <p:nvPr>
            <p:ph idx="3" type="pic"/>
          </p:nvPr>
        </p:nvSpPr>
        <p:spPr>
          <a:xfrm>
            <a:off x="3210142" y="1372128"/>
            <a:ext cx="2137800" cy="4113600"/>
          </a:xfrm>
          <a:prstGeom prst="rect">
            <a:avLst/>
          </a:prstGeom>
          <a:solidFill>
            <a:schemeClr val="lt1"/>
          </a:solidFill>
          <a:ln>
            <a:noFill/>
          </a:ln>
        </p:spPr>
      </p:sp>
      <p:pic>
        <p:nvPicPr>
          <p:cNvPr id="420" name="Google Shape;420;g372a3a90f18_0_215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421" name="Shape 421"/>
        <p:cNvGrpSpPr/>
        <p:nvPr/>
      </p:nvGrpSpPr>
      <p:grpSpPr>
        <a:xfrm>
          <a:off x="0" y="0"/>
          <a:ext cx="0" cy="0"/>
          <a:chOff x="0" y="0"/>
          <a:chExt cx="0" cy="0"/>
        </a:xfrm>
      </p:grpSpPr>
      <p:sp>
        <p:nvSpPr>
          <p:cNvPr id="422" name="Google Shape;422;g372a3a90f18_0_2155"/>
          <p:cNvSpPr/>
          <p:nvPr>
            <p:ph idx="2" type="pic"/>
          </p:nvPr>
        </p:nvSpPr>
        <p:spPr>
          <a:xfrm>
            <a:off x="6896192" y="1655804"/>
            <a:ext cx="2800500" cy="5202300"/>
          </a:xfrm>
          <a:prstGeom prst="rect">
            <a:avLst/>
          </a:prstGeom>
          <a:solidFill>
            <a:schemeClr val="lt1"/>
          </a:solidFill>
          <a:ln>
            <a:noFill/>
          </a:ln>
        </p:spPr>
      </p:sp>
      <p:pic>
        <p:nvPicPr>
          <p:cNvPr id="423" name="Google Shape;423;g372a3a90f18_0_215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424" name="Shape 424"/>
        <p:cNvGrpSpPr/>
        <p:nvPr/>
      </p:nvGrpSpPr>
      <p:grpSpPr>
        <a:xfrm>
          <a:off x="0" y="0"/>
          <a:ext cx="0" cy="0"/>
          <a:chOff x="0" y="0"/>
          <a:chExt cx="0" cy="0"/>
        </a:xfrm>
      </p:grpSpPr>
      <p:sp>
        <p:nvSpPr>
          <p:cNvPr id="425" name="Google Shape;425;g372a3a90f18_0_2158"/>
          <p:cNvSpPr/>
          <p:nvPr>
            <p:ph idx="2" type="pic"/>
          </p:nvPr>
        </p:nvSpPr>
        <p:spPr>
          <a:xfrm>
            <a:off x="1179006" y="1014481"/>
            <a:ext cx="2768400" cy="4122600"/>
          </a:xfrm>
          <a:prstGeom prst="rect">
            <a:avLst/>
          </a:prstGeom>
          <a:solidFill>
            <a:schemeClr val="lt1"/>
          </a:solidFill>
          <a:ln>
            <a:noFill/>
          </a:ln>
        </p:spPr>
      </p:sp>
      <p:pic>
        <p:nvPicPr>
          <p:cNvPr id="426" name="Google Shape;426;g372a3a90f18_0_215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427" name="Shape 427"/>
        <p:cNvGrpSpPr/>
        <p:nvPr/>
      </p:nvGrpSpPr>
      <p:grpSpPr>
        <a:xfrm>
          <a:off x="0" y="0"/>
          <a:ext cx="0" cy="0"/>
          <a:chOff x="0" y="0"/>
          <a:chExt cx="0" cy="0"/>
        </a:xfrm>
      </p:grpSpPr>
      <p:sp>
        <p:nvSpPr>
          <p:cNvPr id="428" name="Google Shape;428;g372a3a90f18_0_2161"/>
          <p:cNvSpPr/>
          <p:nvPr>
            <p:ph idx="2" type="pic"/>
          </p:nvPr>
        </p:nvSpPr>
        <p:spPr>
          <a:xfrm>
            <a:off x="4930282" y="1031838"/>
            <a:ext cx="5779200" cy="2934900"/>
          </a:xfrm>
          <a:prstGeom prst="rect">
            <a:avLst/>
          </a:prstGeom>
          <a:solidFill>
            <a:schemeClr val="lt1"/>
          </a:solidFill>
          <a:ln>
            <a:noFill/>
          </a:ln>
        </p:spPr>
      </p:sp>
      <p:pic>
        <p:nvPicPr>
          <p:cNvPr id="429" name="Google Shape;429;g372a3a90f18_0_216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430" name="Shape 430"/>
        <p:cNvGrpSpPr/>
        <p:nvPr/>
      </p:nvGrpSpPr>
      <p:grpSpPr>
        <a:xfrm>
          <a:off x="0" y="0"/>
          <a:ext cx="0" cy="0"/>
          <a:chOff x="0" y="0"/>
          <a:chExt cx="0" cy="0"/>
        </a:xfrm>
      </p:grpSpPr>
      <p:sp>
        <p:nvSpPr>
          <p:cNvPr id="431" name="Google Shape;431;g372a3a90f18_0_2164"/>
          <p:cNvSpPr/>
          <p:nvPr>
            <p:ph idx="2" type="pic"/>
          </p:nvPr>
        </p:nvSpPr>
        <p:spPr>
          <a:xfrm>
            <a:off x="3220234" y="2120348"/>
            <a:ext cx="2279400" cy="2279400"/>
          </a:xfrm>
          <a:prstGeom prst="rect">
            <a:avLst/>
          </a:prstGeom>
          <a:solidFill>
            <a:schemeClr val="lt1"/>
          </a:solidFill>
          <a:ln>
            <a:noFill/>
          </a:ln>
        </p:spPr>
      </p:sp>
      <p:sp>
        <p:nvSpPr>
          <p:cNvPr id="432" name="Google Shape;432;g372a3a90f18_0_2164"/>
          <p:cNvSpPr/>
          <p:nvPr>
            <p:ph idx="3" type="pic"/>
          </p:nvPr>
        </p:nvSpPr>
        <p:spPr>
          <a:xfrm>
            <a:off x="5712651" y="2120348"/>
            <a:ext cx="2279400" cy="2279400"/>
          </a:xfrm>
          <a:prstGeom prst="rect">
            <a:avLst/>
          </a:prstGeom>
          <a:solidFill>
            <a:schemeClr val="lt1"/>
          </a:solidFill>
          <a:ln>
            <a:noFill/>
          </a:ln>
        </p:spPr>
      </p:sp>
      <p:sp>
        <p:nvSpPr>
          <p:cNvPr id="433" name="Google Shape;433;g372a3a90f18_0_2164"/>
          <p:cNvSpPr/>
          <p:nvPr>
            <p:ph idx="4" type="pic"/>
          </p:nvPr>
        </p:nvSpPr>
        <p:spPr>
          <a:xfrm>
            <a:off x="8205068" y="2120348"/>
            <a:ext cx="2279400" cy="2279400"/>
          </a:xfrm>
          <a:prstGeom prst="rect">
            <a:avLst/>
          </a:prstGeom>
          <a:solidFill>
            <a:schemeClr val="lt1"/>
          </a:solidFill>
          <a:ln>
            <a:noFill/>
          </a:ln>
        </p:spPr>
      </p:sp>
      <p:pic>
        <p:nvPicPr>
          <p:cNvPr id="434" name="Google Shape;434;g372a3a90f18_0_216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435" name="Google Shape;435;g372a3a90f18_0_2164"/>
          <p:cNvGrpSpPr/>
          <p:nvPr/>
        </p:nvGrpSpPr>
        <p:grpSpPr>
          <a:xfrm>
            <a:off x="-680823" y="-2290581"/>
            <a:ext cx="5862777" cy="5562070"/>
            <a:chOff x="-494405" y="-1584825"/>
            <a:chExt cx="4397193" cy="4171657"/>
          </a:xfrm>
        </p:grpSpPr>
        <p:grpSp>
          <p:nvGrpSpPr>
            <p:cNvPr id="436" name="Google Shape;436;g372a3a90f18_0_2164"/>
            <p:cNvGrpSpPr/>
            <p:nvPr/>
          </p:nvGrpSpPr>
          <p:grpSpPr>
            <a:xfrm>
              <a:off x="-494405" y="-252396"/>
              <a:ext cx="1741563" cy="1288563"/>
              <a:chOff x="-494405" y="-252396"/>
              <a:chExt cx="1741563" cy="1288563"/>
            </a:xfrm>
          </p:grpSpPr>
          <p:sp>
            <p:nvSpPr>
              <p:cNvPr id="437" name="Google Shape;437;g372a3a90f18_0_216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38" name="Google Shape;438;g372a3a90f18_0_216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39" name="Google Shape;439;g372a3a90f18_0_2164"/>
            <p:cNvGrpSpPr/>
            <p:nvPr/>
          </p:nvGrpSpPr>
          <p:grpSpPr>
            <a:xfrm>
              <a:off x="245875" y="-51824"/>
              <a:ext cx="208200" cy="1824700"/>
              <a:chOff x="1040050" y="3812126"/>
              <a:chExt cx="208200" cy="1824700"/>
            </a:xfrm>
          </p:grpSpPr>
          <p:sp>
            <p:nvSpPr>
              <p:cNvPr id="440" name="Google Shape;440;g372a3a90f18_0_216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1" name="Google Shape;441;g372a3a90f18_0_216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42" name="Google Shape;442;g372a3a90f18_0_2164"/>
            <p:cNvGrpSpPr/>
            <p:nvPr/>
          </p:nvGrpSpPr>
          <p:grpSpPr>
            <a:xfrm>
              <a:off x="441575" y="-36652"/>
              <a:ext cx="699940" cy="478601"/>
              <a:chOff x="39723" y="4349022"/>
              <a:chExt cx="1061964" cy="726143"/>
            </a:xfrm>
          </p:grpSpPr>
          <p:grpSp>
            <p:nvGrpSpPr>
              <p:cNvPr id="443" name="Google Shape;443;g372a3a90f18_0_2164"/>
              <p:cNvGrpSpPr/>
              <p:nvPr/>
            </p:nvGrpSpPr>
            <p:grpSpPr>
              <a:xfrm rot="2700000">
                <a:off x="140502" y="4460925"/>
                <a:ext cx="524584" cy="502337"/>
                <a:chOff x="1189791" y="-1767331"/>
                <a:chExt cx="904284" cy="865933"/>
              </a:xfrm>
            </p:grpSpPr>
            <p:sp>
              <p:nvSpPr>
                <p:cNvPr id="444" name="Google Shape;44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45" name="Google Shape;445;g372a3a90f18_0_2164"/>
                <p:cNvGrpSpPr/>
                <p:nvPr/>
              </p:nvGrpSpPr>
              <p:grpSpPr>
                <a:xfrm>
                  <a:off x="1232795" y="-1740829"/>
                  <a:ext cx="717622" cy="717393"/>
                  <a:chOff x="1483457" y="3953671"/>
                  <a:chExt cx="717622" cy="717393"/>
                </a:xfrm>
              </p:grpSpPr>
              <p:sp>
                <p:nvSpPr>
                  <p:cNvPr id="446" name="Google Shape;44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7" name="Google Shape;44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8" name="Google Shape;44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9" name="Google Shape;44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0" name="Google Shape;45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51" name="Google Shape;45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52" name="Google Shape;452;g372a3a90f18_0_2164"/>
            <p:cNvGrpSpPr/>
            <p:nvPr/>
          </p:nvGrpSpPr>
          <p:grpSpPr>
            <a:xfrm>
              <a:off x="955673" y="14"/>
              <a:ext cx="592576" cy="405260"/>
              <a:chOff x="39723" y="4349022"/>
              <a:chExt cx="1061964" cy="726143"/>
            </a:xfrm>
          </p:grpSpPr>
          <p:grpSp>
            <p:nvGrpSpPr>
              <p:cNvPr id="453" name="Google Shape;453;g372a3a90f18_0_2164"/>
              <p:cNvGrpSpPr/>
              <p:nvPr/>
            </p:nvGrpSpPr>
            <p:grpSpPr>
              <a:xfrm rot="2700000">
                <a:off x="140502" y="4460925"/>
                <a:ext cx="524584" cy="502337"/>
                <a:chOff x="1189791" y="-1767331"/>
                <a:chExt cx="904284" cy="865933"/>
              </a:xfrm>
            </p:grpSpPr>
            <p:sp>
              <p:nvSpPr>
                <p:cNvPr id="454" name="Google Shape;45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55" name="Google Shape;455;g372a3a90f18_0_2164"/>
                <p:cNvGrpSpPr/>
                <p:nvPr/>
              </p:nvGrpSpPr>
              <p:grpSpPr>
                <a:xfrm>
                  <a:off x="1232795" y="-1740829"/>
                  <a:ext cx="717622" cy="717393"/>
                  <a:chOff x="1483457" y="3953671"/>
                  <a:chExt cx="717622" cy="717393"/>
                </a:xfrm>
              </p:grpSpPr>
              <p:sp>
                <p:nvSpPr>
                  <p:cNvPr id="456" name="Google Shape;45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7" name="Google Shape;45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8" name="Google Shape;45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9" name="Google Shape;45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0" name="Google Shape;46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61" name="Google Shape;46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62" name="Google Shape;462;g372a3a90f18_0_2164"/>
            <p:cNvGrpSpPr/>
            <p:nvPr/>
          </p:nvGrpSpPr>
          <p:grpSpPr>
            <a:xfrm>
              <a:off x="0" y="621223"/>
              <a:ext cx="699940" cy="478601"/>
              <a:chOff x="39723" y="4349022"/>
              <a:chExt cx="1061964" cy="726143"/>
            </a:xfrm>
          </p:grpSpPr>
          <p:grpSp>
            <p:nvGrpSpPr>
              <p:cNvPr id="463" name="Google Shape;463;g372a3a90f18_0_2164"/>
              <p:cNvGrpSpPr/>
              <p:nvPr/>
            </p:nvGrpSpPr>
            <p:grpSpPr>
              <a:xfrm rot="2700000">
                <a:off x="140502" y="4460925"/>
                <a:ext cx="524584" cy="502337"/>
                <a:chOff x="1189791" y="-1767331"/>
                <a:chExt cx="904284" cy="865933"/>
              </a:xfrm>
            </p:grpSpPr>
            <p:sp>
              <p:nvSpPr>
                <p:cNvPr id="464" name="Google Shape;464;g372a3a90f18_0_216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65" name="Google Shape;465;g372a3a90f18_0_2164"/>
                <p:cNvGrpSpPr/>
                <p:nvPr/>
              </p:nvGrpSpPr>
              <p:grpSpPr>
                <a:xfrm>
                  <a:off x="1232795" y="-1740829"/>
                  <a:ext cx="717622" cy="717393"/>
                  <a:chOff x="1483457" y="3953671"/>
                  <a:chExt cx="717622" cy="717393"/>
                </a:xfrm>
              </p:grpSpPr>
              <p:sp>
                <p:nvSpPr>
                  <p:cNvPr id="466" name="Google Shape;466;g372a3a90f18_0_216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7" name="Google Shape;467;g372a3a90f18_0_216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8" name="Google Shape;468;g372a3a90f18_0_216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9" name="Google Shape;469;g372a3a90f18_0_216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0" name="Google Shape;470;g372a3a90f18_0_216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71" name="Google Shape;471;g372a3a90f18_0_216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72" name="Google Shape;472;g372a3a90f18_0_2164"/>
            <p:cNvGrpSpPr/>
            <p:nvPr/>
          </p:nvGrpSpPr>
          <p:grpSpPr>
            <a:xfrm rot="-8100000">
              <a:off x="540898" y="-1172741"/>
              <a:ext cx="2552124" cy="3347490"/>
              <a:chOff x="2976325" y="908175"/>
              <a:chExt cx="4028179" cy="5283555"/>
            </a:xfrm>
          </p:grpSpPr>
          <p:sp>
            <p:nvSpPr>
              <p:cNvPr id="473" name="Google Shape;473;g372a3a90f18_0_216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4" name="Google Shape;474;g372a3a90f18_0_216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5" name="Google Shape;475;g372a3a90f18_0_216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476" name="Shape 476"/>
        <p:cNvGrpSpPr/>
        <p:nvPr/>
      </p:nvGrpSpPr>
      <p:grpSpPr>
        <a:xfrm>
          <a:off x="0" y="0"/>
          <a:ext cx="0" cy="0"/>
          <a:chOff x="0" y="0"/>
          <a:chExt cx="0" cy="0"/>
        </a:xfrm>
      </p:grpSpPr>
      <p:sp>
        <p:nvSpPr>
          <p:cNvPr id="477" name="Google Shape;477;g372a3a90f18_0_2210"/>
          <p:cNvSpPr/>
          <p:nvPr>
            <p:ph idx="2" type="pic"/>
          </p:nvPr>
        </p:nvSpPr>
        <p:spPr>
          <a:xfrm>
            <a:off x="1" y="833261"/>
            <a:ext cx="4270500" cy="2504400"/>
          </a:xfrm>
          <a:prstGeom prst="rect">
            <a:avLst/>
          </a:prstGeom>
          <a:solidFill>
            <a:schemeClr val="lt1"/>
          </a:solidFill>
          <a:ln>
            <a:noFill/>
          </a:ln>
        </p:spPr>
      </p:sp>
      <p:sp>
        <p:nvSpPr>
          <p:cNvPr id="478" name="Google Shape;478;g372a3a90f18_0_2210"/>
          <p:cNvSpPr/>
          <p:nvPr>
            <p:ph idx="3" type="pic"/>
          </p:nvPr>
        </p:nvSpPr>
        <p:spPr>
          <a:xfrm>
            <a:off x="1" y="3520340"/>
            <a:ext cx="4270500" cy="2504400"/>
          </a:xfrm>
          <a:prstGeom prst="rect">
            <a:avLst/>
          </a:prstGeom>
          <a:solidFill>
            <a:schemeClr val="lt1"/>
          </a:solidFill>
          <a:ln>
            <a:noFill/>
          </a:ln>
        </p:spPr>
      </p:sp>
      <p:pic>
        <p:nvPicPr>
          <p:cNvPr id="479" name="Google Shape;479;g372a3a90f18_0_221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480" name="Shape 480"/>
        <p:cNvGrpSpPr/>
        <p:nvPr/>
      </p:nvGrpSpPr>
      <p:grpSpPr>
        <a:xfrm>
          <a:off x="0" y="0"/>
          <a:ext cx="0" cy="0"/>
          <a:chOff x="0" y="0"/>
          <a:chExt cx="0" cy="0"/>
        </a:xfrm>
      </p:grpSpPr>
      <p:sp>
        <p:nvSpPr>
          <p:cNvPr id="481" name="Google Shape;481;g372a3a90f18_0_2214"/>
          <p:cNvSpPr/>
          <p:nvPr>
            <p:ph idx="2" type="pic"/>
          </p:nvPr>
        </p:nvSpPr>
        <p:spPr>
          <a:xfrm>
            <a:off x="7405685" y="757036"/>
            <a:ext cx="3303900" cy="2235300"/>
          </a:xfrm>
          <a:prstGeom prst="rect">
            <a:avLst/>
          </a:prstGeom>
          <a:solidFill>
            <a:schemeClr val="lt1"/>
          </a:solidFill>
          <a:ln>
            <a:noFill/>
          </a:ln>
        </p:spPr>
      </p:sp>
      <p:sp>
        <p:nvSpPr>
          <p:cNvPr id="482" name="Google Shape;482;g372a3a90f18_0_2214"/>
          <p:cNvSpPr/>
          <p:nvPr>
            <p:ph idx="3" type="pic"/>
          </p:nvPr>
        </p:nvSpPr>
        <p:spPr>
          <a:xfrm>
            <a:off x="4975112" y="757036"/>
            <a:ext cx="2235300" cy="2235300"/>
          </a:xfrm>
          <a:prstGeom prst="rect">
            <a:avLst/>
          </a:prstGeom>
          <a:solidFill>
            <a:schemeClr val="lt1"/>
          </a:solidFill>
          <a:ln>
            <a:noFill/>
          </a:ln>
        </p:spPr>
      </p:sp>
      <p:sp>
        <p:nvSpPr>
          <p:cNvPr id="483" name="Google Shape;483;g372a3a90f18_0_2214"/>
          <p:cNvSpPr/>
          <p:nvPr>
            <p:ph idx="4" type="pic"/>
          </p:nvPr>
        </p:nvSpPr>
        <p:spPr>
          <a:xfrm>
            <a:off x="1372980" y="3265714"/>
            <a:ext cx="2430300" cy="3592200"/>
          </a:xfrm>
          <a:prstGeom prst="rect">
            <a:avLst/>
          </a:prstGeom>
          <a:solidFill>
            <a:schemeClr val="lt1"/>
          </a:solidFill>
          <a:ln>
            <a:noFill/>
          </a:ln>
        </p:spPr>
      </p:sp>
      <p:pic>
        <p:nvPicPr>
          <p:cNvPr id="484" name="Google Shape;484;g372a3a90f18_0_221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485" name="Shape 485"/>
        <p:cNvGrpSpPr/>
        <p:nvPr/>
      </p:nvGrpSpPr>
      <p:grpSpPr>
        <a:xfrm>
          <a:off x="0" y="0"/>
          <a:ext cx="0" cy="0"/>
          <a:chOff x="0" y="0"/>
          <a:chExt cx="0" cy="0"/>
        </a:xfrm>
      </p:grpSpPr>
      <p:sp>
        <p:nvSpPr>
          <p:cNvPr id="486" name="Google Shape;486;g372a3a90f18_0_2219"/>
          <p:cNvSpPr/>
          <p:nvPr>
            <p:ph idx="2" type="pic"/>
          </p:nvPr>
        </p:nvSpPr>
        <p:spPr>
          <a:xfrm>
            <a:off x="945565" y="4375786"/>
            <a:ext cx="1642500" cy="1642500"/>
          </a:xfrm>
          <a:prstGeom prst="rect">
            <a:avLst/>
          </a:prstGeom>
          <a:solidFill>
            <a:schemeClr val="lt1"/>
          </a:solidFill>
          <a:ln>
            <a:noFill/>
          </a:ln>
        </p:spPr>
      </p:sp>
      <p:sp>
        <p:nvSpPr>
          <p:cNvPr id="487" name="Google Shape;487;g372a3a90f18_0_2219"/>
          <p:cNvSpPr/>
          <p:nvPr>
            <p:ph idx="3" type="pic"/>
          </p:nvPr>
        </p:nvSpPr>
        <p:spPr>
          <a:xfrm>
            <a:off x="6786169" y="839634"/>
            <a:ext cx="2952900" cy="5178600"/>
          </a:xfrm>
          <a:prstGeom prst="rect">
            <a:avLst/>
          </a:prstGeom>
          <a:solidFill>
            <a:schemeClr val="lt1"/>
          </a:solidFill>
          <a:ln>
            <a:noFill/>
          </a:ln>
        </p:spPr>
      </p:sp>
      <p:pic>
        <p:nvPicPr>
          <p:cNvPr id="488" name="Google Shape;488;g372a3a90f18_0_221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489" name="Shape 489"/>
        <p:cNvGrpSpPr/>
        <p:nvPr/>
      </p:nvGrpSpPr>
      <p:grpSpPr>
        <a:xfrm>
          <a:off x="0" y="0"/>
          <a:ext cx="0" cy="0"/>
          <a:chOff x="0" y="0"/>
          <a:chExt cx="0" cy="0"/>
        </a:xfrm>
      </p:grpSpPr>
      <p:sp>
        <p:nvSpPr>
          <p:cNvPr id="490" name="Google Shape;490;g372a3a90f18_0_2223"/>
          <p:cNvSpPr/>
          <p:nvPr>
            <p:ph idx="2" type="pic"/>
          </p:nvPr>
        </p:nvSpPr>
        <p:spPr>
          <a:xfrm>
            <a:off x="6231818" y="3918532"/>
            <a:ext cx="4477800" cy="2046300"/>
          </a:xfrm>
          <a:prstGeom prst="rect">
            <a:avLst/>
          </a:prstGeom>
          <a:solidFill>
            <a:schemeClr val="lt1"/>
          </a:solidFill>
          <a:ln>
            <a:noFill/>
          </a:ln>
        </p:spPr>
      </p:sp>
      <p:sp>
        <p:nvSpPr>
          <p:cNvPr id="491" name="Google Shape;491;g372a3a90f18_0_2223"/>
          <p:cNvSpPr/>
          <p:nvPr>
            <p:ph idx="3" type="pic"/>
          </p:nvPr>
        </p:nvSpPr>
        <p:spPr>
          <a:xfrm>
            <a:off x="1" y="512772"/>
            <a:ext cx="5393100" cy="2693400"/>
          </a:xfrm>
          <a:prstGeom prst="rect">
            <a:avLst/>
          </a:prstGeom>
          <a:solidFill>
            <a:schemeClr val="lt1"/>
          </a:solidFill>
          <a:ln>
            <a:noFill/>
          </a:ln>
        </p:spPr>
      </p:sp>
      <p:pic>
        <p:nvPicPr>
          <p:cNvPr id="492" name="Google Shape;492;g372a3a90f18_0_222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493" name="Shape 493"/>
        <p:cNvGrpSpPr/>
        <p:nvPr/>
      </p:nvGrpSpPr>
      <p:grpSpPr>
        <a:xfrm>
          <a:off x="0" y="0"/>
          <a:ext cx="0" cy="0"/>
          <a:chOff x="0" y="0"/>
          <a:chExt cx="0" cy="0"/>
        </a:xfrm>
      </p:grpSpPr>
      <p:sp>
        <p:nvSpPr>
          <p:cNvPr id="494" name="Google Shape;494;g372a3a90f18_0_2227"/>
          <p:cNvSpPr/>
          <p:nvPr>
            <p:ph idx="2" type="pic"/>
          </p:nvPr>
        </p:nvSpPr>
        <p:spPr>
          <a:xfrm>
            <a:off x="5370288" y="616476"/>
            <a:ext cx="2965500" cy="5625000"/>
          </a:xfrm>
          <a:prstGeom prst="rect">
            <a:avLst/>
          </a:prstGeom>
          <a:solidFill>
            <a:schemeClr val="lt1"/>
          </a:solidFill>
          <a:ln>
            <a:noFill/>
          </a:ln>
        </p:spPr>
      </p:sp>
      <p:sp>
        <p:nvSpPr>
          <p:cNvPr id="495" name="Google Shape;495;g372a3a90f18_0_2227"/>
          <p:cNvSpPr/>
          <p:nvPr>
            <p:ph idx="3" type="pic"/>
          </p:nvPr>
        </p:nvSpPr>
        <p:spPr>
          <a:xfrm>
            <a:off x="8505736" y="616474"/>
            <a:ext cx="2034000" cy="1778700"/>
          </a:xfrm>
          <a:prstGeom prst="rect">
            <a:avLst/>
          </a:prstGeom>
          <a:solidFill>
            <a:schemeClr val="lt1"/>
          </a:solidFill>
          <a:ln>
            <a:noFill/>
          </a:ln>
        </p:spPr>
      </p:sp>
      <p:sp>
        <p:nvSpPr>
          <p:cNvPr id="496" name="Google Shape;496;g372a3a90f18_0_2227"/>
          <p:cNvSpPr/>
          <p:nvPr>
            <p:ph idx="4" type="pic"/>
          </p:nvPr>
        </p:nvSpPr>
        <p:spPr>
          <a:xfrm>
            <a:off x="8505736" y="2539633"/>
            <a:ext cx="2034000" cy="1778700"/>
          </a:xfrm>
          <a:prstGeom prst="rect">
            <a:avLst/>
          </a:prstGeom>
          <a:solidFill>
            <a:schemeClr val="lt1"/>
          </a:solidFill>
          <a:ln>
            <a:noFill/>
          </a:ln>
        </p:spPr>
      </p:sp>
      <p:sp>
        <p:nvSpPr>
          <p:cNvPr id="497" name="Google Shape;497;g372a3a90f18_0_2227"/>
          <p:cNvSpPr/>
          <p:nvPr>
            <p:ph idx="5" type="pic"/>
          </p:nvPr>
        </p:nvSpPr>
        <p:spPr>
          <a:xfrm>
            <a:off x="8505736" y="4462792"/>
            <a:ext cx="2034000" cy="1778700"/>
          </a:xfrm>
          <a:prstGeom prst="rect">
            <a:avLst/>
          </a:prstGeom>
          <a:solidFill>
            <a:schemeClr val="lt1"/>
          </a:solidFill>
          <a:ln>
            <a:noFill/>
          </a:ln>
        </p:spPr>
      </p:sp>
      <p:pic>
        <p:nvPicPr>
          <p:cNvPr id="498" name="Google Shape;498;g372a3a90f18_0_222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499" name="Shape 499"/>
        <p:cNvGrpSpPr/>
        <p:nvPr/>
      </p:nvGrpSpPr>
      <p:grpSpPr>
        <a:xfrm>
          <a:off x="0" y="0"/>
          <a:ext cx="0" cy="0"/>
          <a:chOff x="0" y="0"/>
          <a:chExt cx="0" cy="0"/>
        </a:xfrm>
      </p:grpSpPr>
      <p:sp>
        <p:nvSpPr>
          <p:cNvPr id="500" name="Google Shape;500;g372a3a90f18_0_2233"/>
          <p:cNvSpPr/>
          <p:nvPr>
            <p:ph idx="2" type="pic"/>
          </p:nvPr>
        </p:nvSpPr>
        <p:spPr>
          <a:xfrm>
            <a:off x="1323522" y="1123950"/>
            <a:ext cx="2120100" cy="4578300"/>
          </a:xfrm>
          <a:prstGeom prst="rect">
            <a:avLst/>
          </a:prstGeom>
          <a:solidFill>
            <a:schemeClr val="lt1"/>
          </a:solidFill>
          <a:ln>
            <a:noFill/>
          </a:ln>
        </p:spPr>
      </p:sp>
      <p:sp>
        <p:nvSpPr>
          <p:cNvPr id="501" name="Google Shape;501;g372a3a90f18_0_2233"/>
          <p:cNvSpPr/>
          <p:nvPr>
            <p:ph idx="3" type="pic"/>
          </p:nvPr>
        </p:nvSpPr>
        <p:spPr>
          <a:xfrm>
            <a:off x="7849986" y="0"/>
            <a:ext cx="2120100" cy="2970600"/>
          </a:xfrm>
          <a:prstGeom prst="rect">
            <a:avLst/>
          </a:prstGeom>
          <a:solidFill>
            <a:schemeClr val="lt1"/>
          </a:solidFill>
          <a:ln>
            <a:noFill/>
          </a:ln>
        </p:spPr>
      </p:sp>
      <p:pic>
        <p:nvPicPr>
          <p:cNvPr id="502" name="Google Shape;502;g372a3a90f18_0_22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503" name="Shape 503"/>
        <p:cNvGrpSpPr/>
        <p:nvPr/>
      </p:nvGrpSpPr>
      <p:grpSpPr>
        <a:xfrm>
          <a:off x="0" y="0"/>
          <a:ext cx="0" cy="0"/>
          <a:chOff x="0" y="0"/>
          <a:chExt cx="0" cy="0"/>
        </a:xfrm>
      </p:grpSpPr>
      <p:sp>
        <p:nvSpPr>
          <p:cNvPr id="504" name="Google Shape;504;g372a3a90f18_0_2237"/>
          <p:cNvSpPr/>
          <p:nvPr>
            <p:ph idx="2" type="pic"/>
          </p:nvPr>
        </p:nvSpPr>
        <p:spPr>
          <a:xfrm>
            <a:off x="1451036" y="3571877"/>
            <a:ext cx="3685800" cy="2333700"/>
          </a:xfrm>
          <a:prstGeom prst="rect">
            <a:avLst/>
          </a:prstGeom>
          <a:solidFill>
            <a:schemeClr val="lt1"/>
          </a:solidFill>
          <a:ln>
            <a:noFill/>
          </a:ln>
        </p:spPr>
      </p:sp>
      <p:pic>
        <p:nvPicPr>
          <p:cNvPr id="505" name="Google Shape;505;g372a3a90f18_0_223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506" name="Shape 506"/>
        <p:cNvGrpSpPr/>
        <p:nvPr/>
      </p:nvGrpSpPr>
      <p:grpSpPr>
        <a:xfrm>
          <a:off x="0" y="0"/>
          <a:ext cx="0" cy="0"/>
          <a:chOff x="0" y="0"/>
          <a:chExt cx="0" cy="0"/>
        </a:xfrm>
      </p:grpSpPr>
      <p:sp>
        <p:nvSpPr>
          <p:cNvPr id="507" name="Google Shape;507;g372a3a90f18_0_2240"/>
          <p:cNvSpPr/>
          <p:nvPr>
            <p:ph idx="2" type="pic"/>
          </p:nvPr>
        </p:nvSpPr>
        <p:spPr>
          <a:xfrm>
            <a:off x="0" y="4094373"/>
            <a:ext cx="3536700" cy="2156700"/>
          </a:xfrm>
          <a:prstGeom prst="rect">
            <a:avLst/>
          </a:prstGeom>
          <a:solidFill>
            <a:schemeClr val="lt1"/>
          </a:solidFill>
          <a:ln>
            <a:noFill/>
          </a:ln>
        </p:spPr>
      </p:sp>
      <p:sp>
        <p:nvSpPr>
          <p:cNvPr id="508" name="Google Shape;508;g372a3a90f18_0_2240"/>
          <p:cNvSpPr/>
          <p:nvPr>
            <p:ph idx="3" type="pic"/>
          </p:nvPr>
        </p:nvSpPr>
        <p:spPr>
          <a:xfrm>
            <a:off x="7199085" y="1"/>
            <a:ext cx="2577900" cy="3316800"/>
          </a:xfrm>
          <a:prstGeom prst="rect">
            <a:avLst/>
          </a:prstGeom>
          <a:solidFill>
            <a:schemeClr val="lt1"/>
          </a:solidFill>
          <a:ln>
            <a:noFill/>
          </a:ln>
        </p:spPr>
      </p:sp>
      <p:pic>
        <p:nvPicPr>
          <p:cNvPr id="509" name="Google Shape;509;g372a3a90f18_0_224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10" name="Shape 510"/>
        <p:cNvGrpSpPr/>
        <p:nvPr/>
      </p:nvGrpSpPr>
      <p:grpSpPr>
        <a:xfrm>
          <a:off x="0" y="0"/>
          <a:ext cx="0" cy="0"/>
          <a:chOff x="0" y="0"/>
          <a:chExt cx="0" cy="0"/>
        </a:xfrm>
      </p:grpSpPr>
      <p:sp>
        <p:nvSpPr>
          <p:cNvPr id="511" name="Google Shape;511;g372a3a90f18_0_2248"/>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72a3a90f18_0_2248"/>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3" name="Google Shape;513;g372a3a90f18_0_224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4" name="Google Shape;514;g372a3a90f18_0_224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15" name="Shape 515"/>
        <p:cNvGrpSpPr/>
        <p:nvPr/>
      </p:nvGrpSpPr>
      <p:grpSpPr>
        <a:xfrm>
          <a:off x="0" y="0"/>
          <a:ext cx="0" cy="0"/>
          <a:chOff x="0" y="0"/>
          <a:chExt cx="0" cy="0"/>
        </a:xfrm>
      </p:grpSpPr>
      <p:sp>
        <p:nvSpPr>
          <p:cNvPr id="516" name="Google Shape;516;g372a3a90f18_0_2253"/>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372a3a90f18_0_2253"/>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8" name="Google Shape;518;g372a3a90f18_0_225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9" name="Google Shape;519;g372a3a90f18_0_225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20" name="Shape 520"/>
        <p:cNvGrpSpPr/>
        <p:nvPr/>
      </p:nvGrpSpPr>
      <p:grpSpPr>
        <a:xfrm>
          <a:off x="0" y="0"/>
          <a:ext cx="0" cy="0"/>
          <a:chOff x="0" y="0"/>
          <a:chExt cx="0" cy="0"/>
        </a:xfrm>
      </p:grpSpPr>
      <p:sp>
        <p:nvSpPr>
          <p:cNvPr id="521" name="Google Shape;521;g372a3a90f18_0_2258"/>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sp>
        <p:nvSpPr>
          <p:cNvPr id="522" name="Google Shape;522;g372a3a90f18_0_2258"/>
          <p:cNvSpPr txBox="1"/>
          <p:nvPr>
            <p:ph idx="2" type="title"/>
          </p:nvPr>
        </p:nvSpPr>
        <p:spPr>
          <a:xfrm>
            <a:off x="960000" y="1367634"/>
            <a:ext cx="2270100" cy="13248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8000"/>
              <a:buFont typeface="Arial"/>
              <a:buChar char="●"/>
              <a:defRPr b="0" i="0" sz="8300" u="none" cap="none" strike="noStrike">
                <a:solidFill>
                  <a:srgbClr val="000000"/>
                </a:solidFill>
                <a:latin typeface="Poppins"/>
                <a:ea typeface="Poppins"/>
                <a:cs typeface="Poppins"/>
                <a:sym typeface="Poppins"/>
              </a:defRPr>
            </a:lvl1pPr>
            <a:lvl2pPr lvl="1"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9pPr>
          </a:lstStyle>
          <a:p/>
        </p:txBody>
      </p:sp>
      <p:sp>
        <p:nvSpPr>
          <p:cNvPr id="523" name="Google Shape;523;g372a3a90f18_0_2258"/>
          <p:cNvSpPr txBox="1"/>
          <p:nvPr>
            <p:ph idx="1" type="subTitle"/>
          </p:nvPr>
        </p:nvSpPr>
        <p:spPr>
          <a:xfrm>
            <a:off x="960000" y="4336500"/>
            <a:ext cx="7464000" cy="610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grpSp>
        <p:nvGrpSpPr>
          <p:cNvPr id="524" name="Google Shape;524;g372a3a90f18_0_2258"/>
          <p:cNvGrpSpPr/>
          <p:nvPr/>
        </p:nvGrpSpPr>
        <p:grpSpPr>
          <a:xfrm>
            <a:off x="-718923" y="-2290579"/>
            <a:ext cx="5862779" cy="5562070"/>
            <a:chOff x="-494405" y="-1584825"/>
            <a:chExt cx="4397193" cy="4171657"/>
          </a:xfrm>
        </p:grpSpPr>
        <p:grpSp>
          <p:nvGrpSpPr>
            <p:cNvPr id="525" name="Google Shape;525;g372a3a90f18_0_2258"/>
            <p:cNvGrpSpPr/>
            <p:nvPr/>
          </p:nvGrpSpPr>
          <p:grpSpPr>
            <a:xfrm>
              <a:off x="-494405" y="-252396"/>
              <a:ext cx="1741563" cy="1288563"/>
              <a:chOff x="-494405" y="-252396"/>
              <a:chExt cx="1741563" cy="1288563"/>
            </a:xfrm>
          </p:grpSpPr>
          <p:sp>
            <p:nvSpPr>
              <p:cNvPr id="526" name="Google Shape;526;g372a3a90f18_0_225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72a3a90f18_0_225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8" name="Google Shape;528;g372a3a90f18_0_2258"/>
            <p:cNvGrpSpPr/>
            <p:nvPr/>
          </p:nvGrpSpPr>
          <p:grpSpPr>
            <a:xfrm>
              <a:off x="245875" y="-51824"/>
              <a:ext cx="208200" cy="1824700"/>
              <a:chOff x="1040050" y="3812126"/>
              <a:chExt cx="208200" cy="1824700"/>
            </a:xfrm>
          </p:grpSpPr>
          <p:sp>
            <p:nvSpPr>
              <p:cNvPr id="529" name="Google Shape;529;g372a3a90f18_0_225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372a3a90f18_0_225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7E6E6">
                      <a:alpha val="46666"/>
                    </a:srgbClr>
                  </a:gs>
                  <a:gs pos="78000">
                    <a:srgbClr val="FFFFFF">
                      <a:alpha val="46666"/>
                    </a:srgbClr>
                  </a:gs>
                  <a:gs pos="100000">
                    <a:srgbClr val="FFFFFF">
                      <a:alpha val="46666"/>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1" name="Google Shape;531;g372a3a90f18_0_2258"/>
            <p:cNvGrpSpPr/>
            <p:nvPr/>
          </p:nvGrpSpPr>
          <p:grpSpPr>
            <a:xfrm>
              <a:off x="441574" y="-36652"/>
              <a:ext cx="699940" cy="478601"/>
              <a:chOff x="39723" y="4349021"/>
              <a:chExt cx="1061964" cy="726143"/>
            </a:xfrm>
          </p:grpSpPr>
          <p:grpSp>
            <p:nvGrpSpPr>
              <p:cNvPr id="532" name="Google Shape;532;g372a3a90f18_0_2258"/>
              <p:cNvGrpSpPr/>
              <p:nvPr/>
            </p:nvGrpSpPr>
            <p:grpSpPr>
              <a:xfrm rot="2700000">
                <a:off x="140502" y="4460924"/>
                <a:ext cx="524584" cy="502337"/>
                <a:chOff x="1189791" y="-1767331"/>
                <a:chExt cx="904284" cy="865933"/>
              </a:xfrm>
            </p:grpSpPr>
            <p:sp>
              <p:nvSpPr>
                <p:cNvPr id="533" name="Google Shape;53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4" name="Google Shape;534;g372a3a90f18_0_2258"/>
                <p:cNvGrpSpPr/>
                <p:nvPr/>
              </p:nvGrpSpPr>
              <p:grpSpPr>
                <a:xfrm>
                  <a:off x="1232795" y="-1740829"/>
                  <a:ext cx="717622" cy="717393"/>
                  <a:chOff x="1483457" y="3953671"/>
                  <a:chExt cx="717622" cy="717393"/>
                </a:xfrm>
              </p:grpSpPr>
              <p:sp>
                <p:nvSpPr>
                  <p:cNvPr id="535" name="Google Shape;53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0" name="Google Shape;54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1" name="Google Shape;541;g372a3a90f18_0_2258"/>
            <p:cNvGrpSpPr/>
            <p:nvPr/>
          </p:nvGrpSpPr>
          <p:grpSpPr>
            <a:xfrm>
              <a:off x="955673" y="11"/>
              <a:ext cx="592576" cy="405260"/>
              <a:chOff x="39723" y="4349021"/>
              <a:chExt cx="1061964" cy="726143"/>
            </a:xfrm>
          </p:grpSpPr>
          <p:grpSp>
            <p:nvGrpSpPr>
              <p:cNvPr id="542" name="Google Shape;542;g372a3a90f18_0_2258"/>
              <p:cNvGrpSpPr/>
              <p:nvPr/>
            </p:nvGrpSpPr>
            <p:grpSpPr>
              <a:xfrm rot="2700000">
                <a:off x="140502" y="4460924"/>
                <a:ext cx="524584" cy="502337"/>
                <a:chOff x="1189791" y="-1767331"/>
                <a:chExt cx="904284" cy="865933"/>
              </a:xfrm>
            </p:grpSpPr>
            <p:sp>
              <p:nvSpPr>
                <p:cNvPr id="543" name="Google Shape;54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4" name="Google Shape;544;g372a3a90f18_0_2258"/>
                <p:cNvGrpSpPr/>
                <p:nvPr/>
              </p:nvGrpSpPr>
              <p:grpSpPr>
                <a:xfrm>
                  <a:off x="1232795" y="-1740829"/>
                  <a:ext cx="717622" cy="717393"/>
                  <a:chOff x="1483457" y="3953671"/>
                  <a:chExt cx="717622" cy="717393"/>
                </a:xfrm>
              </p:grpSpPr>
              <p:sp>
                <p:nvSpPr>
                  <p:cNvPr id="545" name="Google Shape;54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50" name="Google Shape;55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g372a3a90f18_0_2258"/>
            <p:cNvGrpSpPr/>
            <p:nvPr/>
          </p:nvGrpSpPr>
          <p:grpSpPr>
            <a:xfrm>
              <a:off x="-1" y="621223"/>
              <a:ext cx="699940" cy="478601"/>
              <a:chOff x="39723" y="4349021"/>
              <a:chExt cx="1061964" cy="726143"/>
            </a:xfrm>
          </p:grpSpPr>
          <p:grpSp>
            <p:nvGrpSpPr>
              <p:cNvPr id="552" name="Google Shape;552;g372a3a90f18_0_2258"/>
              <p:cNvGrpSpPr/>
              <p:nvPr/>
            </p:nvGrpSpPr>
            <p:grpSpPr>
              <a:xfrm rot="2700000">
                <a:off x="140502" y="4460924"/>
                <a:ext cx="524584" cy="502337"/>
                <a:chOff x="1189791" y="-1767331"/>
                <a:chExt cx="904284" cy="865933"/>
              </a:xfrm>
            </p:grpSpPr>
            <p:sp>
              <p:nvSpPr>
                <p:cNvPr id="553" name="Google Shape;553;g372a3a90f18_0_225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4" name="Google Shape;554;g372a3a90f18_0_2258"/>
                <p:cNvGrpSpPr/>
                <p:nvPr/>
              </p:nvGrpSpPr>
              <p:grpSpPr>
                <a:xfrm>
                  <a:off x="1232795" y="-1740829"/>
                  <a:ext cx="717622" cy="717393"/>
                  <a:chOff x="1483457" y="3953671"/>
                  <a:chExt cx="717622" cy="717393"/>
                </a:xfrm>
              </p:grpSpPr>
              <p:sp>
                <p:nvSpPr>
                  <p:cNvPr id="555" name="Google Shape;555;g372a3a90f18_0_22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372a3a90f18_0_22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372a3a90f18_0_22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72a3a90f18_0_22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72a3a90f18_0_22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60" name="Google Shape;560;g372a3a90f18_0_225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1" name="Google Shape;561;g372a3a90f18_0_2258"/>
            <p:cNvGrpSpPr/>
            <p:nvPr/>
          </p:nvGrpSpPr>
          <p:grpSpPr>
            <a:xfrm rot="-8100000">
              <a:off x="540898" y="-1172741"/>
              <a:ext cx="2552124" cy="3347490"/>
              <a:chOff x="2976325" y="908175"/>
              <a:chExt cx="4028179" cy="5283555"/>
            </a:xfrm>
          </p:grpSpPr>
          <p:sp>
            <p:nvSpPr>
              <p:cNvPr id="562" name="Google Shape;562;g372a3a90f18_0_225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72a3a90f18_0_225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72a3a90f18_0_225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565" name="Shape 565"/>
        <p:cNvGrpSpPr/>
        <p:nvPr/>
      </p:nvGrpSpPr>
      <p:grpSpPr>
        <a:xfrm>
          <a:off x="0" y="0"/>
          <a:ext cx="0" cy="0"/>
          <a:chOff x="0" y="0"/>
          <a:chExt cx="0" cy="0"/>
        </a:xfrm>
      </p:grpSpPr>
      <p:sp>
        <p:nvSpPr>
          <p:cNvPr id="566" name="Google Shape;566;g372a3a90f18_0_2303"/>
          <p:cNvSpPr/>
          <p:nvPr>
            <p:ph idx="2" type="pic"/>
          </p:nvPr>
        </p:nvSpPr>
        <p:spPr>
          <a:xfrm>
            <a:off x="0" y="2670629"/>
            <a:ext cx="9243000" cy="4187400"/>
          </a:xfrm>
          <a:prstGeom prst="rect">
            <a:avLst/>
          </a:prstGeom>
          <a:solidFill>
            <a:schemeClr val="lt1"/>
          </a:solidFill>
          <a:ln>
            <a:noFill/>
          </a:ln>
        </p:spPr>
      </p:sp>
      <p:pic>
        <p:nvPicPr>
          <p:cNvPr id="567" name="Google Shape;567;g372a3a90f18_0_230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568" name="Google Shape;568;g372a3a90f18_0_230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69" name="Google Shape;569;g372a3a90f18_0_230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572" name="Shape 572"/>
        <p:cNvGrpSpPr/>
        <p:nvPr/>
      </p:nvGrpSpPr>
      <p:grpSpPr>
        <a:xfrm>
          <a:off x="0" y="0"/>
          <a:ext cx="0" cy="0"/>
          <a:chOff x="0" y="0"/>
          <a:chExt cx="0" cy="0"/>
        </a:xfrm>
      </p:grpSpPr>
      <p:grpSp>
        <p:nvGrpSpPr>
          <p:cNvPr id="573" name="Google Shape;573;p23"/>
          <p:cNvGrpSpPr/>
          <p:nvPr/>
        </p:nvGrpSpPr>
        <p:grpSpPr>
          <a:xfrm>
            <a:off x="-528423" y="-2138180"/>
            <a:ext cx="5862778" cy="5562070"/>
            <a:chOff x="-494405" y="-1584825"/>
            <a:chExt cx="4397193" cy="4171657"/>
          </a:xfrm>
        </p:grpSpPr>
        <p:grpSp>
          <p:nvGrpSpPr>
            <p:cNvPr id="574" name="Google Shape;574;p23"/>
            <p:cNvGrpSpPr/>
            <p:nvPr/>
          </p:nvGrpSpPr>
          <p:grpSpPr>
            <a:xfrm>
              <a:off x="-494405" y="-252396"/>
              <a:ext cx="1741563" cy="1288563"/>
              <a:chOff x="-494405" y="-252396"/>
              <a:chExt cx="1741563" cy="1288563"/>
            </a:xfrm>
          </p:grpSpPr>
          <p:sp>
            <p:nvSpPr>
              <p:cNvPr id="575" name="Google Shape;575;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6" name="Google Shape;576;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77" name="Google Shape;577;p23"/>
            <p:cNvGrpSpPr/>
            <p:nvPr/>
          </p:nvGrpSpPr>
          <p:grpSpPr>
            <a:xfrm>
              <a:off x="245875" y="-51824"/>
              <a:ext cx="208200" cy="1824700"/>
              <a:chOff x="1040050" y="3812126"/>
              <a:chExt cx="208200" cy="1824700"/>
            </a:xfrm>
          </p:grpSpPr>
          <p:sp>
            <p:nvSpPr>
              <p:cNvPr id="578" name="Google Shape;578;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9" name="Google Shape;579;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80" name="Google Shape;580;p23"/>
            <p:cNvGrpSpPr/>
            <p:nvPr/>
          </p:nvGrpSpPr>
          <p:grpSpPr>
            <a:xfrm>
              <a:off x="441575" y="-36652"/>
              <a:ext cx="699940" cy="478601"/>
              <a:chOff x="39723" y="4349022"/>
              <a:chExt cx="1061964" cy="726143"/>
            </a:xfrm>
          </p:grpSpPr>
          <p:grpSp>
            <p:nvGrpSpPr>
              <p:cNvPr id="581" name="Google Shape;581;p23"/>
              <p:cNvGrpSpPr/>
              <p:nvPr/>
            </p:nvGrpSpPr>
            <p:grpSpPr>
              <a:xfrm rot="2700000">
                <a:off x="140502" y="4460925"/>
                <a:ext cx="524584" cy="502337"/>
                <a:chOff x="1189791" y="-1767331"/>
                <a:chExt cx="904284" cy="865933"/>
              </a:xfrm>
            </p:grpSpPr>
            <p:sp>
              <p:nvSpPr>
                <p:cNvPr id="582" name="Google Shape;58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83" name="Google Shape;583;p23"/>
                <p:cNvGrpSpPr/>
                <p:nvPr/>
              </p:nvGrpSpPr>
              <p:grpSpPr>
                <a:xfrm>
                  <a:off x="1232795" y="-1740829"/>
                  <a:ext cx="717622" cy="717393"/>
                  <a:chOff x="1483457" y="3953671"/>
                  <a:chExt cx="717622" cy="717393"/>
                </a:xfrm>
              </p:grpSpPr>
              <p:sp>
                <p:nvSpPr>
                  <p:cNvPr id="584" name="Google Shape;58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5" name="Google Shape;58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6" name="Google Shape;58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7" name="Google Shape;58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8" name="Google Shape;58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89" name="Google Shape;58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90" name="Google Shape;590;p23"/>
            <p:cNvGrpSpPr/>
            <p:nvPr/>
          </p:nvGrpSpPr>
          <p:grpSpPr>
            <a:xfrm>
              <a:off x="955673" y="14"/>
              <a:ext cx="592576" cy="405260"/>
              <a:chOff x="39723" y="4349022"/>
              <a:chExt cx="1061964" cy="726143"/>
            </a:xfrm>
          </p:grpSpPr>
          <p:grpSp>
            <p:nvGrpSpPr>
              <p:cNvPr id="591" name="Google Shape;591;p23"/>
              <p:cNvGrpSpPr/>
              <p:nvPr/>
            </p:nvGrpSpPr>
            <p:grpSpPr>
              <a:xfrm rot="2700000">
                <a:off x="140502" y="4460925"/>
                <a:ext cx="524584" cy="502337"/>
                <a:chOff x="1189791" y="-1767331"/>
                <a:chExt cx="904284" cy="865933"/>
              </a:xfrm>
            </p:grpSpPr>
            <p:sp>
              <p:nvSpPr>
                <p:cNvPr id="592" name="Google Shape;59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93" name="Google Shape;593;p23"/>
                <p:cNvGrpSpPr/>
                <p:nvPr/>
              </p:nvGrpSpPr>
              <p:grpSpPr>
                <a:xfrm>
                  <a:off x="1232795" y="-1740829"/>
                  <a:ext cx="717622" cy="717393"/>
                  <a:chOff x="1483457" y="3953671"/>
                  <a:chExt cx="717622" cy="717393"/>
                </a:xfrm>
              </p:grpSpPr>
              <p:sp>
                <p:nvSpPr>
                  <p:cNvPr id="594" name="Google Shape;59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5" name="Google Shape;5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6" name="Google Shape;5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7" name="Google Shape;59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8" name="Google Shape;59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99" name="Google Shape;59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00" name="Google Shape;600;p23"/>
            <p:cNvGrpSpPr/>
            <p:nvPr/>
          </p:nvGrpSpPr>
          <p:grpSpPr>
            <a:xfrm>
              <a:off x="0" y="621223"/>
              <a:ext cx="699940" cy="478601"/>
              <a:chOff x="39723" y="4349022"/>
              <a:chExt cx="1061964" cy="726143"/>
            </a:xfrm>
          </p:grpSpPr>
          <p:grpSp>
            <p:nvGrpSpPr>
              <p:cNvPr id="601" name="Google Shape;601;p23"/>
              <p:cNvGrpSpPr/>
              <p:nvPr/>
            </p:nvGrpSpPr>
            <p:grpSpPr>
              <a:xfrm rot="2700000">
                <a:off x="140502" y="4460925"/>
                <a:ext cx="524584" cy="502337"/>
                <a:chOff x="1189791" y="-1767331"/>
                <a:chExt cx="904284" cy="865933"/>
              </a:xfrm>
            </p:grpSpPr>
            <p:sp>
              <p:nvSpPr>
                <p:cNvPr id="602" name="Google Shape;602;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03" name="Google Shape;603;p23"/>
                <p:cNvGrpSpPr/>
                <p:nvPr/>
              </p:nvGrpSpPr>
              <p:grpSpPr>
                <a:xfrm>
                  <a:off x="1232795" y="-1740829"/>
                  <a:ext cx="717622" cy="717393"/>
                  <a:chOff x="1483457" y="3953671"/>
                  <a:chExt cx="717622" cy="717393"/>
                </a:xfrm>
              </p:grpSpPr>
              <p:sp>
                <p:nvSpPr>
                  <p:cNvPr id="604" name="Google Shape;604;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5" name="Google Shape;6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6" name="Google Shape;6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7" name="Google Shape;60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08" name="Google Shape;608;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09" name="Google Shape;609;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10" name="Google Shape;610;p23"/>
            <p:cNvGrpSpPr/>
            <p:nvPr/>
          </p:nvGrpSpPr>
          <p:grpSpPr>
            <a:xfrm rot="-8100000">
              <a:off x="540898" y="-1172741"/>
              <a:ext cx="2552124" cy="3347490"/>
              <a:chOff x="2976325" y="908175"/>
              <a:chExt cx="4028179" cy="5283555"/>
            </a:xfrm>
          </p:grpSpPr>
          <p:sp>
            <p:nvSpPr>
              <p:cNvPr id="611" name="Google Shape;611;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2" name="Google Shape;612;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3" name="Google Shape;613;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614" name="Google Shape;614;p2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15" name="Google Shape;615;p2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16" name="Shape 616"/>
        <p:cNvGrpSpPr/>
        <p:nvPr/>
      </p:nvGrpSpPr>
      <p:grpSpPr>
        <a:xfrm>
          <a:off x="0" y="0"/>
          <a:ext cx="0" cy="0"/>
          <a:chOff x="0" y="0"/>
          <a:chExt cx="0" cy="0"/>
        </a:xfrm>
      </p:grpSpPr>
      <p:pic>
        <p:nvPicPr>
          <p:cNvPr id="617" name="Google Shape;617;p2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18" name="Google Shape;618;p2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19" name="Google Shape;619;p2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620" name="Shape 620"/>
        <p:cNvGrpSpPr/>
        <p:nvPr/>
      </p:nvGrpSpPr>
      <p:grpSpPr>
        <a:xfrm>
          <a:off x="0" y="0"/>
          <a:ext cx="0" cy="0"/>
          <a:chOff x="0" y="0"/>
          <a:chExt cx="0" cy="0"/>
        </a:xfrm>
      </p:grpSpPr>
      <p:pic>
        <p:nvPicPr>
          <p:cNvPr id="621" name="Google Shape;621;p2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22" name="Google Shape;622;p2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23" name="Google Shape;623;p25"/>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4" name="Shape 624"/>
        <p:cNvGrpSpPr/>
        <p:nvPr/>
      </p:nvGrpSpPr>
      <p:grpSpPr>
        <a:xfrm>
          <a:off x="0" y="0"/>
          <a:ext cx="0" cy="0"/>
          <a:chOff x="0" y="0"/>
          <a:chExt cx="0" cy="0"/>
        </a:xfrm>
      </p:grpSpPr>
      <p:sp>
        <p:nvSpPr>
          <p:cNvPr id="625" name="Google Shape;625;p26"/>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626" name="Google Shape;626;p26"/>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27" name="Google Shape;627;p26"/>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28" name="Shape 628"/>
        <p:cNvGrpSpPr/>
        <p:nvPr/>
      </p:nvGrpSpPr>
      <p:grpSpPr>
        <a:xfrm>
          <a:off x="0" y="0"/>
          <a:ext cx="0" cy="0"/>
          <a:chOff x="0" y="0"/>
          <a:chExt cx="0" cy="0"/>
        </a:xfrm>
      </p:grpSpPr>
      <p:sp>
        <p:nvSpPr>
          <p:cNvPr id="629" name="Google Shape;629;p21"/>
          <p:cNvSpPr/>
          <p:nvPr>
            <p:ph idx="2" type="pic"/>
          </p:nvPr>
        </p:nvSpPr>
        <p:spPr>
          <a:xfrm>
            <a:off x="1068777" y="837967"/>
            <a:ext cx="2873830" cy="5182065"/>
          </a:xfrm>
          <a:prstGeom prst="rect">
            <a:avLst/>
          </a:prstGeom>
          <a:solidFill>
            <a:schemeClr val="lt1"/>
          </a:solidFill>
          <a:ln>
            <a:noFill/>
          </a:ln>
        </p:spPr>
      </p:sp>
      <p:grpSp>
        <p:nvGrpSpPr>
          <p:cNvPr id="630" name="Google Shape;630;p21"/>
          <p:cNvGrpSpPr/>
          <p:nvPr/>
        </p:nvGrpSpPr>
        <p:grpSpPr>
          <a:xfrm>
            <a:off x="-693530" y="-764219"/>
            <a:ext cx="2003055" cy="3742456"/>
            <a:chOff x="-367748" y="-573164"/>
            <a:chExt cx="1502291" cy="2806842"/>
          </a:xfrm>
        </p:grpSpPr>
        <p:grpSp>
          <p:nvGrpSpPr>
            <p:cNvPr id="631" name="Google Shape;631;p21"/>
            <p:cNvGrpSpPr/>
            <p:nvPr/>
          </p:nvGrpSpPr>
          <p:grpSpPr>
            <a:xfrm rot="10800000">
              <a:off x="-191449" y="1507557"/>
              <a:ext cx="904666" cy="726121"/>
              <a:chOff x="7945225" y="4302000"/>
              <a:chExt cx="904666" cy="726121"/>
            </a:xfrm>
          </p:grpSpPr>
          <p:sp>
            <p:nvSpPr>
              <p:cNvPr id="632" name="Google Shape;632;p2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09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3" name="Google Shape;633;p2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4" name="Google Shape;634;p2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635" name="Google Shape;635;p21"/>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176"/>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6" name="Google Shape;636;p21"/>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17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37" name="Google Shape;637;p21"/>
            <p:cNvGrpSpPr/>
            <p:nvPr/>
          </p:nvGrpSpPr>
          <p:grpSpPr>
            <a:xfrm rot="10800000">
              <a:off x="-367748" y="-467133"/>
              <a:ext cx="699928" cy="1651024"/>
              <a:chOff x="8337812" y="3492483"/>
              <a:chExt cx="699928" cy="1651024"/>
            </a:xfrm>
          </p:grpSpPr>
          <p:sp>
            <p:nvSpPr>
              <p:cNvPr id="638" name="Google Shape;638;p21"/>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39" name="Google Shape;639;p21"/>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40" name="Google Shape;640;p21"/>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641" name="Google Shape;641;p21"/>
          <p:cNvGrpSpPr/>
          <p:nvPr/>
        </p:nvGrpSpPr>
        <p:grpSpPr>
          <a:xfrm>
            <a:off x="10058981" y="-228028"/>
            <a:ext cx="4669343" cy="7413455"/>
            <a:chOff x="7392021" y="-171025"/>
            <a:chExt cx="3502095" cy="5560230"/>
          </a:xfrm>
        </p:grpSpPr>
        <p:grpSp>
          <p:nvGrpSpPr>
            <p:cNvPr id="642" name="Google Shape;642;p21"/>
            <p:cNvGrpSpPr/>
            <p:nvPr/>
          </p:nvGrpSpPr>
          <p:grpSpPr>
            <a:xfrm>
              <a:off x="7392021" y="539499"/>
              <a:ext cx="1518472" cy="3030657"/>
              <a:chOff x="7785196" y="342199"/>
              <a:chExt cx="1518472" cy="3030657"/>
            </a:xfrm>
          </p:grpSpPr>
          <p:sp>
            <p:nvSpPr>
              <p:cNvPr id="643" name="Google Shape;643;p21"/>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44" name="Google Shape;644;p21"/>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645" name="Google Shape;645;p21"/>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46" name="Google Shape;646;p21"/>
            <p:cNvGrpSpPr/>
            <p:nvPr/>
          </p:nvGrpSpPr>
          <p:grpSpPr>
            <a:xfrm>
              <a:off x="7740801" y="270000"/>
              <a:ext cx="3153315" cy="5119205"/>
              <a:chOff x="7740801" y="270000"/>
              <a:chExt cx="3153315" cy="5119205"/>
            </a:xfrm>
          </p:grpSpPr>
          <p:sp>
            <p:nvSpPr>
              <p:cNvPr id="647" name="Google Shape;647;p21"/>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648" name="Google Shape;648;p21"/>
              <p:cNvGrpSpPr/>
              <p:nvPr/>
            </p:nvGrpSpPr>
            <p:grpSpPr>
              <a:xfrm>
                <a:off x="8192875" y="4736396"/>
                <a:ext cx="134004" cy="134004"/>
                <a:chOff x="8356813" y="1074288"/>
                <a:chExt cx="351900" cy="351900"/>
              </a:xfrm>
            </p:grpSpPr>
            <p:sp>
              <p:nvSpPr>
                <p:cNvPr id="649" name="Google Shape;649;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0" name="Google Shape;650;p21"/>
                <p:cNvSpPr/>
                <p:nvPr/>
              </p:nvSpPr>
              <p:spPr>
                <a:xfrm>
                  <a:off x="8406497" y="1123972"/>
                  <a:ext cx="252600" cy="252600"/>
                </a:xfrm>
                <a:prstGeom prst="ellipse">
                  <a:avLst/>
                </a:prstGeom>
                <a:gradFill>
                  <a:gsLst>
                    <a:gs pos="0">
                      <a:srgbClr val="F50403">
                        <a:alpha val="54901"/>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651" name="Google Shape;651;p21"/>
              <p:cNvGrpSpPr/>
              <p:nvPr/>
            </p:nvGrpSpPr>
            <p:grpSpPr>
              <a:xfrm>
                <a:off x="8788200" y="3794721"/>
                <a:ext cx="134004" cy="134004"/>
                <a:chOff x="8356813" y="1074288"/>
                <a:chExt cx="351900" cy="351900"/>
              </a:xfrm>
            </p:grpSpPr>
            <p:sp>
              <p:nvSpPr>
                <p:cNvPr id="652" name="Google Shape;652;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3" name="Google Shape;653;p21"/>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654" name="Google Shape;654;p21"/>
              <p:cNvGrpSpPr/>
              <p:nvPr/>
            </p:nvGrpSpPr>
            <p:grpSpPr>
              <a:xfrm>
                <a:off x="8654175" y="2424671"/>
                <a:ext cx="134004" cy="134004"/>
                <a:chOff x="8356813" y="1074288"/>
                <a:chExt cx="351900" cy="351900"/>
              </a:xfrm>
            </p:grpSpPr>
            <p:sp>
              <p:nvSpPr>
                <p:cNvPr id="655" name="Google Shape;655;p2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656" name="Google Shape;656;p21"/>
                <p:cNvSpPr/>
                <p:nvPr/>
              </p:nvSpPr>
              <p:spPr>
                <a:xfrm>
                  <a:off x="8406497" y="1123972"/>
                  <a:ext cx="252600" cy="252600"/>
                </a:xfrm>
                <a:prstGeom prst="ellipse">
                  <a:avLst/>
                </a:prstGeom>
                <a:gradFill>
                  <a:gsLst>
                    <a:gs pos="0">
                      <a:srgbClr val="F50403">
                        <a:alpha val="20000"/>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657" name="Google Shape;657;p21"/>
          <p:cNvPicPr preferRelativeResize="0"/>
          <p:nvPr/>
        </p:nvPicPr>
        <p:blipFill rotWithShape="1">
          <a:blip r:embed="rId2">
            <a:alphaModFix/>
          </a:blip>
          <a:srcRect b="26177" l="16960" r="7121" t="24718"/>
          <a:stretch/>
        </p:blipFill>
        <p:spPr>
          <a:xfrm>
            <a:off x="9819959" y="-1595786"/>
            <a:ext cx="4977375"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658" name="Shape 658"/>
        <p:cNvGrpSpPr/>
        <p:nvPr/>
      </p:nvGrpSpPr>
      <p:grpSpPr>
        <a:xfrm>
          <a:off x="0" y="0"/>
          <a:ext cx="0" cy="0"/>
          <a:chOff x="0" y="0"/>
          <a:chExt cx="0" cy="0"/>
        </a:xfrm>
      </p:grpSpPr>
      <p:pic>
        <p:nvPicPr>
          <p:cNvPr id="659" name="Google Shape;659;p2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660" name="Google Shape;660;p22"/>
          <p:cNvGrpSpPr/>
          <p:nvPr/>
        </p:nvGrpSpPr>
        <p:grpSpPr>
          <a:xfrm>
            <a:off x="-680840" y="-2290630"/>
            <a:ext cx="5862927" cy="5562209"/>
            <a:chOff x="-494405" y="-1584825"/>
            <a:chExt cx="4397193" cy="4171657"/>
          </a:xfrm>
        </p:grpSpPr>
        <p:grpSp>
          <p:nvGrpSpPr>
            <p:cNvPr id="661" name="Google Shape;661;p22"/>
            <p:cNvGrpSpPr/>
            <p:nvPr/>
          </p:nvGrpSpPr>
          <p:grpSpPr>
            <a:xfrm>
              <a:off x="-494405" y="-252396"/>
              <a:ext cx="1741563" cy="1288563"/>
              <a:chOff x="-494405" y="-252396"/>
              <a:chExt cx="1741563" cy="1288563"/>
            </a:xfrm>
          </p:grpSpPr>
          <p:sp>
            <p:nvSpPr>
              <p:cNvPr id="662" name="Google Shape;662;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3" name="Google Shape;663;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64" name="Google Shape;664;p22"/>
            <p:cNvGrpSpPr/>
            <p:nvPr/>
          </p:nvGrpSpPr>
          <p:grpSpPr>
            <a:xfrm>
              <a:off x="245875" y="-51824"/>
              <a:ext cx="208200" cy="1824700"/>
              <a:chOff x="1040050" y="3812126"/>
              <a:chExt cx="208200" cy="1824700"/>
            </a:xfrm>
          </p:grpSpPr>
          <p:sp>
            <p:nvSpPr>
              <p:cNvPr id="665" name="Google Shape;665;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6" name="Google Shape;666;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67" name="Google Shape;667;p22"/>
            <p:cNvGrpSpPr/>
            <p:nvPr/>
          </p:nvGrpSpPr>
          <p:grpSpPr>
            <a:xfrm>
              <a:off x="441574" y="-36652"/>
              <a:ext cx="699940" cy="478601"/>
              <a:chOff x="39723" y="4349021"/>
              <a:chExt cx="1061964" cy="726143"/>
            </a:xfrm>
          </p:grpSpPr>
          <p:grpSp>
            <p:nvGrpSpPr>
              <p:cNvPr id="668" name="Google Shape;668;p22"/>
              <p:cNvGrpSpPr/>
              <p:nvPr/>
            </p:nvGrpSpPr>
            <p:grpSpPr>
              <a:xfrm rot="2700000">
                <a:off x="140502" y="4460924"/>
                <a:ext cx="524584" cy="502337"/>
                <a:chOff x="1189791" y="-1767331"/>
                <a:chExt cx="904284" cy="865933"/>
              </a:xfrm>
            </p:grpSpPr>
            <p:sp>
              <p:nvSpPr>
                <p:cNvPr id="669" name="Google Shape;66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70" name="Google Shape;670;p22"/>
                <p:cNvGrpSpPr/>
                <p:nvPr/>
              </p:nvGrpSpPr>
              <p:grpSpPr>
                <a:xfrm>
                  <a:off x="1232795" y="-1740829"/>
                  <a:ext cx="717622" cy="717393"/>
                  <a:chOff x="1483457" y="3953671"/>
                  <a:chExt cx="717622" cy="717393"/>
                </a:xfrm>
              </p:grpSpPr>
              <p:sp>
                <p:nvSpPr>
                  <p:cNvPr id="671" name="Google Shape;67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2" name="Google Shape;67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3" name="Google Shape;67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4" name="Google Shape;67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5" name="Google Shape;67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76" name="Google Shape;67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7" name="Google Shape;677;p22"/>
            <p:cNvGrpSpPr/>
            <p:nvPr/>
          </p:nvGrpSpPr>
          <p:grpSpPr>
            <a:xfrm>
              <a:off x="955673" y="11"/>
              <a:ext cx="592576" cy="405260"/>
              <a:chOff x="39723" y="4349021"/>
              <a:chExt cx="1061964" cy="726143"/>
            </a:xfrm>
          </p:grpSpPr>
          <p:grpSp>
            <p:nvGrpSpPr>
              <p:cNvPr id="678" name="Google Shape;678;p22"/>
              <p:cNvGrpSpPr/>
              <p:nvPr/>
            </p:nvGrpSpPr>
            <p:grpSpPr>
              <a:xfrm rot="2700000">
                <a:off x="140502" y="4460924"/>
                <a:ext cx="524584" cy="502337"/>
                <a:chOff x="1189791" y="-1767331"/>
                <a:chExt cx="904284" cy="865933"/>
              </a:xfrm>
            </p:grpSpPr>
            <p:sp>
              <p:nvSpPr>
                <p:cNvPr id="679" name="Google Shape;67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80" name="Google Shape;680;p22"/>
                <p:cNvGrpSpPr/>
                <p:nvPr/>
              </p:nvGrpSpPr>
              <p:grpSpPr>
                <a:xfrm>
                  <a:off x="1232795" y="-1740829"/>
                  <a:ext cx="717622" cy="717393"/>
                  <a:chOff x="1483457" y="3953671"/>
                  <a:chExt cx="717622" cy="717393"/>
                </a:xfrm>
              </p:grpSpPr>
              <p:sp>
                <p:nvSpPr>
                  <p:cNvPr id="681" name="Google Shape;68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2" name="Google Shape;68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3" name="Google Shape;68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4" name="Google Shape;68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5" name="Google Shape;68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86" name="Google Shape;68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87" name="Google Shape;687;p22"/>
            <p:cNvGrpSpPr/>
            <p:nvPr/>
          </p:nvGrpSpPr>
          <p:grpSpPr>
            <a:xfrm>
              <a:off x="-1" y="621223"/>
              <a:ext cx="699940" cy="478601"/>
              <a:chOff x="39723" y="4349021"/>
              <a:chExt cx="1061964" cy="726143"/>
            </a:xfrm>
          </p:grpSpPr>
          <p:grpSp>
            <p:nvGrpSpPr>
              <p:cNvPr id="688" name="Google Shape;688;p22"/>
              <p:cNvGrpSpPr/>
              <p:nvPr/>
            </p:nvGrpSpPr>
            <p:grpSpPr>
              <a:xfrm rot="2700000">
                <a:off x="140502" y="4460924"/>
                <a:ext cx="524584" cy="502337"/>
                <a:chOff x="1189791" y="-1767331"/>
                <a:chExt cx="904284" cy="865933"/>
              </a:xfrm>
            </p:grpSpPr>
            <p:sp>
              <p:nvSpPr>
                <p:cNvPr id="689" name="Google Shape;6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90" name="Google Shape;690;p22"/>
                <p:cNvGrpSpPr/>
                <p:nvPr/>
              </p:nvGrpSpPr>
              <p:grpSpPr>
                <a:xfrm>
                  <a:off x="1232795" y="-1740829"/>
                  <a:ext cx="717622" cy="717393"/>
                  <a:chOff x="1483457" y="3953671"/>
                  <a:chExt cx="717622" cy="717393"/>
                </a:xfrm>
              </p:grpSpPr>
              <p:sp>
                <p:nvSpPr>
                  <p:cNvPr id="691" name="Google Shape;6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2" name="Google Shape;692;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3" name="Google Shape;693;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4" name="Google Shape;694;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5" name="Google Shape;6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96" name="Google Shape;6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97" name="Google Shape;697;p22"/>
            <p:cNvGrpSpPr/>
            <p:nvPr/>
          </p:nvGrpSpPr>
          <p:grpSpPr>
            <a:xfrm rot="-8100000">
              <a:off x="540898" y="-1172741"/>
              <a:ext cx="2552124" cy="3347490"/>
              <a:chOff x="2976325" y="908175"/>
              <a:chExt cx="4028179" cy="5283555"/>
            </a:xfrm>
          </p:grpSpPr>
          <p:sp>
            <p:nvSpPr>
              <p:cNvPr id="698" name="Google Shape;698;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9" name="Google Shape;699;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0" name="Google Shape;700;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01" name="Google Shape;701;p22"/>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3" name="Shape 703"/>
        <p:cNvGrpSpPr/>
        <p:nvPr/>
      </p:nvGrpSpPr>
      <p:grpSpPr>
        <a:xfrm>
          <a:off x="0" y="0"/>
          <a:ext cx="0" cy="0"/>
          <a:chOff x="0" y="0"/>
          <a:chExt cx="0" cy="0"/>
        </a:xfrm>
      </p:grpSpPr>
      <p:pic>
        <p:nvPicPr>
          <p:cNvPr id="704" name="Google Shape;704;p2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05" name="Google Shape;705;p27"/>
          <p:cNvGrpSpPr/>
          <p:nvPr/>
        </p:nvGrpSpPr>
        <p:grpSpPr>
          <a:xfrm>
            <a:off x="-1607563" y="-3646042"/>
            <a:ext cx="10823411" cy="7799545"/>
            <a:chOff x="-1180406" y="-2565680"/>
            <a:chExt cx="8117556" cy="5849659"/>
          </a:xfrm>
        </p:grpSpPr>
        <p:sp>
          <p:nvSpPr>
            <p:cNvPr id="706" name="Google Shape;706;p27"/>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7" name="Google Shape;707;p27"/>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8" name="Google Shape;708;p27"/>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9" name="Google Shape;709;p27"/>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0" name="Google Shape;710;p27"/>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1" name="Google Shape;711;p27"/>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12" name="Google Shape;712;p27"/>
            <p:cNvGrpSpPr/>
            <p:nvPr/>
          </p:nvGrpSpPr>
          <p:grpSpPr>
            <a:xfrm flipH="1">
              <a:off x="4446909" y="391151"/>
              <a:ext cx="134044" cy="134013"/>
              <a:chOff x="1101075" y="2142375"/>
              <a:chExt cx="439200" cy="439100"/>
            </a:xfrm>
          </p:grpSpPr>
          <p:sp>
            <p:nvSpPr>
              <p:cNvPr id="713" name="Google Shape;713;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4" name="Google Shape;714;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15" name="Google Shape;715;p27"/>
            <p:cNvGrpSpPr/>
            <p:nvPr/>
          </p:nvGrpSpPr>
          <p:grpSpPr>
            <a:xfrm flipH="1">
              <a:off x="1373609" y="694563"/>
              <a:ext cx="134044" cy="134013"/>
              <a:chOff x="1101075" y="2142375"/>
              <a:chExt cx="439200" cy="439100"/>
            </a:xfrm>
          </p:grpSpPr>
          <p:sp>
            <p:nvSpPr>
              <p:cNvPr id="716" name="Google Shape;716;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7" name="Google Shape;717;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18" name="Google Shape;718;p27"/>
            <p:cNvGrpSpPr/>
            <p:nvPr/>
          </p:nvGrpSpPr>
          <p:grpSpPr>
            <a:xfrm flipH="1">
              <a:off x="1086834" y="957463"/>
              <a:ext cx="134044" cy="134013"/>
              <a:chOff x="1101075" y="2142375"/>
              <a:chExt cx="439200" cy="439100"/>
            </a:xfrm>
          </p:grpSpPr>
          <p:sp>
            <p:nvSpPr>
              <p:cNvPr id="719" name="Google Shape;719;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0" name="Google Shape;720;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21" name="Google Shape;721;p27"/>
            <p:cNvGrpSpPr/>
            <p:nvPr/>
          </p:nvGrpSpPr>
          <p:grpSpPr>
            <a:xfrm flipH="1">
              <a:off x="277709" y="957463"/>
              <a:ext cx="134044" cy="134013"/>
              <a:chOff x="1101075" y="2142375"/>
              <a:chExt cx="439200" cy="439100"/>
            </a:xfrm>
          </p:grpSpPr>
          <p:sp>
            <p:nvSpPr>
              <p:cNvPr id="722" name="Google Shape;722;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3" name="Google Shape;723;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24" name="Google Shape;724;p27"/>
            <p:cNvGrpSpPr/>
            <p:nvPr/>
          </p:nvGrpSpPr>
          <p:grpSpPr>
            <a:xfrm flipH="1">
              <a:off x="277709" y="640813"/>
              <a:ext cx="134044" cy="134013"/>
              <a:chOff x="1101075" y="2142375"/>
              <a:chExt cx="439200" cy="439100"/>
            </a:xfrm>
          </p:grpSpPr>
          <p:sp>
            <p:nvSpPr>
              <p:cNvPr id="725" name="Google Shape;725;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6" name="Google Shape;726;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27" name="Google Shape;727;p27"/>
          <p:cNvSpPr/>
          <p:nvPr/>
        </p:nvSpPr>
        <p:spPr>
          <a:xfrm rot="10800000">
            <a:off x="10148865" y="4183810"/>
            <a:ext cx="1309035" cy="3077055"/>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8" name="Google Shape;728;p27"/>
          <p:cNvSpPr/>
          <p:nvPr/>
        </p:nvSpPr>
        <p:spPr>
          <a:xfrm rot="10800000">
            <a:off x="10361327" y="4184630"/>
            <a:ext cx="1309035" cy="3077055"/>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29" name="Google Shape;729;p27"/>
          <p:cNvGrpSpPr/>
          <p:nvPr/>
        </p:nvGrpSpPr>
        <p:grpSpPr>
          <a:xfrm>
            <a:off x="9808800" y="5221734"/>
            <a:ext cx="776067" cy="776567"/>
            <a:chOff x="959750" y="3039275"/>
            <a:chExt cx="582050" cy="582425"/>
          </a:xfrm>
        </p:grpSpPr>
        <p:sp>
          <p:nvSpPr>
            <p:cNvPr id="730" name="Google Shape;730;p2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1" name="Google Shape;731;p2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2" name="Google Shape;732;p2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3" name="Google Shape;733;p2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4" name="Google Shape;734;p2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5" name="Google Shape;735;p2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36" name="Google Shape;736;p2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737" name="Google Shape;737;p27"/>
          <p:cNvSpPr/>
          <p:nvPr/>
        </p:nvSpPr>
        <p:spPr>
          <a:xfrm>
            <a:off x="11342634" y="4052934"/>
            <a:ext cx="641191" cy="63443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38" name="Google Shape;738;p27"/>
          <p:cNvGrpSpPr/>
          <p:nvPr/>
        </p:nvGrpSpPr>
        <p:grpSpPr>
          <a:xfrm>
            <a:off x="11218683" y="4918944"/>
            <a:ext cx="933237" cy="2201365"/>
            <a:chOff x="8337812" y="3492483"/>
            <a:chExt cx="699928" cy="1651024"/>
          </a:xfrm>
        </p:grpSpPr>
        <p:sp>
          <p:nvSpPr>
            <p:cNvPr id="739" name="Google Shape;739;p2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40" name="Google Shape;740;p2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741" name="Google Shape;741;p2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742" name="Google Shape;742;p27"/>
          <p:cNvGrpSpPr/>
          <p:nvPr/>
        </p:nvGrpSpPr>
        <p:grpSpPr>
          <a:xfrm>
            <a:off x="10695234" y="5998301"/>
            <a:ext cx="1206221" cy="968161"/>
            <a:chOff x="7945225" y="4302000"/>
            <a:chExt cx="904666" cy="726121"/>
          </a:xfrm>
        </p:grpSpPr>
        <p:sp>
          <p:nvSpPr>
            <p:cNvPr id="743" name="Google Shape;743;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4" name="Google Shape;744;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5" name="Google Shape;745;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46" name="Google Shape;746;p27"/>
          <p:cNvGrpSpPr/>
          <p:nvPr/>
        </p:nvGrpSpPr>
        <p:grpSpPr>
          <a:xfrm>
            <a:off x="-413180" y="4823210"/>
            <a:ext cx="1931765" cy="2985071"/>
            <a:chOff x="-309885" y="3617408"/>
            <a:chExt cx="1448823" cy="2238803"/>
          </a:xfrm>
        </p:grpSpPr>
        <p:grpSp>
          <p:nvGrpSpPr>
            <p:cNvPr id="747" name="Google Shape;747;p27"/>
            <p:cNvGrpSpPr/>
            <p:nvPr/>
          </p:nvGrpSpPr>
          <p:grpSpPr>
            <a:xfrm>
              <a:off x="-277007" y="3870159"/>
              <a:ext cx="981772" cy="1986052"/>
              <a:chOff x="-293545" y="3454371"/>
              <a:chExt cx="981772" cy="1986052"/>
            </a:xfrm>
          </p:grpSpPr>
          <p:sp>
            <p:nvSpPr>
              <p:cNvPr id="748" name="Google Shape;748;p27"/>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9" name="Google Shape;749;p27"/>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50" name="Google Shape;750;p27"/>
            <p:cNvGrpSpPr/>
            <p:nvPr/>
          </p:nvGrpSpPr>
          <p:grpSpPr>
            <a:xfrm>
              <a:off x="363249" y="4906873"/>
              <a:ext cx="699940" cy="478601"/>
              <a:chOff x="39723" y="4349021"/>
              <a:chExt cx="1061964" cy="726143"/>
            </a:xfrm>
          </p:grpSpPr>
          <p:grpSp>
            <p:nvGrpSpPr>
              <p:cNvPr id="751" name="Google Shape;751;p27"/>
              <p:cNvGrpSpPr/>
              <p:nvPr/>
            </p:nvGrpSpPr>
            <p:grpSpPr>
              <a:xfrm rot="2700000">
                <a:off x="140502" y="4460924"/>
                <a:ext cx="524584" cy="502337"/>
                <a:chOff x="1189791" y="-1767331"/>
                <a:chExt cx="904284" cy="865933"/>
              </a:xfrm>
            </p:grpSpPr>
            <p:sp>
              <p:nvSpPr>
                <p:cNvPr id="752" name="Google Shape;752;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53" name="Google Shape;753;p27"/>
                <p:cNvGrpSpPr/>
                <p:nvPr/>
              </p:nvGrpSpPr>
              <p:grpSpPr>
                <a:xfrm>
                  <a:off x="1232795" y="-1740829"/>
                  <a:ext cx="717622" cy="717393"/>
                  <a:chOff x="1483457" y="3953671"/>
                  <a:chExt cx="717622" cy="717393"/>
                </a:xfrm>
              </p:grpSpPr>
              <p:sp>
                <p:nvSpPr>
                  <p:cNvPr id="754" name="Google Shape;754;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5" name="Google Shape;755;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6" name="Google Shape;756;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7" name="Google Shape;757;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8" name="Google Shape;758;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59" name="Google Shape;759;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0" name="Google Shape;760;p27"/>
            <p:cNvGrpSpPr/>
            <p:nvPr/>
          </p:nvGrpSpPr>
          <p:grpSpPr>
            <a:xfrm rot="-5400000">
              <a:off x="-461872" y="3769396"/>
              <a:ext cx="1351491" cy="1047516"/>
              <a:chOff x="-2460210" y="2758494"/>
              <a:chExt cx="1351491" cy="1047516"/>
            </a:xfrm>
          </p:grpSpPr>
          <p:sp>
            <p:nvSpPr>
              <p:cNvPr id="761" name="Google Shape;761;p27"/>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2" name="Google Shape;762;p27"/>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3" name="Google Shape;763;p27"/>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4" name="Google Shape;764;p27"/>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5" name="Google Shape;765;p27"/>
            <p:cNvGrpSpPr/>
            <p:nvPr/>
          </p:nvGrpSpPr>
          <p:grpSpPr>
            <a:xfrm>
              <a:off x="438999" y="4567398"/>
              <a:ext cx="699940" cy="478601"/>
              <a:chOff x="39723" y="4349021"/>
              <a:chExt cx="1061964" cy="726143"/>
            </a:xfrm>
          </p:grpSpPr>
          <p:grpSp>
            <p:nvGrpSpPr>
              <p:cNvPr id="766" name="Google Shape;766;p27"/>
              <p:cNvGrpSpPr/>
              <p:nvPr/>
            </p:nvGrpSpPr>
            <p:grpSpPr>
              <a:xfrm rot="2700000">
                <a:off x="140502" y="4460924"/>
                <a:ext cx="524584" cy="502337"/>
                <a:chOff x="1189791" y="-1767331"/>
                <a:chExt cx="904284" cy="865933"/>
              </a:xfrm>
            </p:grpSpPr>
            <p:sp>
              <p:nvSpPr>
                <p:cNvPr id="767" name="Google Shape;767;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68" name="Google Shape;768;p27"/>
                <p:cNvGrpSpPr/>
                <p:nvPr/>
              </p:nvGrpSpPr>
              <p:grpSpPr>
                <a:xfrm>
                  <a:off x="1232795" y="-1740829"/>
                  <a:ext cx="717622" cy="717393"/>
                  <a:chOff x="1483457" y="3953671"/>
                  <a:chExt cx="717622" cy="717393"/>
                </a:xfrm>
              </p:grpSpPr>
              <p:sp>
                <p:nvSpPr>
                  <p:cNvPr id="769" name="Google Shape;769;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0" name="Google Shape;770;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1" name="Google Shape;771;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2" name="Google Shape;772;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3" name="Google Shape;773;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74" name="Google Shape;774;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75" name="Google Shape;775;p27"/>
            <p:cNvGrpSpPr/>
            <p:nvPr/>
          </p:nvGrpSpPr>
          <p:grpSpPr>
            <a:xfrm>
              <a:off x="-65076" y="4623886"/>
              <a:ext cx="699940" cy="478601"/>
              <a:chOff x="39723" y="4349021"/>
              <a:chExt cx="1061964" cy="726143"/>
            </a:xfrm>
          </p:grpSpPr>
          <p:grpSp>
            <p:nvGrpSpPr>
              <p:cNvPr id="776" name="Google Shape;776;p27"/>
              <p:cNvGrpSpPr/>
              <p:nvPr/>
            </p:nvGrpSpPr>
            <p:grpSpPr>
              <a:xfrm rot="2700000">
                <a:off x="140502" y="4460924"/>
                <a:ext cx="524584" cy="502337"/>
                <a:chOff x="1189791" y="-1767331"/>
                <a:chExt cx="904284" cy="865933"/>
              </a:xfrm>
            </p:grpSpPr>
            <p:sp>
              <p:nvSpPr>
                <p:cNvPr id="777" name="Google Shape;777;p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78" name="Google Shape;778;p27"/>
                <p:cNvGrpSpPr/>
                <p:nvPr/>
              </p:nvGrpSpPr>
              <p:grpSpPr>
                <a:xfrm>
                  <a:off x="1232795" y="-1740829"/>
                  <a:ext cx="717622" cy="717393"/>
                  <a:chOff x="1483457" y="3953671"/>
                  <a:chExt cx="717622" cy="717393"/>
                </a:xfrm>
              </p:grpSpPr>
              <p:sp>
                <p:nvSpPr>
                  <p:cNvPr id="779" name="Google Shape;779;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0" name="Google Shape;780;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1" name="Google Shape;781;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2" name="Google Shape;782;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3" name="Google Shape;783;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84" name="Google Shape;784;p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785" name="Google Shape;785;p27"/>
          <p:cNvPicPr preferRelativeResize="0"/>
          <p:nvPr/>
        </p:nvPicPr>
        <p:blipFill rotWithShape="1">
          <a:blip r:embed="rId3">
            <a:alphaModFix/>
          </a:blip>
          <a:srcRect b="17660"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86" name="Shape 786"/>
        <p:cNvGrpSpPr/>
        <p:nvPr/>
      </p:nvGrpSpPr>
      <p:grpSpPr>
        <a:xfrm>
          <a:off x="0" y="0"/>
          <a:ext cx="0" cy="0"/>
          <a:chOff x="0" y="0"/>
          <a:chExt cx="0" cy="0"/>
        </a:xfrm>
      </p:grpSpPr>
      <p:sp>
        <p:nvSpPr>
          <p:cNvPr id="787" name="Google Shape;787;p28"/>
          <p:cNvSpPr/>
          <p:nvPr>
            <p:ph idx="2" type="pic"/>
          </p:nvPr>
        </p:nvSpPr>
        <p:spPr>
          <a:xfrm>
            <a:off x="5841479" y="953468"/>
            <a:ext cx="4868084" cy="4951060"/>
          </a:xfrm>
          <a:prstGeom prst="rect">
            <a:avLst/>
          </a:prstGeom>
          <a:solidFill>
            <a:schemeClr val="lt1"/>
          </a:solidFill>
          <a:ln>
            <a:noFill/>
          </a:ln>
        </p:spPr>
      </p:sp>
      <p:pic>
        <p:nvPicPr>
          <p:cNvPr id="788" name="Google Shape;788;p2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89" name="Google Shape;789;p28"/>
          <p:cNvGrpSpPr/>
          <p:nvPr/>
        </p:nvGrpSpPr>
        <p:grpSpPr>
          <a:xfrm>
            <a:off x="-680840" y="-2290630"/>
            <a:ext cx="5862927" cy="5562209"/>
            <a:chOff x="-494405" y="-1584825"/>
            <a:chExt cx="4397193" cy="4171657"/>
          </a:xfrm>
        </p:grpSpPr>
        <p:grpSp>
          <p:nvGrpSpPr>
            <p:cNvPr id="790" name="Google Shape;790;p28"/>
            <p:cNvGrpSpPr/>
            <p:nvPr/>
          </p:nvGrpSpPr>
          <p:grpSpPr>
            <a:xfrm>
              <a:off x="-494405" y="-252396"/>
              <a:ext cx="1741563" cy="1288563"/>
              <a:chOff x="-494405" y="-252396"/>
              <a:chExt cx="1741563" cy="1288563"/>
            </a:xfrm>
          </p:grpSpPr>
          <p:sp>
            <p:nvSpPr>
              <p:cNvPr id="791" name="Google Shape;791;p2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2" name="Google Shape;792;p2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93" name="Google Shape;793;p28"/>
            <p:cNvGrpSpPr/>
            <p:nvPr/>
          </p:nvGrpSpPr>
          <p:grpSpPr>
            <a:xfrm>
              <a:off x="245875" y="-51824"/>
              <a:ext cx="208200" cy="1824700"/>
              <a:chOff x="1040050" y="3812126"/>
              <a:chExt cx="208200" cy="1824700"/>
            </a:xfrm>
          </p:grpSpPr>
          <p:sp>
            <p:nvSpPr>
              <p:cNvPr id="794" name="Google Shape;794;p2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5" name="Google Shape;795;p2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96" name="Google Shape;796;p28"/>
            <p:cNvGrpSpPr/>
            <p:nvPr/>
          </p:nvGrpSpPr>
          <p:grpSpPr>
            <a:xfrm>
              <a:off x="441574" y="-36652"/>
              <a:ext cx="699940" cy="478601"/>
              <a:chOff x="39723" y="4349021"/>
              <a:chExt cx="1061964" cy="726143"/>
            </a:xfrm>
          </p:grpSpPr>
          <p:grpSp>
            <p:nvGrpSpPr>
              <p:cNvPr id="797" name="Google Shape;797;p28"/>
              <p:cNvGrpSpPr/>
              <p:nvPr/>
            </p:nvGrpSpPr>
            <p:grpSpPr>
              <a:xfrm rot="2700000">
                <a:off x="140502" y="4460924"/>
                <a:ext cx="524584" cy="502337"/>
                <a:chOff x="1189791" y="-1767331"/>
                <a:chExt cx="904284" cy="865933"/>
              </a:xfrm>
            </p:grpSpPr>
            <p:sp>
              <p:nvSpPr>
                <p:cNvPr id="798" name="Google Shape;79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99" name="Google Shape;799;p28"/>
                <p:cNvGrpSpPr/>
                <p:nvPr/>
              </p:nvGrpSpPr>
              <p:grpSpPr>
                <a:xfrm>
                  <a:off x="1232795" y="-1740829"/>
                  <a:ext cx="717622" cy="717393"/>
                  <a:chOff x="1483457" y="3953671"/>
                  <a:chExt cx="717622" cy="717393"/>
                </a:xfrm>
              </p:grpSpPr>
              <p:sp>
                <p:nvSpPr>
                  <p:cNvPr id="800" name="Google Shape;80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1" name="Google Shape;80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2" name="Google Shape;80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3" name="Google Shape;80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4" name="Google Shape;80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05" name="Google Shape;80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06" name="Google Shape;806;p28"/>
            <p:cNvGrpSpPr/>
            <p:nvPr/>
          </p:nvGrpSpPr>
          <p:grpSpPr>
            <a:xfrm>
              <a:off x="955673" y="11"/>
              <a:ext cx="592576" cy="405260"/>
              <a:chOff x="39723" y="4349021"/>
              <a:chExt cx="1061964" cy="726143"/>
            </a:xfrm>
          </p:grpSpPr>
          <p:grpSp>
            <p:nvGrpSpPr>
              <p:cNvPr id="807" name="Google Shape;807;p28"/>
              <p:cNvGrpSpPr/>
              <p:nvPr/>
            </p:nvGrpSpPr>
            <p:grpSpPr>
              <a:xfrm rot="2700000">
                <a:off x="140502" y="4460924"/>
                <a:ext cx="524584" cy="502337"/>
                <a:chOff x="1189791" y="-1767331"/>
                <a:chExt cx="904284" cy="865933"/>
              </a:xfrm>
            </p:grpSpPr>
            <p:sp>
              <p:nvSpPr>
                <p:cNvPr id="808" name="Google Shape;80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09" name="Google Shape;809;p28"/>
                <p:cNvGrpSpPr/>
                <p:nvPr/>
              </p:nvGrpSpPr>
              <p:grpSpPr>
                <a:xfrm>
                  <a:off x="1232795" y="-1740829"/>
                  <a:ext cx="717622" cy="717393"/>
                  <a:chOff x="1483457" y="3953671"/>
                  <a:chExt cx="717622" cy="717393"/>
                </a:xfrm>
              </p:grpSpPr>
              <p:sp>
                <p:nvSpPr>
                  <p:cNvPr id="810" name="Google Shape;81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1" name="Google Shape;81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2" name="Google Shape;81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3" name="Google Shape;81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14" name="Google Shape;81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15" name="Google Shape;81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16" name="Google Shape;816;p28"/>
            <p:cNvGrpSpPr/>
            <p:nvPr/>
          </p:nvGrpSpPr>
          <p:grpSpPr>
            <a:xfrm>
              <a:off x="-1" y="621223"/>
              <a:ext cx="699940" cy="478601"/>
              <a:chOff x="39723" y="4349021"/>
              <a:chExt cx="1061964" cy="726143"/>
            </a:xfrm>
          </p:grpSpPr>
          <p:grpSp>
            <p:nvGrpSpPr>
              <p:cNvPr id="817" name="Google Shape;817;p28"/>
              <p:cNvGrpSpPr/>
              <p:nvPr/>
            </p:nvGrpSpPr>
            <p:grpSpPr>
              <a:xfrm rot="2700000">
                <a:off x="140502" y="4460924"/>
                <a:ext cx="524584" cy="502337"/>
                <a:chOff x="1189791" y="-1767331"/>
                <a:chExt cx="904284" cy="865933"/>
              </a:xfrm>
            </p:grpSpPr>
            <p:sp>
              <p:nvSpPr>
                <p:cNvPr id="818" name="Google Shape;818;p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19" name="Google Shape;819;p28"/>
                <p:cNvGrpSpPr/>
                <p:nvPr/>
              </p:nvGrpSpPr>
              <p:grpSpPr>
                <a:xfrm>
                  <a:off x="1232795" y="-1740829"/>
                  <a:ext cx="717622" cy="717393"/>
                  <a:chOff x="1483457" y="3953671"/>
                  <a:chExt cx="717622" cy="717393"/>
                </a:xfrm>
              </p:grpSpPr>
              <p:sp>
                <p:nvSpPr>
                  <p:cNvPr id="820" name="Google Shape;820;p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1" name="Google Shape;821;p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2" name="Google Shape;822;p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3" name="Google Shape;823;p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4" name="Google Shape;824;p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25" name="Google Shape;825;p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26" name="Google Shape;826;p28"/>
            <p:cNvGrpSpPr/>
            <p:nvPr/>
          </p:nvGrpSpPr>
          <p:grpSpPr>
            <a:xfrm rot="-8100000">
              <a:off x="540898" y="-1172741"/>
              <a:ext cx="2552124" cy="3347490"/>
              <a:chOff x="2976325" y="908175"/>
              <a:chExt cx="4028179" cy="5283555"/>
            </a:xfrm>
          </p:grpSpPr>
          <p:sp>
            <p:nvSpPr>
              <p:cNvPr id="827" name="Google Shape;827;p2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8" name="Google Shape;828;p2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29" name="Google Shape;829;p2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830" name="Shape 830"/>
        <p:cNvGrpSpPr/>
        <p:nvPr/>
      </p:nvGrpSpPr>
      <p:grpSpPr>
        <a:xfrm>
          <a:off x="0" y="0"/>
          <a:ext cx="0" cy="0"/>
          <a:chOff x="0" y="0"/>
          <a:chExt cx="0" cy="0"/>
        </a:xfrm>
      </p:grpSpPr>
      <p:sp>
        <p:nvSpPr>
          <p:cNvPr id="831" name="Google Shape;831;p29"/>
          <p:cNvSpPr/>
          <p:nvPr>
            <p:ph idx="2" type="pic"/>
          </p:nvPr>
        </p:nvSpPr>
        <p:spPr>
          <a:xfrm>
            <a:off x="4310745" y="2238827"/>
            <a:ext cx="4920335" cy="3298285"/>
          </a:xfrm>
          <a:prstGeom prst="rect">
            <a:avLst/>
          </a:prstGeom>
          <a:solidFill>
            <a:schemeClr val="lt1"/>
          </a:solidFill>
          <a:ln>
            <a:noFill/>
          </a:ln>
        </p:spPr>
      </p:sp>
      <p:pic>
        <p:nvPicPr>
          <p:cNvPr id="832" name="Google Shape;832;p2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33" name="Google Shape;833;p29"/>
          <p:cNvGrpSpPr/>
          <p:nvPr/>
        </p:nvGrpSpPr>
        <p:grpSpPr>
          <a:xfrm>
            <a:off x="-1607563" y="-3646042"/>
            <a:ext cx="10823411" cy="7799545"/>
            <a:chOff x="-1180406" y="-2565680"/>
            <a:chExt cx="8117556" cy="5849659"/>
          </a:xfrm>
        </p:grpSpPr>
        <p:sp>
          <p:nvSpPr>
            <p:cNvPr id="834" name="Google Shape;834;p29"/>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5" name="Google Shape;835;p2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6" name="Google Shape;836;p2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7" name="Google Shape;837;p2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8" name="Google Shape;838;p2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9" name="Google Shape;839;p2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40" name="Google Shape;840;p29"/>
            <p:cNvGrpSpPr/>
            <p:nvPr/>
          </p:nvGrpSpPr>
          <p:grpSpPr>
            <a:xfrm flipH="1">
              <a:off x="4446909" y="391151"/>
              <a:ext cx="134044" cy="134013"/>
              <a:chOff x="1101075" y="2142375"/>
              <a:chExt cx="439200" cy="439100"/>
            </a:xfrm>
          </p:grpSpPr>
          <p:sp>
            <p:nvSpPr>
              <p:cNvPr id="841" name="Google Shape;841;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2" name="Google Shape;842;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3" name="Google Shape;843;p29"/>
            <p:cNvGrpSpPr/>
            <p:nvPr/>
          </p:nvGrpSpPr>
          <p:grpSpPr>
            <a:xfrm flipH="1">
              <a:off x="1373609" y="694563"/>
              <a:ext cx="134044" cy="134013"/>
              <a:chOff x="1101075" y="2142375"/>
              <a:chExt cx="439200" cy="439100"/>
            </a:xfrm>
          </p:grpSpPr>
          <p:sp>
            <p:nvSpPr>
              <p:cNvPr id="844" name="Google Shape;844;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5" name="Google Shape;845;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6" name="Google Shape;846;p29"/>
            <p:cNvGrpSpPr/>
            <p:nvPr/>
          </p:nvGrpSpPr>
          <p:grpSpPr>
            <a:xfrm flipH="1">
              <a:off x="1086834" y="957463"/>
              <a:ext cx="134044" cy="134013"/>
              <a:chOff x="1101075" y="2142375"/>
              <a:chExt cx="439200" cy="439100"/>
            </a:xfrm>
          </p:grpSpPr>
          <p:sp>
            <p:nvSpPr>
              <p:cNvPr id="847" name="Google Shape;847;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8" name="Google Shape;848;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9" name="Google Shape;849;p29"/>
            <p:cNvGrpSpPr/>
            <p:nvPr/>
          </p:nvGrpSpPr>
          <p:grpSpPr>
            <a:xfrm flipH="1">
              <a:off x="277709" y="957463"/>
              <a:ext cx="134044" cy="134013"/>
              <a:chOff x="1101075" y="2142375"/>
              <a:chExt cx="439200" cy="439100"/>
            </a:xfrm>
          </p:grpSpPr>
          <p:sp>
            <p:nvSpPr>
              <p:cNvPr id="850" name="Google Shape;850;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1" name="Google Shape;851;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52" name="Google Shape;852;p29"/>
            <p:cNvGrpSpPr/>
            <p:nvPr/>
          </p:nvGrpSpPr>
          <p:grpSpPr>
            <a:xfrm flipH="1">
              <a:off x="277709" y="640813"/>
              <a:ext cx="134044" cy="134013"/>
              <a:chOff x="1101075" y="2142375"/>
              <a:chExt cx="439200" cy="439100"/>
            </a:xfrm>
          </p:grpSpPr>
          <p:sp>
            <p:nvSpPr>
              <p:cNvPr id="853" name="Google Shape;853;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4" name="Google Shape;854;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855" name="Google Shape;855;p29"/>
          <p:cNvPicPr preferRelativeResize="0"/>
          <p:nvPr/>
        </p:nvPicPr>
        <p:blipFill rotWithShape="1">
          <a:blip r:embed="rId3">
            <a:alphaModFix/>
          </a:blip>
          <a:srcRect b="17660"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856" name="Shape 856"/>
        <p:cNvGrpSpPr/>
        <p:nvPr/>
      </p:nvGrpSpPr>
      <p:grpSpPr>
        <a:xfrm>
          <a:off x="0" y="0"/>
          <a:ext cx="0" cy="0"/>
          <a:chOff x="0" y="0"/>
          <a:chExt cx="0" cy="0"/>
        </a:xfrm>
      </p:grpSpPr>
      <p:sp>
        <p:nvSpPr>
          <p:cNvPr id="857" name="Google Shape;857;p30"/>
          <p:cNvSpPr/>
          <p:nvPr>
            <p:ph idx="2" type="pic"/>
          </p:nvPr>
        </p:nvSpPr>
        <p:spPr>
          <a:xfrm>
            <a:off x="610699" y="0"/>
            <a:ext cx="3680335" cy="3982461"/>
          </a:xfrm>
          <a:prstGeom prst="rect">
            <a:avLst/>
          </a:prstGeom>
          <a:solidFill>
            <a:schemeClr val="lt1"/>
          </a:solidFill>
          <a:ln>
            <a:noFill/>
          </a:ln>
        </p:spPr>
      </p:sp>
      <p:pic>
        <p:nvPicPr>
          <p:cNvPr id="858" name="Google Shape;858;p3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59" name="Google Shape;859;p30"/>
          <p:cNvGrpSpPr/>
          <p:nvPr/>
        </p:nvGrpSpPr>
        <p:grpSpPr>
          <a:xfrm>
            <a:off x="-693530" y="-764219"/>
            <a:ext cx="2003055" cy="3742456"/>
            <a:chOff x="-367748" y="-573164"/>
            <a:chExt cx="1502291" cy="2806842"/>
          </a:xfrm>
        </p:grpSpPr>
        <p:grpSp>
          <p:nvGrpSpPr>
            <p:cNvPr id="860" name="Google Shape;860;p30"/>
            <p:cNvGrpSpPr/>
            <p:nvPr/>
          </p:nvGrpSpPr>
          <p:grpSpPr>
            <a:xfrm rot="10800000">
              <a:off x="-191449" y="1507557"/>
              <a:ext cx="904666" cy="726121"/>
              <a:chOff x="7945225" y="4302000"/>
              <a:chExt cx="904666" cy="726121"/>
            </a:xfrm>
          </p:grpSpPr>
          <p:sp>
            <p:nvSpPr>
              <p:cNvPr id="861" name="Google Shape;861;p3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09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2" name="Google Shape;862;p3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3" name="Google Shape;863;p3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864" name="Google Shape;864;p30"/>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176"/>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5" name="Google Shape;865;p30"/>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17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866" name="Google Shape;866;p30"/>
            <p:cNvGrpSpPr/>
            <p:nvPr/>
          </p:nvGrpSpPr>
          <p:grpSpPr>
            <a:xfrm rot="10800000">
              <a:off x="-367748" y="-467133"/>
              <a:ext cx="699928" cy="1651024"/>
              <a:chOff x="8337812" y="3492483"/>
              <a:chExt cx="699928" cy="1651024"/>
            </a:xfrm>
          </p:grpSpPr>
          <p:sp>
            <p:nvSpPr>
              <p:cNvPr id="867" name="Google Shape;867;p3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8" name="Google Shape;868;p3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69" name="Google Shape;869;p3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870" name="Shape 870"/>
        <p:cNvGrpSpPr/>
        <p:nvPr/>
      </p:nvGrpSpPr>
      <p:grpSpPr>
        <a:xfrm>
          <a:off x="0" y="0"/>
          <a:ext cx="0" cy="0"/>
          <a:chOff x="0" y="0"/>
          <a:chExt cx="0" cy="0"/>
        </a:xfrm>
      </p:grpSpPr>
      <p:sp>
        <p:nvSpPr>
          <p:cNvPr id="871" name="Google Shape;871;p31"/>
          <p:cNvSpPr/>
          <p:nvPr>
            <p:ph idx="2" type="pic"/>
          </p:nvPr>
        </p:nvSpPr>
        <p:spPr>
          <a:xfrm>
            <a:off x="727217" y="622898"/>
            <a:ext cx="8333385" cy="2870146"/>
          </a:xfrm>
          <a:prstGeom prst="rect">
            <a:avLst/>
          </a:prstGeom>
          <a:solidFill>
            <a:schemeClr val="lt1"/>
          </a:solidFill>
          <a:ln>
            <a:noFill/>
          </a:ln>
        </p:spPr>
      </p:sp>
      <p:pic>
        <p:nvPicPr>
          <p:cNvPr id="872" name="Google Shape;872;p3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873" name="Shape 873"/>
        <p:cNvGrpSpPr/>
        <p:nvPr/>
      </p:nvGrpSpPr>
      <p:grpSpPr>
        <a:xfrm>
          <a:off x="0" y="0"/>
          <a:ext cx="0" cy="0"/>
          <a:chOff x="0" y="0"/>
          <a:chExt cx="0" cy="0"/>
        </a:xfrm>
      </p:grpSpPr>
      <p:pic>
        <p:nvPicPr>
          <p:cNvPr id="874" name="Google Shape;874;p3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75" name="Google Shape;875;p32"/>
          <p:cNvGrpSpPr/>
          <p:nvPr/>
        </p:nvGrpSpPr>
        <p:grpSpPr>
          <a:xfrm>
            <a:off x="-680840" y="-2290630"/>
            <a:ext cx="5862927" cy="5562209"/>
            <a:chOff x="-494405" y="-1584825"/>
            <a:chExt cx="4397193" cy="4171657"/>
          </a:xfrm>
        </p:grpSpPr>
        <p:grpSp>
          <p:nvGrpSpPr>
            <p:cNvPr id="876" name="Google Shape;876;p32"/>
            <p:cNvGrpSpPr/>
            <p:nvPr/>
          </p:nvGrpSpPr>
          <p:grpSpPr>
            <a:xfrm>
              <a:off x="-494405" y="-252396"/>
              <a:ext cx="1741563" cy="1288563"/>
              <a:chOff x="-494405" y="-252396"/>
              <a:chExt cx="1741563" cy="1288563"/>
            </a:xfrm>
          </p:grpSpPr>
          <p:sp>
            <p:nvSpPr>
              <p:cNvPr id="877" name="Google Shape;877;p3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78" name="Google Shape;878;p3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79" name="Google Shape;879;p32"/>
            <p:cNvGrpSpPr/>
            <p:nvPr/>
          </p:nvGrpSpPr>
          <p:grpSpPr>
            <a:xfrm>
              <a:off x="245875" y="-51824"/>
              <a:ext cx="208200" cy="1824700"/>
              <a:chOff x="1040050" y="3812126"/>
              <a:chExt cx="208200" cy="1824700"/>
            </a:xfrm>
          </p:grpSpPr>
          <p:sp>
            <p:nvSpPr>
              <p:cNvPr id="880" name="Google Shape;880;p3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1" name="Google Shape;881;p3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82" name="Google Shape;882;p32"/>
            <p:cNvGrpSpPr/>
            <p:nvPr/>
          </p:nvGrpSpPr>
          <p:grpSpPr>
            <a:xfrm>
              <a:off x="441574" y="-36652"/>
              <a:ext cx="699940" cy="478601"/>
              <a:chOff x="39723" y="4349021"/>
              <a:chExt cx="1061964" cy="726143"/>
            </a:xfrm>
          </p:grpSpPr>
          <p:grpSp>
            <p:nvGrpSpPr>
              <p:cNvPr id="883" name="Google Shape;883;p32"/>
              <p:cNvGrpSpPr/>
              <p:nvPr/>
            </p:nvGrpSpPr>
            <p:grpSpPr>
              <a:xfrm rot="2700000">
                <a:off x="140502" y="4460924"/>
                <a:ext cx="524584" cy="502337"/>
                <a:chOff x="1189791" y="-1767331"/>
                <a:chExt cx="904284" cy="865933"/>
              </a:xfrm>
            </p:grpSpPr>
            <p:sp>
              <p:nvSpPr>
                <p:cNvPr id="884" name="Google Shape;88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85" name="Google Shape;885;p32"/>
                <p:cNvGrpSpPr/>
                <p:nvPr/>
              </p:nvGrpSpPr>
              <p:grpSpPr>
                <a:xfrm>
                  <a:off x="1232795" y="-1740829"/>
                  <a:ext cx="717622" cy="717393"/>
                  <a:chOff x="1483457" y="3953671"/>
                  <a:chExt cx="717622" cy="717393"/>
                </a:xfrm>
              </p:grpSpPr>
              <p:sp>
                <p:nvSpPr>
                  <p:cNvPr id="886" name="Google Shape;88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7" name="Google Shape;88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8" name="Google Shape;88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9" name="Google Shape;88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0" name="Google Shape;89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91" name="Google Shape;89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92" name="Google Shape;892;p32"/>
            <p:cNvGrpSpPr/>
            <p:nvPr/>
          </p:nvGrpSpPr>
          <p:grpSpPr>
            <a:xfrm>
              <a:off x="955673" y="11"/>
              <a:ext cx="592576" cy="405260"/>
              <a:chOff x="39723" y="4349021"/>
              <a:chExt cx="1061964" cy="726143"/>
            </a:xfrm>
          </p:grpSpPr>
          <p:grpSp>
            <p:nvGrpSpPr>
              <p:cNvPr id="893" name="Google Shape;893;p32"/>
              <p:cNvGrpSpPr/>
              <p:nvPr/>
            </p:nvGrpSpPr>
            <p:grpSpPr>
              <a:xfrm rot="2700000">
                <a:off x="140502" y="4460924"/>
                <a:ext cx="524584" cy="502337"/>
                <a:chOff x="1189791" y="-1767331"/>
                <a:chExt cx="904284" cy="865933"/>
              </a:xfrm>
            </p:grpSpPr>
            <p:sp>
              <p:nvSpPr>
                <p:cNvPr id="894" name="Google Shape;89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95" name="Google Shape;895;p32"/>
                <p:cNvGrpSpPr/>
                <p:nvPr/>
              </p:nvGrpSpPr>
              <p:grpSpPr>
                <a:xfrm>
                  <a:off x="1232795" y="-1740829"/>
                  <a:ext cx="717622" cy="717393"/>
                  <a:chOff x="1483457" y="3953671"/>
                  <a:chExt cx="717622" cy="717393"/>
                </a:xfrm>
              </p:grpSpPr>
              <p:sp>
                <p:nvSpPr>
                  <p:cNvPr id="896" name="Google Shape;89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7" name="Google Shape;89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8" name="Google Shape;89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9" name="Google Shape;89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0" name="Google Shape;90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01" name="Google Shape;90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02" name="Google Shape;902;p32"/>
            <p:cNvGrpSpPr/>
            <p:nvPr/>
          </p:nvGrpSpPr>
          <p:grpSpPr>
            <a:xfrm>
              <a:off x="-1" y="621223"/>
              <a:ext cx="699940" cy="478601"/>
              <a:chOff x="39723" y="4349021"/>
              <a:chExt cx="1061964" cy="726143"/>
            </a:xfrm>
          </p:grpSpPr>
          <p:grpSp>
            <p:nvGrpSpPr>
              <p:cNvPr id="903" name="Google Shape;903;p32"/>
              <p:cNvGrpSpPr/>
              <p:nvPr/>
            </p:nvGrpSpPr>
            <p:grpSpPr>
              <a:xfrm rot="2700000">
                <a:off x="140502" y="4460924"/>
                <a:ext cx="524584" cy="502337"/>
                <a:chOff x="1189791" y="-1767331"/>
                <a:chExt cx="904284" cy="865933"/>
              </a:xfrm>
            </p:grpSpPr>
            <p:sp>
              <p:nvSpPr>
                <p:cNvPr id="904" name="Google Shape;904;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05" name="Google Shape;905;p32"/>
                <p:cNvGrpSpPr/>
                <p:nvPr/>
              </p:nvGrpSpPr>
              <p:grpSpPr>
                <a:xfrm>
                  <a:off x="1232795" y="-1740829"/>
                  <a:ext cx="717622" cy="717393"/>
                  <a:chOff x="1483457" y="3953671"/>
                  <a:chExt cx="717622" cy="717393"/>
                </a:xfrm>
              </p:grpSpPr>
              <p:sp>
                <p:nvSpPr>
                  <p:cNvPr id="906" name="Google Shape;906;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7" name="Google Shape;907;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8" name="Google Shape;908;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9" name="Google Shape;909;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0" name="Google Shape;910;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11" name="Google Shape;911;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12" name="Google Shape;912;p32"/>
            <p:cNvGrpSpPr/>
            <p:nvPr/>
          </p:nvGrpSpPr>
          <p:grpSpPr>
            <a:xfrm rot="-8100000">
              <a:off x="540898" y="-1172741"/>
              <a:ext cx="2552124" cy="3347490"/>
              <a:chOff x="2976325" y="908175"/>
              <a:chExt cx="4028179" cy="5283555"/>
            </a:xfrm>
          </p:grpSpPr>
          <p:sp>
            <p:nvSpPr>
              <p:cNvPr id="913" name="Google Shape;913;p3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4" name="Google Shape;914;p3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5" name="Google Shape;915;p3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916" name="Shape 916"/>
        <p:cNvGrpSpPr/>
        <p:nvPr/>
      </p:nvGrpSpPr>
      <p:grpSpPr>
        <a:xfrm>
          <a:off x="0" y="0"/>
          <a:ext cx="0" cy="0"/>
          <a:chOff x="0" y="0"/>
          <a:chExt cx="0" cy="0"/>
        </a:xfrm>
      </p:grpSpPr>
      <p:sp>
        <p:nvSpPr>
          <p:cNvPr id="917" name="Google Shape;917;p33"/>
          <p:cNvSpPr/>
          <p:nvPr>
            <p:ph idx="2" type="pic"/>
          </p:nvPr>
        </p:nvSpPr>
        <p:spPr>
          <a:xfrm>
            <a:off x="0" y="3061252"/>
            <a:ext cx="2969753" cy="3796748"/>
          </a:xfrm>
          <a:prstGeom prst="rect">
            <a:avLst/>
          </a:prstGeom>
          <a:solidFill>
            <a:schemeClr val="lt1"/>
          </a:solidFill>
          <a:ln>
            <a:noFill/>
          </a:ln>
        </p:spPr>
      </p:sp>
      <p:sp>
        <p:nvSpPr>
          <p:cNvPr id="918" name="Google Shape;918;p33"/>
          <p:cNvSpPr/>
          <p:nvPr>
            <p:ph idx="3" type="pic"/>
          </p:nvPr>
        </p:nvSpPr>
        <p:spPr>
          <a:xfrm>
            <a:off x="6870763" y="-3517"/>
            <a:ext cx="3838800" cy="3162995"/>
          </a:xfrm>
          <a:prstGeom prst="rect">
            <a:avLst/>
          </a:prstGeom>
          <a:solidFill>
            <a:schemeClr val="lt1"/>
          </a:solidFill>
          <a:ln>
            <a:noFill/>
          </a:ln>
        </p:spPr>
      </p:sp>
      <p:pic>
        <p:nvPicPr>
          <p:cNvPr id="919" name="Google Shape;919;p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920" name="Shape 920"/>
        <p:cNvGrpSpPr/>
        <p:nvPr/>
      </p:nvGrpSpPr>
      <p:grpSpPr>
        <a:xfrm>
          <a:off x="0" y="0"/>
          <a:ext cx="0" cy="0"/>
          <a:chOff x="0" y="0"/>
          <a:chExt cx="0" cy="0"/>
        </a:xfrm>
      </p:grpSpPr>
      <p:sp>
        <p:nvSpPr>
          <p:cNvPr id="921" name="Google Shape;921;p34"/>
          <p:cNvSpPr/>
          <p:nvPr>
            <p:ph idx="2" type="pic"/>
          </p:nvPr>
        </p:nvSpPr>
        <p:spPr>
          <a:xfrm>
            <a:off x="6524779" y="742950"/>
            <a:ext cx="3488597" cy="4309276"/>
          </a:xfrm>
          <a:prstGeom prst="rect">
            <a:avLst/>
          </a:prstGeom>
          <a:solidFill>
            <a:schemeClr val="lt1"/>
          </a:solidFill>
          <a:ln>
            <a:noFill/>
          </a:ln>
        </p:spPr>
      </p:sp>
      <p:pic>
        <p:nvPicPr>
          <p:cNvPr id="922" name="Google Shape;922;p3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923" name="Google Shape;923;p34"/>
          <p:cNvGrpSpPr/>
          <p:nvPr/>
        </p:nvGrpSpPr>
        <p:grpSpPr>
          <a:xfrm>
            <a:off x="-680840" y="-2290630"/>
            <a:ext cx="5862927" cy="5562209"/>
            <a:chOff x="-494405" y="-1584825"/>
            <a:chExt cx="4397193" cy="4171657"/>
          </a:xfrm>
        </p:grpSpPr>
        <p:grpSp>
          <p:nvGrpSpPr>
            <p:cNvPr id="924" name="Google Shape;924;p34"/>
            <p:cNvGrpSpPr/>
            <p:nvPr/>
          </p:nvGrpSpPr>
          <p:grpSpPr>
            <a:xfrm>
              <a:off x="-494405" y="-252396"/>
              <a:ext cx="1741563" cy="1288563"/>
              <a:chOff x="-494405" y="-252396"/>
              <a:chExt cx="1741563" cy="1288563"/>
            </a:xfrm>
          </p:grpSpPr>
          <p:sp>
            <p:nvSpPr>
              <p:cNvPr id="925" name="Google Shape;925;p3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26" name="Google Shape;926;p3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27" name="Google Shape;927;p34"/>
            <p:cNvGrpSpPr/>
            <p:nvPr/>
          </p:nvGrpSpPr>
          <p:grpSpPr>
            <a:xfrm>
              <a:off x="245875" y="-51824"/>
              <a:ext cx="208200" cy="1824700"/>
              <a:chOff x="1040050" y="3812126"/>
              <a:chExt cx="208200" cy="1824700"/>
            </a:xfrm>
          </p:grpSpPr>
          <p:sp>
            <p:nvSpPr>
              <p:cNvPr id="928" name="Google Shape;928;p3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29" name="Google Shape;929;p3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30" name="Google Shape;930;p34"/>
            <p:cNvGrpSpPr/>
            <p:nvPr/>
          </p:nvGrpSpPr>
          <p:grpSpPr>
            <a:xfrm>
              <a:off x="441574" y="-36652"/>
              <a:ext cx="699940" cy="478601"/>
              <a:chOff x="39723" y="4349021"/>
              <a:chExt cx="1061964" cy="726143"/>
            </a:xfrm>
          </p:grpSpPr>
          <p:grpSp>
            <p:nvGrpSpPr>
              <p:cNvPr id="931" name="Google Shape;931;p34"/>
              <p:cNvGrpSpPr/>
              <p:nvPr/>
            </p:nvGrpSpPr>
            <p:grpSpPr>
              <a:xfrm rot="2700000">
                <a:off x="140502" y="4460924"/>
                <a:ext cx="524584" cy="502337"/>
                <a:chOff x="1189791" y="-1767331"/>
                <a:chExt cx="904284" cy="865933"/>
              </a:xfrm>
            </p:grpSpPr>
            <p:sp>
              <p:nvSpPr>
                <p:cNvPr id="932" name="Google Shape;93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33" name="Google Shape;933;p34"/>
                <p:cNvGrpSpPr/>
                <p:nvPr/>
              </p:nvGrpSpPr>
              <p:grpSpPr>
                <a:xfrm>
                  <a:off x="1232795" y="-1740829"/>
                  <a:ext cx="717622" cy="717393"/>
                  <a:chOff x="1483457" y="3953671"/>
                  <a:chExt cx="717622" cy="717393"/>
                </a:xfrm>
              </p:grpSpPr>
              <p:sp>
                <p:nvSpPr>
                  <p:cNvPr id="934" name="Google Shape;93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5" name="Google Shape;93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6" name="Google Shape;93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7" name="Google Shape;93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38" name="Google Shape;93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39" name="Google Shape;93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40" name="Google Shape;940;p34"/>
            <p:cNvGrpSpPr/>
            <p:nvPr/>
          </p:nvGrpSpPr>
          <p:grpSpPr>
            <a:xfrm>
              <a:off x="955673" y="11"/>
              <a:ext cx="592576" cy="405260"/>
              <a:chOff x="39723" y="4349021"/>
              <a:chExt cx="1061964" cy="726143"/>
            </a:xfrm>
          </p:grpSpPr>
          <p:grpSp>
            <p:nvGrpSpPr>
              <p:cNvPr id="941" name="Google Shape;941;p34"/>
              <p:cNvGrpSpPr/>
              <p:nvPr/>
            </p:nvGrpSpPr>
            <p:grpSpPr>
              <a:xfrm rot="2700000">
                <a:off x="140502" y="4460924"/>
                <a:ext cx="524584" cy="502337"/>
                <a:chOff x="1189791" y="-1767331"/>
                <a:chExt cx="904284" cy="865933"/>
              </a:xfrm>
            </p:grpSpPr>
            <p:sp>
              <p:nvSpPr>
                <p:cNvPr id="942" name="Google Shape;94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43" name="Google Shape;943;p34"/>
                <p:cNvGrpSpPr/>
                <p:nvPr/>
              </p:nvGrpSpPr>
              <p:grpSpPr>
                <a:xfrm>
                  <a:off x="1232795" y="-1740829"/>
                  <a:ext cx="717622" cy="717393"/>
                  <a:chOff x="1483457" y="3953671"/>
                  <a:chExt cx="717622" cy="717393"/>
                </a:xfrm>
              </p:grpSpPr>
              <p:sp>
                <p:nvSpPr>
                  <p:cNvPr id="944" name="Google Shape;94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5" name="Google Shape;94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6" name="Google Shape;94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7" name="Google Shape;94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48" name="Google Shape;94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49" name="Google Shape;94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50" name="Google Shape;950;p34"/>
            <p:cNvGrpSpPr/>
            <p:nvPr/>
          </p:nvGrpSpPr>
          <p:grpSpPr>
            <a:xfrm>
              <a:off x="-1" y="621223"/>
              <a:ext cx="699940" cy="478601"/>
              <a:chOff x="39723" y="4349021"/>
              <a:chExt cx="1061964" cy="726143"/>
            </a:xfrm>
          </p:grpSpPr>
          <p:grpSp>
            <p:nvGrpSpPr>
              <p:cNvPr id="951" name="Google Shape;951;p34"/>
              <p:cNvGrpSpPr/>
              <p:nvPr/>
            </p:nvGrpSpPr>
            <p:grpSpPr>
              <a:xfrm rot="2700000">
                <a:off x="140502" y="4460924"/>
                <a:ext cx="524584" cy="502337"/>
                <a:chOff x="1189791" y="-1767331"/>
                <a:chExt cx="904284" cy="865933"/>
              </a:xfrm>
            </p:grpSpPr>
            <p:sp>
              <p:nvSpPr>
                <p:cNvPr id="952" name="Google Shape;952;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53" name="Google Shape;953;p34"/>
                <p:cNvGrpSpPr/>
                <p:nvPr/>
              </p:nvGrpSpPr>
              <p:grpSpPr>
                <a:xfrm>
                  <a:off x="1232795" y="-1740829"/>
                  <a:ext cx="717622" cy="717393"/>
                  <a:chOff x="1483457" y="3953671"/>
                  <a:chExt cx="717622" cy="717393"/>
                </a:xfrm>
              </p:grpSpPr>
              <p:sp>
                <p:nvSpPr>
                  <p:cNvPr id="954" name="Google Shape;954;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5" name="Google Shape;95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6" name="Google Shape;95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7" name="Google Shape;95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8" name="Google Shape;958;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59" name="Google Shape;959;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60" name="Google Shape;960;p34"/>
            <p:cNvGrpSpPr/>
            <p:nvPr/>
          </p:nvGrpSpPr>
          <p:grpSpPr>
            <a:xfrm rot="-8100000">
              <a:off x="540898" y="-1172741"/>
              <a:ext cx="2552124" cy="3347490"/>
              <a:chOff x="2976325" y="908175"/>
              <a:chExt cx="4028179" cy="5283555"/>
            </a:xfrm>
          </p:grpSpPr>
          <p:sp>
            <p:nvSpPr>
              <p:cNvPr id="961" name="Google Shape;961;p3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2" name="Google Shape;962;p3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3" name="Google Shape;963;p3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964" name="Shape 964"/>
        <p:cNvGrpSpPr/>
        <p:nvPr/>
      </p:nvGrpSpPr>
      <p:grpSpPr>
        <a:xfrm>
          <a:off x="0" y="0"/>
          <a:ext cx="0" cy="0"/>
          <a:chOff x="0" y="0"/>
          <a:chExt cx="0" cy="0"/>
        </a:xfrm>
      </p:grpSpPr>
      <p:sp>
        <p:nvSpPr>
          <p:cNvPr id="965" name="Google Shape;965;p35"/>
          <p:cNvSpPr/>
          <p:nvPr>
            <p:ph idx="2" type="pic"/>
          </p:nvPr>
        </p:nvSpPr>
        <p:spPr>
          <a:xfrm>
            <a:off x="-1" y="622897"/>
            <a:ext cx="9337882" cy="2197036"/>
          </a:xfrm>
          <a:prstGeom prst="rect">
            <a:avLst/>
          </a:prstGeom>
          <a:solidFill>
            <a:schemeClr val="lt1"/>
          </a:solidFill>
          <a:ln>
            <a:noFill/>
          </a:ln>
        </p:spPr>
      </p:sp>
      <p:pic>
        <p:nvPicPr>
          <p:cNvPr id="966" name="Google Shape;966;p3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967" name="Shape 967"/>
        <p:cNvGrpSpPr/>
        <p:nvPr/>
      </p:nvGrpSpPr>
      <p:grpSpPr>
        <a:xfrm>
          <a:off x="0" y="0"/>
          <a:ext cx="0" cy="0"/>
          <a:chOff x="0" y="0"/>
          <a:chExt cx="0" cy="0"/>
        </a:xfrm>
      </p:grpSpPr>
      <p:sp>
        <p:nvSpPr>
          <p:cNvPr id="968" name="Google Shape;968;p36"/>
          <p:cNvSpPr/>
          <p:nvPr>
            <p:ph idx="2" type="pic"/>
          </p:nvPr>
        </p:nvSpPr>
        <p:spPr>
          <a:xfrm>
            <a:off x="1481266" y="3350560"/>
            <a:ext cx="2370770" cy="2370770"/>
          </a:xfrm>
          <a:prstGeom prst="rect">
            <a:avLst/>
          </a:prstGeom>
          <a:solidFill>
            <a:schemeClr val="lt1"/>
          </a:solidFill>
          <a:ln>
            <a:noFill/>
          </a:ln>
        </p:spPr>
      </p:sp>
      <p:sp>
        <p:nvSpPr>
          <p:cNvPr id="969" name="Google Shape;969;p36"/>
          <p:cNvSpPr/>
          <p:nvPr>
            <p:ph idx="3" type="pic"/>
          </p:nvPr>
        </p:nvSpPr>
        <p:spPr>
          <a:xfrm>
            <a:off x="4169396" y="3350560"/>
            <a:ext cx="2370770" cy="2370770"/>
          </a:xfrm>
          <a:prstGeom prst="rect">
            <a:avLst/>
          </a:prstGeom>
          <a:solidFill>
            <a:schemeClr val="lt1"/>
          </a:solidFill>
          <a:ln>
            <a:noFill/>
          </a:ln>
        </p:spPr>
      </p:sp>
      <p:sp>
        <p:nvSpPr>
          <p:cNvPr id="970" name="Google Shape;970;p36"/>
          <p:cNvSpPr/>
          <p:nvPr>
            <p:ph idx="4" type="pic"/>
          </p:nvPr>
        </p:nvSpPr>
        <p:spPr>
          <a:xfrm>
            <a:off x="6857527" y="3350560"/>
            <a:ext cx="2370770" cy="2370770"/>
          </a:xfrm>
          <a:prstGeom prst="rect">
            <a:avLst/>
          </a:prstGeom>
          <a:solidFill>
            <a:schemeClr val="lt1"/>
          </a:solidFill>
          <a:ln>
            <a:noFill/>
          </a:ln>
        </p:spPr>
      </p:sp>
      <p:pic>
        <p:nvPicPr>
          <p:cNvPr id="971" name="Google Shape;971;p3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972" name="Shape 972"/>
        <p:cNvGrpSpPr/>
        <p:nvPr/>
      </p:nvGrpSpPr>
      <p:grpSpPr>
        <a:xfrm>
          <a:off x="0" y="0"/>
          <a:ext cx="0" cy="0"/>
          <a:chOff x="0" y="0"/>
          <a:chExt cx="0" cy="0"/>
        </a:xfrm>
      </p:grpSpPr>
      <p:sp>
        <p:nvSpPr>
          <p:cNvPr id="973" name="Google Shape;973;p37"/>
          <p:cNvSpPr/>
          <p:nvPr>
            <p:ph idx="2" type="pic"/>
          </p:nvPr>
        </p:nvSpPr>
        <p:spPr>
          <a:xfrm>
            <a:off x="5653560" y="672033"/>
            <a:ext cx="1690792" cy="1690792"/>
          </a:xfrm>
          <a:prstGeom prst="rect">
            <a:avLst/>
          </a:prstGeom>
          <a:solidFill>
            <a:schemeClr val="lt1"/>
          </a:solidFill>
          <a:ln>
            <a:noFill/>
          </a:ln>
        </p:spPr>
      </p:sp>
      <p:sp>
        <p:nvSpPr>
          <p:cNvPr id="974" name="Google Shape;974;p37"/>
          <p:cNvSpPr/>
          <p:nvPr>
            <p:ph idx="3" type="pic"/>
          </p:nvPr>
        </p:nvSpPr>
        <p:spPr>
          <a:xfrm>
            <a:off x="5653560" y="2583602"/>
            <a:ext cx="1690792" cy="1690792"/>
          </a:xfrm>
          <a:prstGeom prst="rect">
            <a:avLst/>
          </a:prstGeom>
          <a:solidFill>
            <a:schemeClr val="lt1"/>
          </a:solidFill>
          <a:ln>
            <a:noFill/>
          </a:ln>
        </p:spPr>
      </p:sp>
      <p:sp>
        <p:nvSpPr>
          <p:cNvPr id="975" name="Google Shape;975;p37"/>
          <p:cNvSpPr/>
          <p:nvPr>
            <p:ph idx="4" type="pic"/>
          </p:nvPr>
        </p:nvSpPr>
        <p:spPr>
          <a:xfrm>
            <a:off x="5653560" y="4495171"/>
            <a:ext cx="1690792" cy="1690792"/>
          </a:xfrm>
          <a:prstGeom prst="rect">
            <a:avLst/>
          </a:prstGeom>
          <a:solidFill>
            <a:schemeClr val="lt1"/>
          </a:solidFill>
          <a:ln>
            <a:noFill/>
          </a:ln>
        </p:spPr>
      </p:sp>
      <p:pic>
        <p:nvPicPr>
          <p:cNvPr id="976" name="Google Shape;976;p3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977" name="Shape 977"/>
        <p:cNvGrpSpPr/>
        <p:nvPr/>
      </p:nvGrpSpPr>
      <p:grpSpPr>
        <a:xfrm>
          <a:off x="0" y="0"/>
          <a:ext cx="0" cy="0"/>
          <a:chOff x="0" y="0"/>
          <a:chExt cx="0" cy="0"/>
        </a:xfrm>
      </p:grpSpPr>
      <p:sp>
        <p:nvSpPr>
          <p:cNvPr id="978" name="Google Shape;978;p38"/>
          <p:cNvSpPr/>
          <p:nvPr>
            <p:ph idx="2" type="pic"/>
          </p:nvPr>
        </p:nvSpPr>
        <p:spPr>
          <a:xfrm>
            <a:off x="8231618" y="728382"/>
            <a:ext cx="2099690" cy="2099690"/>
          </a:xfrm>
          <a:prstGeom prst="rect">
            <a:avLst/>
          </a:prstGeom>
          <a:solidFill>
            <a:schemeClr val="lt1"/>
          </a:solidFill>
          <a:ln>
            <a:noFill/>
          </a:ln>
        </p:spPr>
      </p:sp>
      <p:sp>
        <p:nvSpPr>
          <p:cNvPr id="979" name="Google Shape;979;p38"/>
          <p:cNvSpPr/>
          <p:nvPr>
            <p:ph idx="3" type="pic"/>
          </p:nvPr>
        </p:nvSpPr>
        <p:spPr>
          <a:xfrm>
            <a:off x="5935846" y="728382"/>
            <a:ext cx="2099690" cy="2099690"/>
          </a:xfrm>
          <a:prstGeom prst="rect">
            <a:avLst/>
          </a:prstGeom>
          <a:solidFill>
            <a:schemeClr val="lt1"/>
          </a:solidFill>
          <a:ln>
            <a:noFill/>
          </a:ln>
        </p:spPr>
      </p:sp>
      <p:sp>
        <p:nvSpPr>
          <p:cNvPr id="980" name="Google Shape;980;p38"/>
          <p:cNvSpPr/>
          <p:nvPr>
            <p:ph idx="4" type="pic"/>
          </p:nvPr>
        </p:nvSpPr>
        <p:spPr>
          <a:xfrm>
            <a:off x="-1" y="3366773"/>
            <a:ext cx="4525530" cy="2435478"/>
          </a:xfrm>
          <a:prstGeom prst="rect">
            <a:avLst/>
          </a:prstGeom>
          <a:solidFill>
            <a:schemeClr val="lt1"/>
          </a:solidFill>
          <a:ln>
            <a:noFill/>
          </a:ln>
        </p:spPr>
      </p:sp>
      <p:pic>
        <p:nvPicPr>
          <p:cNvPr id="981" name="Google Shape;981;p3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82" name="Shape 982"/>
        <p:cNvGrpSpPr/>
        <p:nvPr/>
      </p:nvGrpSpPr>
      <p:grpSpPr>
        <a:xfrm>
          <a:off x="0" y="0"/>
          <a:ext cx="0" cy="0"/>
          <a:chOff x="0" y="0"/>
          <a:chExt cx="0" cy="0"/>
        </a:xfrm>
      </p:grpSpPr>
      <p:sp>
        <p:nvSpPr>
          <p:cNvPr id="983" name="Google Shape;983;p39"/>
          <p:cNvSpPr/>
          <p:nvPr>
            <p:ph idx="2" type="pic"/>
          </p:nvPr>
        </p:nvSpPr>
        <p:spPr>
          <a:xfrm>
            <a:off x="889964" y="1372128"/>
            <a:ext cx="2137654" cy="4113740"/>
          </a:xfrm>
          <a:prstGeom prst="rect">
            <a:avLst/>
          </a:prstGeom>
          <a:solidFill>
            <a:schemeClr val="lt1"/>
          </a:solidFill>
          <a:ln>
            <a:noFill/>
          </a:ln>
        </p:spPr>
      </p:sp>
      <p:sp>
        <p:nvSpPr>
          <p:cNvPr id="984" name="Google Shape;984;p39"/>
          <p:cNvSpPr/>
          <p:nvPr>
            <p:ph idx="3" type="pic"/>
          </p:nvPr>
        </p:nvSpPr>
        <p:spPr>
          <a:xfrm>
            <a:off x="3210142" y="1372128"/>
            <a:ext cx="2137654" cy="4113740"/>
          </a:xfrm>
          <a:prstGeom prst="rect">
            <a:avLst/>
          </a:prstGeom>
          <a:solidFill>
            <a:schemeClr val="lt1"/>
          </a:solidFill>
          <a:ln>
            <a:noFill/>
          </a:ln>
        </p:spPr>
      </p:sp>
      <p:pic>
        <p:nvPicPr>
          <p:cNvPr id="985" name="Google Shape;985;p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986" name="Shape 986"/>
        <p:cNvGrpSpPr/>
        <p:nvPr/>
      </p:nvGrpSpPr>
      <p:grpSpPr>
        <a:xfrm>
          <a:off x="0" y="0"/>
          <a:ext cx="0" cy="0"/>
          <a:chOff x="0" y="0"/>
          <a:chExt cx="0" cy="0"/>
        </a:xfrm>
      </p:grpSpPr>
      <p:sp>
        <p:nvSpPr>
          <p:cNvPr id="987" name="Google Shape;987;p40"/>
          <p:cNvSpPr/>
          <p:nvPr>
            <p:ph idx="2" type="pic"/>
          </p:nvPr>
        </p:nvSpPr>
        <p:spPr>
          <a:xfrm>
            <a:off x="6896192" y="1655804"/>
            <a:ext cx="2800470" cy="5202195"/>
          </a:xfrm>
          <a:prstGeom prst="rect">
            <a:avLst/>
          </a:prstGeom>
          <a:solidFill>
            <a:schemeClr val="lt1"/>
          </a:solidFill>
          <a:ln>
            <a:noFill/>
          </a:ln>
        </p:spPr>
      </p:sp>
      <p:pic>
        <p:nvPicPr>
          <p:cNvPr id="988" name="Google Shape;988;p4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989" name="Shape 989"/>
        <p:cNvGrpSpPr/>
        <p:nvPr/>
      </p:nvGrpSpPr>
      <p:grpSpPr>
        <a:xfrm>
          <a:off x="0" y="0"/>
          <a:ext cx="0" cy="0"/>
          <a:chOff x="0" y="0"/>
          <a:chExt cx="0" cy="0"/>
        </a:xfrm>
      </p:grpSpPr>
      <p:sp>
        <p:nvSpPr>
          <p:cNvPr id="990" name="Google Shape;990;p41"/>
          <p:cNvSpPr/>
          <p:nvPr>
            <p:ph idx="2" type="pic"/>
          </p:nvPr>
        </p:nvSpPr>
        <p:spPr>
          <a:xfrm>
            <a:off x="1179006" y="1014481"/>
            <a:ext cx="2768300" cy="4122516"/>
          </a:xfrm>
          <a:prstGeom prst="rect">
            <a:avLst/>
          </a:prstGeom>
          <a:solidFill>
            <a:schemeClr val="lt1"/>
          </a:solidFill>
          <a:ln>
            <a:noFill/>
          </a:ln>
        </p:spPr>
      </p:sp>
      <p:pic>
        <p:nvPicPr>
          <p:cNvPr id="991" name="Google Shape;991;p4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992" name="Shape 992"/>
        <p:cNvGrpSpPr/>
        <p:nvPr/>
      </p:nvGrpSpPr>
      <p:grpSpPr>
        <a:xfrm>
          <a:off x="0" y="0"/>
          <a:ext cx="0" cy="0"/>
          <a:chOff x="0" y="0"/>
          <a:chExt cx="0" cy="0"/>
        </a:xfrm>
      </p:grpSpPr>
      <p:sp>
        <p:nvSpPr>
          <p:cNvPr id="993" name="Google Shape;993;p42"/>
          <p:cNvSpPr/>
          <p:nvPr>
            <p:ph idx="2" type="pic"/>
          </p:nvPr>
        </p:nvSpPr>
        <p:spPr>
          <a:xfrm>
            <a:off x="4930282" y="1031838"/>
            <a:ext cx="5779279" cy="2934822"/>
          </a:xfrm>
          <a:prstGeom prst="rect">
            <a:avLst/>
          </a:prstGeom>
          <a:solidFill>
            <a:schemeClr val="lt1"/>
          </a:solidFill>
          <a:ln>
            <a:noFill/>
          </a:ln>
        </p:spPr>
      </p:sp>
      <p:pic>
        <p:nvPicPr>
          <p:cNvPr id="994" name="Google Shape;994;p4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995" name="Shape 995"/>
        <p:cNvGrpSpPr/>
        <p:nvPr/>
      </p:nvGrpSpPr>
      <p:grpSpPr>
        <a:xfrm>
          <a:off x="0" y="0"/>
          <a:ext cx="0" cy="0"/>
          <a:chOff x="0" y="0"/>
          <a:chExt cx="0" cy="0"/>
        </a:xfrm>
      </p:grpSpPr>
      <p:sp>
        <p:nvSpPr>
          <p:cNvPr id="996" name="Google Shape;996;p43"/>
          <p:cNvSpPr/>
          <p:nvPr>
            <p:ph idx="2" type="pic"/>
          </p:nvPr>
        </p:nvSpPr>
        <p:spPr>
          <a:xfrm>
            <a:off x="3220234" y="2120348"/>
            <a:ext cx="2279374" cy="2279374"/>
          </a:xfrm>
          <a:prstGeom prst="rect">
            <a:avLst/>
          </a:prstGeom>
          <a:solidFill>
            <a:schemeClr val="lt1"/>
          </a:solidFill>
          <a:ln>
            <a:noFill/>
          </a:ln>
        </p:spPr>
      </p:sp>
      <p:sp>
        <p:nvSpPr>
          <p:cNvPr id="997" name="Google Shape;997;p43"/>
          <p:cNvSpPr/>
          <p:nvPr>
            <p:ph idx="3" type="pic"/>
          </p:nvPr>
        </p:nvSpPr>
        <p:spPr>
          <a:xfrm>
            <a:off x="5712651" y="2120348"/>
            <a:ext cx="2279374" cy="2279374"/>
          </a:xfrm>
          <a:prstGeom prst="rect">
            <a:avLst/>
          </a:prstGeom>
          <a:solidFill>
            <a:schemeClr val="lt1"/>
          </a:solidFill>
          <a:ln>
            <a:noFill/>
          </a:ln>
        </p:spPr>
      </p:sp>
      <p:sp>
        <p:nvSpPr>
          <p:cNvPr id="998" name="Google Shape;998;p43"/>
          <p:cNvSpPr/>
          <p:nvPr>
            <p:ph idx="4" type="pic"/>
          </p:nvPr>
        </p:nvSpPr>
        <p:spPr>
          <a:xfrm>
            <a:off x="8205068" y="2120348"/>
            <a:ext cx="2279374" cy="2279374"/>
          </a:xfrm>
          <a:prstGeom prst="rect">
            <a:avLst/>
          </a:prstGeom>
          <a:solidFill>
            <a:schemeClr val="lt1"/>
          </a:solidFill>
          <a:ln>
            <a:noFill/>
          </a:ln>
        </p:spPr>
      </p:sp>
      <p:pic>
        <p:nvPicPr>
          <p:cNvPr id="999" name="Google Shape;999;p4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000" name="Google Shape;1000;p43"/>
          <p:cNvGrpSpPr/>
          <p:nvPr/>
        </p:nvGrpSpPr>
        <p:grpSpPr>
          <a:xfrm>
            <a:off x="-680840" y="-2290630"/>
            <a:ext cx="5862927" cy="5562209"/>
            <a:chOff x="-494405" y="-1584825"/>
            <a:chExt cx="4397193" cy="4171657"/>
          </a:xfrm>
        </p:grpSpPr>
        <p:grpSp>
          <p:nvGrpSpPr>
            <p:cNvPr id="1001" name="Google Shape;1001;p43"/>
            <p:cNvGrpSpPr/>
            <p:nvPr/>
          </p:nvGrpSpPr>
          <p:grpSpPr>
            <a:xfrm>
              <a:off x="-494405" y="-252396"/>
              <a:ext cx="1741563" cy="1288563"/>
              <a:chOff x="-494405" y="-252396"/>
              <a:chExt cx="1741563" cy="1288563"/>
            </a:xfrm>
          </p:grpSpPr>
          <p:sp>
            <p:nvSpPr>
              <p:cNvPr id="1002" name="Google Shape;1002;p4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03" name="Google Shape;1003;p4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04" name="Google Shape;1004;p43"/>
            <p:cNvGrpSpPr/>
            <p:nvPr/>
          </p:nvGrpSpPr>
          <p:grpSpPr>
            <a:xfrm>
              <a:off x="245875" y="-51824"/>
              <a:ext cx="208200" cy="1824700"/>
              <a:chOff x="1040050" y="3812126"/>
              <a:chExt cx="208200" cy="1824700"/>
            </a:xfrm>
          </p:grpSpPr>
          <p:sp>
            <p:nvSpPr>
              <p:cNvPr id="1005" name="Google Shape;1005;p4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06" name="Google Shape;1006;p4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07" name="Google Shape;1007;p43"/>
            <p:cNvGrpSpPr/>
            <p:nvPr/>
          </p:nvGrpSpPr>
          <p:grpSpPr>
            <a:xfrm>
              <a:off x="441574" y="-36652"/>
              <a:ext cx="699940" cy="478601"/>
              <a:chOff x="39723" y="4349021"/>
              <a:chExt cx="1061964" cy="726143"/>
            </a:xfrm>
          </p:grpSpPr>
          <p:grpSp>
            <p:nvGrpSpPr>
              <p:cNvPr id="1008" name="Google Shape;1008;p43"/>
              <p:cNvGrpSpPr/>
              <p:nvPr/>
            </p:nvGrpSpPr>
            <p:grpSpPr>
              <a:xfrm rot="2700000">
                <a:off x="140502" y="4460924"/>
                <a:ext cx="524584" cy="502337"/>
                <a:chOff x="1189791" y="-1767331"/>
                <a:chExt cx="904284" cy="865933"/>
              </a:xfrm>
            </p:grpSpPr>
            <p:sp>
              <p:nvSpPr>
                <p:cNvPr id="1009" name="Google Shape;100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10" name="Google Shape;1010;p43"/>
                <p:cNvGrpSpPr/>
                <p:nvPr/>
              </p:nvGrpSpPr>
              <p:grpSpPr>
                <a:xfrm>
                  <a:off x="1232795" y="-1740829"/>
                  <a:ext cx="717622" cy="717393"/>
                  <a:chOff x="1483457" y="3953671"/>
                  <a:chExt cx="717622" cy="717393"/>
                </a:xfrm>
              </p:grpSpPr>
              <p:sp>
                <p:nvSpPr>
                  <p:cNvPr id="1011" name="Google Shape;101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2" name="Google Shape;101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3" name="Google Shape;101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4" name="Google Shape;101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15" name="Google Shape;101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16" name="Google Shape;101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17" name="Google Shape;1017;p43"/>
            <p:cNvGrpSpPr/>
            <p:nvPr/>
          </p:nvGrpSpPr>
          <p:grpSpPr>
            <a:xfrm>
              <a:off x="955673" y="11"/>
              <a:ext cx="592576" cy="405260"/>
              <a:chOff x="39723" y="4349021"/>
              <a:chExt cx="1061964" cy="726143"/>
            </a:xfrm>
          </p:grpSpPr>
          <p:grpSp>
            <p:nvGrpSpPr>
              <p:cNvPr id="1018" name="Google Shape;1018;p43"/>
              <p:cNvGrpSpPr/>
              <p:nvPr/>
            </p:nvGrpSpPr>
            <p:grpSpPr>
              <a:xfrm rot="2700000">
                <a:off x="140502" y="4460924"/>
                <a:ext cx="524584" cy="502337"/>
                <a:chOff x="1189791" y="-1767331"/>
                <a:chExt cx="904284" cy="865933"/>
              </a:xfrm>
            </p:grpSpPr>
            <p:sp>
              <p:nvSpPr>
                <p:cNvPr id="1019" name="Google Shape;101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20" name="Google Shape;1020;p43"/>
                <p:cNvGrpSpPr/>
                <p:nvPr/>
              </p:nvGrpSpPr>
              <p:grpSpPr>
                <a:xfrm>
                  <a:off x="1232795" y="-1740829"/>
                  <a:ext cx="717622" cy="717393"/>
                  <a:chOff x="1483457" y="3953671"/>
                  <a:chExt cx="717622" cy="717393"/>
                </a:xfrm>
              </p:grpSpPr>
              <p:sp>
                <p:nvSpPr>
                  <p:cNvPr id="1021" name="Google Shape;102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2" name="Google Shape;102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3" name="Google Shape;102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4" name="Google Shape;102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25" name="Google Shape;102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26" name="Google Shape;102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27" name="Google Shape;1027;p43"/>
            <p:cNvGrpSpPr/>
            <p:nvPr/>
          </p:nvGrpSpPr>
          <p:grpSpPr>
            <a:xfrm>
              <a:off x="-1" y="621223"/>
              <a:ext cx="699940" cy="478601"/>
              <a:chOff x="39723" y="4349021"/>
              <a:chExt cx="1061964" cy="726143"/>
            </a:xfrm>
          </p:grpSpPr>
          <p:grpSp>
            <p:nvGrpSpPr>
              <p:cNvPr id="1028" name="Google Shape;1028;p43"/>
              <p:cNvGrpSpPr/>
              <p:nvPr/>
            </p:nvGrpSpPr>
            <p:grpSpPr>
              <a:xfrm rot="2700000">
                <a:off x="140502" y="4460924"/>
                <a:ext cx="524584" cy="502337"/>
                <a:chOff x="1189791" y="-1767331"/>
                <a:chExt cx="904284" cy="865933"/>
              </a:xfrm>
            </p:grpSpPr>
            <p:sp>
              <p:nvSpPr>
                <p:cNvPr id="1029" name="Google Shape;1029;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30" name="Google Shape;1030;p43"/>
                <p:cNvGrpSpPr/>
                <p:nvPr/>
              </p:nvGrpSpPr>
              <p:grpSpPr>
                <a:xfrm>
                  <a:off x="1232795" y="-1740829"/>
                  <a:ext cx="717622" cy="717393"/>
                  <a:chOff x="1483457" y="3953671"/>
                  <a:chExt cx="717622" cy="717393"/>
                </a:xfrm>
              </p:grpSpPr>
              <p:sp>
                <p:nvSpPr>
                  <p:cNvPr id="1031" name="Google Shape;1031;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2" name="Google Shape;1032;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3" name="Google Shape;1033;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4" name="Google Shape;1034;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5" name="Google Shape;1035;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36" name="Google Shape;1036;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37" name="Google Shape;1037;p43"/>
            <p:cNvGrpSpPr/>
            <p:nvPr/>
          </p:nvGrpSpPr>
          <p:grpSpPr>
            <a:xfrm rot="-8100000">
              <a:off x="540898" y="-1172741"/>
              <a:ext cx="2552124" cy="3347490"/>
              <a:chOff x="2976325" y="908175"/>
              <a:chExt cx="4028179" cy="5283555"/>
            </a:xfrm>
          </p:grpSpPr>
          <p:sp>
            <p:nvSpPr>
              <p:cNvPr id="1038" name="Google Shape;1038;p4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39" name="Google Shape;1039;p4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40" name="Google Shape;1040;p4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041" name="Shape 1041"/>
        <p:cNvGrpSpPr/>
        <p:nvPr/>
      </p:nvGrpSpPr>
      <p:grpSpPr>
        <a:xfrm>
          <a:off x="0" y="0"/>
          <a:ext cx="0" cy="0"/>
          <a:chOff x="0" y="0"/>
          <a:chExt cx="0" cy="0"/>
        </a:xfrm>
      </p:grpSpPr>
      <p:sp>
        <p:nvSpPr>
          <p:cNvPr id="1042" name="Google Shape;1042;p44"/>
          <p:cNvSpPr/>
          <p:nvPr>
            <p:ph idx="2" type="pic"/>
          </p:nvPr>
        </p:nvSpPr>
        <p:spPr>
          <a:xfrm>
            <a:off x="1" y="833261"/>
            <a:ext cx="4270431" cy="2504394"/>
          </a:xfrm>
          <a:prstGeom prst="rect">
            <a:avLst/>
          </a:prstGeom>
          <a:solidFill>
            <a:schemeClr val="lt1"/>
          </a:solidFill>
          <a:ln>
            <a:noFill/>
          </a:ln>
        </p:spPr>
      </p:sp>
      <p:sp>
        <p:nvSpPr>
          <p:cNvPr id="1043" name="Google Shape;1043;p44"/>
          <p:cNvSpPr/>
          <p:nvPr>
            <p:ph idx="3" type="pic"/>
          </p:nvPr>
        </p:nvSpPr>
        <p:spPr>
          <a:xfrm>
            <a:off x="1" y="3520340"/>
            <a:ext cx="4270431" cy="2504394"/>
          </a:xfrm>
          <a:prstGeom prst="rect">
            <a:avLst/>
          </a:prstGeom>
          <a:solidFill>
            <a:schemeClr val="lt1"/>
          </a:solidFill>
          <a:ln>
            <a:noFill/>
          </a:ln>
        </p:spPr>
      </p:sp>
      <p:pic>
        <p:nvPicPr>
          <p:cNvPr id="1044" name="Google Shape;1044;p4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1045" name="Shape 1045"/>
        <p:cNvGrpSpPr/>
        <p:nvPr/>
      </p:nvGrpSpPr>
      <p:grpSpPr>
        <a:xfrm>
          <a:off x="0" y="0"/>
          <a:ext cx="0" cy="0"/>
          <a:chOff x="0" y="0"/>
          <a:chExt cx="0" cy="0"/>
        </a:xfrm>
      </p:grpSpPr>
      <p:sp>
        <p:nvSpPr>
          <p:cNvPr id="1046" name="Google Shape;1046;p45"/>
          <p:cNvSpPr/>
          <p:nvPr>
            <p:ph idx="2" type="pic"/>
          </p:nvPr>
        </p:nvSpPr>
        <p:spPr>
          <a:xfrm>
            <a:off x="7405685" y="757036"/>
            <a:ext cx="3303874" cy="2235200"/>
          </a:xfrm>
          <a:prstGeom prst="rect">
            <a:avLst/>
          </a:prstGeom>
          <a:solidFill>
            <a:schemeClr val="lt1"/>
          </a:solidFill>
          <a:ln>
            <a:noFill/>
          </a:ln>
        </p:spPr>
      </p:sp>
      <p:sp>
        <p:nvSpPr>
          <p:cNvPr id="1047" name="Google Shape;1047;p45"/>
          <p:cNvSpPr/>
          <p:nvPr>
            <p:ph idx="3" type="pic"/>
          </p:nvPr>
        </p:nvSpPr>
        <p:spPr>
          <a:xfrm>
            <a:off x="4975112" y="757036"/>
            <a:ext cx="2235200" cy="2235200"/>
          </a:xfrm>
          <a:prstGeom prst="rect">
            <a:avLst/>
          </a:prstGeom>
          <a:solidFill>
            <a:schemeClr val="lt1"/>
          </a:solidFill>
          <a:ln>
            <a:noFill/>
          </a:ln>
        </p:spPr>
      </p:sp>
      <p:sp>
        <p:nvSpPr>
          <p:cNvPr id="1048" name="Google Shape;1048;p45"/>
          <p:cNvSpPr/>
          <p:nvPr>
            <p:ph idx="4" type="pic"/>
          </p:nvPr>
        </p:nvSpPr>
        <p:spPr>
          <a:xfrm>
            <a:off x="1372980" y="3265714"/>
            <a:ext cx="2430322" cy="3592286"/>
          </a:xfrm>
          <a:prstGeom prst="rect">
            <a:avLst/>
          </a:prstGeom>
          <a:solidFill>
            <a:schemeClr val="lt1"/>
          </a:solidFill>
          <a:ln>
            <a:noFill/>
          </a:ln>
        </p:spPr>
      </p:sp>
      <p:pic>
        <p:nvPicPr>
          <p:cNvPr id="1049" name="Google Shape;1049;p4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1050" name="Shape 1050"/>
        <p:cNvGrpSpPr/>
        <p:nvPr/>
      </p:nvGrpSpPr>
      <p:grpSpPr>
        <a:xfrm>
          <a:off x="0" y="0"/>
          <a:ext cx="0" cy="0"/>
          <a:chOff x="0" y="0"/>
          <a:chExt cx="0" cy="0"/>
        </a:xfrm>
      </p:grpSpPr>
      <p:sp>
        <p:nvSpPr>
          <p:cNvPr id="1051" name="Google Shape;1051;p46"/>
          <p:cNvSpPr/>
          <p:nvPr>
            <p:ph idx="2" type="pic"/>
          </p:nvPr>
        </p:nvSpPr>
        <p:spPr>
          <a:xfrm>
            <a:off x="945565" y="4375786"/>
            <a:ext cx="1642576" cy="1642576"/>
          </a:xfrm>
          <a:prstGeom prst="rect">
            <a:avLst/>
          </a:prstGeom>
          <a:solidFill>
            <a:schemeClr val="lt1"/>
          </a:solidFill>
          <a:ln>
            <a:noFill/>
          </a:ln>
        </p:spPr>
      </p:sp>
      <p:sp>
        <p:nvSpPr>
          <p:cNvPr id="1052" name="Google Shape;1052;p46"/>
          <p:cNvSpPr/>
          <p:nvPr>
            <p:ph idx="3" type="pic"/>
          </p:nvPr>
        </p:nvSpPr>
        <p:spPr>
          <a:xfrm>
            <a:off x="6786169" y="839634"/>
            <a:ext cx="2952916" cy="5178729"/>
          </a:xfrm>
          <a:prstGeom prst="rect">
            <a:avLst/>
          </a:prstGeom>
          <a:solidFill>
            <a:schemeClr val="lt1"/>
          </a:solidFill>
          <a:ln>
            <a:noFill/>
          </a:ln>
        </p:spPr>
      </p:sp>
      <p:pic>
        <p:nvPicPr>
          <p:cNvPr id="1053" name="Google Shape;1053;p4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1054" name="Shape 1054"/>
        <p:cNvGrpSpPr/>
        <p:nvPr/>
      </p:nvGrpSpPr>
      <p:grpSpPr>
        <a:xfrm>
          <a:off x="0" y="0"/>
          <a:ext cx="0" cy="0"/>
          <a:chOff x="0" y="0"/>
          <a:chExt cx="0" cy="0"/>
        </a:xfrm>
      </p:grpSpPr>
      <p:sp>
        <p:nvSpPr>
          <p:cNvPr id="1055" name="Google Shape;1055;p47"/>
          <p:cNvSpPr/>
          <p:nvPr>
            <p:ph idx="2" type="pic"/>
          </p:nvPr>
        </p:nvSpPr>
        <p:spPr>
          <a:xfrm>
            <a:off x="6231818" y="3918532"/>
            <a:ext cx="4477745" cy="2046192"/>
          </a:xfrm>
          <a:prstGeom prst="rect">
            <a:avLst/>
          </a:prstGeom>
          <a:solidFill>
            <a:schemeClr val="lt1"/>
          </a:solidFill>
          <a:ln>
            <a:noFill/>
          </a:ln>
        </p:spPr>
      </p:sp>
      <p:sp>
        <p:nvSpPr>
          <p:cNvPr id="1056" name="Google Shape;1056;p47"/>
          <p:cNvSpPr/>
          <p:nvPr>
            <p:ph idx="3" type="pic"/>
          </p:nvPr>
        </p:nvSpPr>
        <p:spPr>
          <a:xfrm>
            <a:off x="1" y="512772"/>
            <a:ext cx="5393169" cy="2693448"/>
          </a:xfrm>
          <a:prstGeom prst="rect">
            <a:avLst/>
          </a:prstGeom>
          <a:solidFill>
            <a:schemeClr val="lt1"/>
          </a:solidFill>
          <a:ln>
            <a:noFill/>
          </a:ln>
        </p:spPr>
      </p:sp>
      <p:pic>
        <p:nvPicPr>
          <p:cNvPr id="1057" name="Google Shape;1057;p4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1058" name="Shape 1058"/>
        <p:cNvGrpSpPr/>
        <p:nvPr/>
      </p:nvGrpSpPr>
      <p:grpSpPr>
        <a:xfrm>
          <a:off x="0" y="0"/>
          <a:ext cx="0" cy="0"/>
          <a:chOff x="0" y="0"/>
          <a:chExt cx="0" cy="0"/>
        </a:xfrm>
      </p:grpSpPr>
      <p:sp>
        <p:nvSpPr>
          <p:cNvPr id="1059" name="Google Shape;1059;p48"/>
          <p:cNvSpPr/>
          <p:nvPr>
            <p:ph idx="2" type="pic"/>
          </p:nvPr>
        </p:nvSpPr>
        <p:spPr>
          <a:xfrm>
            <a:off x="5370288" y="616476"/>
            <a:ext cx="2965624" cy="5625045"/>
          </a:xfrm>
          <a:prstGeom prst="rect">
            <a:avLst/>
          </a:prstGeom>
          <a:solidFill>
            <a:schemeClr val="lt1"/>
          </a:solidFill>
          <a:ln>
            <a:noFill/>
          </a:ln>
        </p:spPr>
      </p:sp>
      <p:sp>
        <p:nvSpPr>
          <p:cNvPr id="1060" name="Google Shape;1060;p48"/>
          <p:cNvSpPr/>
          <p:nvPr>
            <p:ph idx="3" type="pic"/>
          </p:nvPr>
        </p:nvSpPr>
        <p:spPr>
          <a:xfrm>
            <a:off x="8505736" y="616474"/>
            <a:ext cx="2034005" cy="1778726"/>
          </a:xfrm>
          <a:prstGeom prst="rect">
            <a:avLst/>
          </a:prstGeom>
          <a:solidFill>
            <a:schemeClr val="lt1"/>
          </a:solidFill>
          <a:ln>
            <a:noFill/>
          </a:ln>
        </p:spPr>
      </p:sp>
      <p:sp>
        <p:nvSpPr>
          <p:cNvPr id="1061" name="Google Shape;1061;p48"/>
          <p:cNvSpPr/>
          <p:nvPr>
            <p:ph idx="4" type="pic"/>
          </p:nvPr>
        </p:nvSpPr>
        <p:spPr>
          <a:xfrm>
            <a:off x="8505736" y="2539633"/>
            <a:ext cx="2034005" cy="1778726"/>
          </a:xfrm>
          <a:prstGeom prst="rect">
            <a:avLst/>
          </a:prstGeom>
          <a:solidFill>
            <a:schemeClr val="lt1"/>
          </a:solidFill>
          <a:ln>
            <a:noFill/>
          </a:ln>
        </p:spPr>
      </p:sp>
      <p:sp>
        <p:nvSpPr>
          <p:cNvPr id="1062" name="Google Shape;1062;p48"/>
          <p:cNvSpPr/>
          <p:nvPr>
            <p:ph idx="5" type="pic"/>
          </p:nvPr>
        </p:nvSpPr>
        <p:spPr>
          <a:xfrm>
            <a:off x="8505736" y="4462792"/>
            <a:ext cx="2034005" cy="1778726"/>
          </a:xfrm>
          <a:prstGeom prst="rect">
            <a:avLst/>
          </a:prstGeom>
          <a:solidFill>
            <a:schemeClr val="lt1"/>
          </a:solidFill>
          <a:ln>
            <a:noFill/>
          </a:ln>
        </p:spPr>
      </p:sp>
      <p:pic>
        <p:nvPicPr>
          <p:cNvPr id="1063" name="Google Shape;1063;p4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1064" name="Shape 1064"/>
        <p:cNvGrpSpPr/>
        <p:nvPr/>
      </p:nvGrpSpPr>
      <p:grpSpPr>
        <a:xfrm>
          <a:off x="0" y="0"/>
          <a:ext cx="0" cy="0"/>
          <a:chOff x="0" y="0"/>
          <a:chExt cx="0" cy="0"/>
        </a:xfrm>
      </p:grpSpPr>
      <p:sp>
        <p:nvSpPr>
          <p:cNvPr id="1065" name="Google Shape;1065;p49"/>
          <p:cNvSpPr/>
          <p:nvPr>
            <p:ph idx="2" type="pic"/>
          </p:nvPr>
        </p:nvSpPr>
        <p:spPr>
          <a:xfrm>
            <a:off x="1323522" y="1123950"/>
            <a:ext cx="2120149" cy="4578350"/>
          </a:xfrm>
          <a:prstGeom prst="rect">
            <a:avLst/>
          </a:prstGeom>
          <a:solidFill>
            <a:schemeClr val="lt1"/>
          </a:solidFill>
          <a:ln>
            <a:noFill/>
          </a:ln>
        </p:spPr>
      </p:sp>
      <p:sp>
        <p:nvSpPr>
          <p:cNvPr id="1066" name="Google Shape;1066;p49"/>
          <p:cNvSpPr/>
          <p:nvPr>
            <p:ph idx="3" type="pic"/>
          </p:nvPr>
        </p:nvSpPr>
        <p:spPr>
          <a:xfrm>
            <a:off x="7849986" y="0"/>
            <a:ext cx="2120149" cy="2970706"/>
          </a:xfrm>
          <a:prstGeom prst="rect">
            <a:avLst/>
          </a:prstGeom>
          <a:solidFill>
            <a:schemeClr val="lt1"/>
          </a:solidFill>
          <a:ln>
            <a:noFill/>
          </a:ln>
        </p:spPr>
      </p:sp>
      <p:pic>
        <p:nvPicPr>
          <p:cNvPr id="1067" name="Google Shape;1067;p4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1068" name="Shape 1068"/>
        <p:cNvGrpSpPr/>
        <p:nvPr/>
      </p:nvGrpSpPr>
      <p:grpSpPr>
        <a:xfrm>
          <a:off x="0" y="0"/>
          <a:ext cx="0" cy="0"/>
          <a:chOff x="0" y="0"/>
          <a:chExt cx="0" cy="0"/>
        </a:xfrm>
      </p:grpSpPr>
      <p:sp>
        <p:nvSpPr>
          <p:cNvPr id="1069" name="Google Shape;1069;p50"/>
          <p:cNvSpPr/>
          <p:nvPr>
            <p:ph idx="2" type="pic"/>
          </p:nvPr>
        </p:nvSpPr>
        <p:spPr>
          <a:xfrm>
            <a:off x="1451036" y="3571877"/>
            <a:ext cx="3685820" cy="2333621"/>
          </a:xfrm>
          <a:prstGeom prst="rect">
            <a:avLst/>
          </a:prstGeom>
          <a:solidFill>
            <a:schemeClr val="lt1"/>
          </a:solidFill>
          <a:ln>
            <a:noFill/>
          </a:ln>
        </p:spPr>
      </p:sp>
      <p:pic>
        <p:nvPicPr>
          <p:cNvPr id="1070" name="Google Shape;1070;p5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1071" name="Shape 1071"/>
        <p:cNvGrpSpPr/>
        <p:nvPr/>
      </p:nvGrpSpPr>
      <p:grpSpPr>
        <a:xfrm>
          <a:off x="0" y="0"/>
          <a:ext cx="0" cy="0"/>
          <a:chOff x="0" y="0"/>
          <a:chExt cx="0" cy="0"/>
        </a:xfrm>
      </p:grpSpPr>
      <p:sp>
        <p:nvSpPr>
          <p:cNvPr id="1072" name="Google Shape;1072;p51"/>
          <p:cNvSpPr/>
          <p:nvPr>
            <p:ph idx="2" type="pic"/>
          </p:nvPr>
        </p:nvSpPr>
        <p:spPr>
          <a:xfrm>
            <a:off x="0" y="4094373"/>
            <a:ext cx="3536627" cy="2156587"/>
          </a:xfrm>
          <a:prstGeom prst="rect">
            <a:avLst/>
          </a:prstGeom>
          <a:solidFill>
            <a:schemeClr val="lt1"/>
          </a:solidFill>
          <a:ln>
            <a:noFill/>
          </a:ln>
        </p:spPr>
      </p:sp>
      <p:sp>
        <p:nvSpPr>
          <p:cNvPr id="1073" name="Google Shape;1073;p51"/>
          <p:cNvSpPr/>
          <p:nvPr>
            <p:ph idx="3" type="pic"/>
          </p:nvPr>
        </p:nvSpPr>
        <p:spPr>
          <a:xfrm>
            <a:off x="7199085" y="1"/>
            <a:ext cx="2577954" cy="3316713"/>
          </a:xfrm>
          <a:prstGeom prst="rect">
            <a:avLst/>
          </a:prstGeom>
          <a:solidFill>
            <a:schemeClr val="lt1"/>
          </a:solidFill>
          <a:ln>
            <a:noFill/>
          </a:ln>
        </p:spPr>
      </p:sp>
      <p:pic>
        <p:nvPicPr>
          <p:cNvPr id="1074" name="Google Shape;1074;p5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75" name="Shape 1075"/>
        <p:cNvGrpSpPr/>
        <p:nvPr/>
      </p:nvGrpSpPr>
      <p:grpSpPr>
        <a:xfrm>
          <a:off x="0" y="0"/>
          <a:ext cx="0" cy="0"/>
          <a:chOff x="0" y="0"/>
          <a:chExt cx="0" cy="0"/>
        </a:xfrm>
      </p:grpSpPr>
      <p:sp>
        <p:nvSpPr>
          <p:cNvPr id="1076" name="Google Shape;1076;p52"/>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52"/>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78" name="Google Shape;1078;p5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79" name="Google Shape;1079;p5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80" name="Shape 1080"/>
        <p:cNvGrpSpPr/>
        <p:nvPr/>
      </p:nvGrpSpPr>
      <p:grpSpPr>
        <a:xfrm>
          <a:off x="0" y="0"/>
          <a:ext cx="0" cy="0"/>
          <a:chOff x="0" y="0"/>
          <a:chExt cx="0" cy="0"/>
        </a:xfrm>
      </p:grpSpPr>
      <p:sp>
        <p:nvSpPr>
          <p:cNvPr id="1081" name="Google Shape;1081;p53"/>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53"/>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3" name="Google Shape;1083;p5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84" name="Google Shape;1084;p5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1085" name="Shape 1085"/>
        <p:cNvGrpSpPr/>
        <p:nvPr/>
      </p:nvGrpSpPr>
      <p:grpSpPr>
        <a:xfrm>
          <a:off x="0" y="0"/>
          <a:ext cx="0" cy="0"/>
          <a:chOff x="0" y="0"/>
          <a:chExt cx="0" cy="0"/>
        </a:xfrm>
      </p:grpSpPr>
      <p:sp>
        <p:nvSpPr>
          <p:cNvPr id="1086" name="Google Shape;1086;p54"/>
          <p:cNvSpPr/>
          <p:nvPr>
            <p:ph idx="2" type="pic"/>
          </p:nvPr>
        </p:nvSpPr>
        <p:spPr>
          <a:xfrm>
            <a:off x="0" y="2670629"/>
            <a:ext cx="9243000" cy="4187400"/>
          </a:xfrm>
          <a:prstGeom prst="rect">
            <a:avLst/>
          </a:prstGeom>
          <a:solidFill>
            <a:schemeClr val="lt1"/>
          </a:solidFill>
          <a:ln>
            <a:noFill/>
          </a:ln>
        </p:spPr>
      </p:sp>
      <p:pic>
        <p:nvPicPr>
          <p:cNvPr id="1087" name="Google Shape;1087;p5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088" name="Google Shape;1088;p5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89" name="Google Shape;1089;p5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6" Type="http://schemas.openxmlformats.org/officeDocument/2006/relationships/slideLayout" Target="../slideLayouts/slideLayout61.xml"/><Relationship Id="rId25" Type="http://schemas.openxmlformats.org/officeDocument/2006/relationships/slideLayout" Target="../slideLayouts/slideLayout60.xml"/><Relationship Id="rId28" Type="http://schemas.openxmlformats.org/officeDocument/2006/relationships/slideLayout" Target="../slideLayouts/slideLayout63.xml"/><Relationship Id="rId27" Type="http://schemas.openxmlformats.org/officeDocument/2006/relationships/slideLayout" Target="../slideLayouts/slideLayout6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29" Type="http://schemas.openxmlformats.org/officeDocument/2006/relationships/slideLayout" Target="../slideLayouts/slideLayout64.xml"/><Relationship Id="rId7" Type="http://schemas.openxmlformats.org/officeDocument/2006/relationships/slideLayout" Target="../slideLayouts/slideLayout42.xml"/><Relationship Id="rId8" Type="http://schemas.openxmlformats.org/officeDocument/2006/relationships/slideLayout" Target="../slideLayouts/slideLayout43.xml"/><Relationship Id="rId31" Type="http://schemas.openxmlformats.org/officeDocument/2006/relationships/slideLayout" Target="../slideLayouts/slideLayout66.xml"/><Relationship Id="rId30" Type="http://schemas.openxmlformats.org/officeDocument/2006/relationships/slideLayout" Target="../slideLayouts/slideLayout65.xml"/><Relationship Id="rId11" Type="http://schemas.openxmlformats.org/officeDocument/2006/relationships/slideLayout" Target="../slideLayouts/slideLayout46.xml"/><Relationship Id="rId33" Type="http://schemas.openxmlformats.org/officeDocument/2006/relationships/slideLayout" Target="../slideLayouts/slideLayout68.xml"/><Relationship Id="rId10" Type="http://schemas.openxmlformats.org/officeDocument/2006/relationships/slideLayout" Target="../slideLayouts/slideLayout45.xml"/><Relationship Id="rId32" Type="http://schemas.openxmlformats.org/officeDocument/2006/relationships/slideLayout" Target="../slideLayouts/slideLayout67.xml"/><Relationship Id="rId13" Type="http://schemas.openxmlformats.org/officeDocument/2006/relationships/slideLayout" Target="../slideLayouts/slideLayout48.xml"/><Relationship Id="rId35" Type="http://schemas.openxmlformats.org/officeDocument/2006/relationships/theme" Target="../theme/theme3.xml"/><Relationship Id="rId12" Type="http://schemas.openxmlformats.org/officeDocument/2006/relationships/slideLayout" Target="../slideLayouts/slideLayout47.xml"/><Relationship Id="rId34" Type="http://schemas.openxmlformats.org/officeDocument/2006/relationships/slideLayout" Target="../slideLayouts/slideLayout69.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 name="Shape 5"/>
        <p:cNvGrpSpPr/>
        <p:nvPr/>
      </p:nvGrpSpPr>
      <p:grpSpPr>
        <a:xfrm>
          <a:off x="0" y="0"/>
          <a:ext cx="0" cy="0"/>
          <a:chOff x="0" y="0"/>
          <a:chExt cx="0" cy="0"/>
        </a:xfrm>
      </p:grpSpPr>
      <p:sp>
        <p:nvSpPr>
          <p:cNvPr id="6" name="Google Shape;6;g372a3a90f18_0_1743"/>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70" name="Shape 570"/>
        <p:cNvGrpSpPr/>
        <p:nvPr/>
      </p:nvGrpSpPr>
      <p:grpSpPr>
        <a:xfrm>
          <a:off x="0" y="0"/>
          <a:ext cx="0" cy="0"/>
          <a:chOff x="0" y="0"/>
          <a:chExt cx="0" cy="0"/>
        </a:xfrm>
      </p:grpSpPr>
      <p:sp>
        <p:nvSpPr>
          <p:cNvPr id="571" name="Google Shape;571;p20"/>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0.png"/><Relationship Id="rId7" Type="http://schemas.openxmlformats.org/officeDocument/2006/relationships/image" Target="../media/image22.png"/><Relationship Id="rId8"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pic>
        <p:nvPicPr>
          <p:cNvPr id="1094" name="Google Shape;1094;g372a3a90f18_0_582"/>
          <p:cNvPicPr preferRelativeResize="0"/>
          <p:nvPr/>
        </p:nvPicPr>
        <p:blipFill rotWithShape="1">
          <a:blip r:embed="rId3">
            <a:alphaModFix/>
          </a:blip>
          <a:srcRect b="0" l="0" r="0" t="0"/>
          <a:stretch/>
        </p:blipFill>
        <p:spPr>
          <a:xfrm>
            <a:off x="3881323" y="760452"/>
            <a:ext cx="3742753" cy="3742753"/>
          </a:xfrm>
          <a:prstGeom prst="rect">
            <a:avLst/>
          </a:prstGeom>
          <a:noFill/>
          <a:ln>
            <a:noFill/>
          </a:ln>
        </p:spPr>
      </p:pic>
      <p:sp>
        <p:nvSpPr>
          <p:cNvPr id="1095" name="Google Shape;1095;g372a3a90f18_0_582"/>
          <p:cNvSpPr txBox="1"/>
          <p:nvPr/>
        </p:nvSpPr>
        <p:spPr>
          <a:xfrm>
            <a:off x="3954538" y="3682248"/>
            <a:ext cx="5001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IN" sz="5400" u="none" cap="none" strike="noStrike">
                <a:solidFill>
                  <a:srgbClr val="06B3F3"/>
                </a:solidFill>
                <a:latin typeface="Poppins"/>
                <a:ea typeface="Poppins"/>
                <a:cs typeface="Poppins"/>
                <a:sym typeface="Poppins"/>
              </a:rPr>
              <a:t>Generative AI </a:t>
            </a:r>
            <a:endParaRPr b="0" i="0" sz="1400" u="none" cap="none" strike="noStrike">
              <a:solidFill>
                <a:srgbClr val="000000"/>
              </a:solidFill>
              <a:latin typeface="Arial"/>
              <a:ea typeface="Arial"/>
              <a:cs typeface="Arial"/>
              <a:sym typeface="Arial"/>
            </a:endParaRPr>
          </a:p>
        </p:txBody>
      </p:sp>
      <p:sp>
        <p:nvSpPr>
          <p:cNvPr id="1096" name="Google Shape;1096;g372a3a90f18_0_582"/>
          <p:cNvSpPr txBox="1"/>
          <p:nvPr/>
        </p:nvSpPr>
        <p:spPr>
          <a:xfrm>
            <a:off x="4044650" y="4418675"/>
            <a:ext cx="8187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262626"/>
                </a:solidFill>
                <a:latin typeface="Poppins"/>
                <a:ea typeface="Poppins"/>
                <a:cs typeface="Poppins"/>
                <a:sym typeface="Poppins"/>
              </a:rPr>
              <a:t>Full Stack Developer</a:t>
            </a:r>
            <a:endParaRPr b="0" i="0" sz="4800" u="none" cap="none" strike="noStrike">
              <a:solidFill>
                <a:srgbClr val="7F7F7F"/>
              </a:solidFill>
              <a:latin typeface="Open Sans"/>
              <a:ea typeface="Open Sans"/>
              <a:cs typeface="Open Sans"/>
              <a:sym typeface="Open Sans"/>
            </a:endParaRPr>
          </a:p>
        </p:txBody>
      </p:sp>
      <p:sp>
        <p:nvSpPr>
          <p:cNvPr id="1097" name="Google Shape;1097;g372a3a90f18_0_582"/>
          <p:cNvSpPr txBox="1"/>
          <p:nvPr/>
        </p:nvSpPr>
        <p:spPr>
          <a:xfrm>
            <a:off x="11298540" y="6506726"/>
            <a:ext cx="343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01</a:t>
            </a:r>
            <a:endParaRPr b="0" i="0" sz="1400" u="none" cap="none" strike="noStrike">
              <a:solidFill>
                <a:srgbClr val="000000"/>
              </a:solidFill>
              <a:latin typeface="Arial"/>
              <a:ea typeface="Arial"/>
              <a:cs typeface="Arial"/>
              <a:sym typeface="Arial"/>
            </a:endParaRPr>
          </a:p>
        </p:txBody>
      </p:sp>
      <p:sp>
        <p:nvSpPr>
          <p:cNvPr id="1098" name="Google Shape;1098;g372a3a90f18_0_582"/>
          <p:cNvSpPr/>
          <p:nvPr/>
        </p:nvSpPr>
        <p:spPr>
          <a:xfrm>
            <a:off x="4080325" y="3723225"/>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99" name="Google Shape;1099;g372a3a90f18_0_582"/>
          <p:cNvPicPr preferRelativeResize="0"/>
          <p:nvPr/>
        </p:nvPicPr>
        <p:blipFill rotWithShape="1">
          <a:blip r:embed="rId4">
            <a:alphaModFix/>
          </a:blip>
          <a:srcRect b="0" l="0" r="0" t="0"/>
          <a:stretch/>
        </p:blipFill>
        <p:spPr>
          <a:xfrm>
            <a:off x="997275" y="3026375"/>
            <a:ext cx="2811375" cy="2168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grpSp>
        <p:nvGrpSpPr>
          <p:cNvPr id="1104" name="Google Shape;1104;g372a3a90f18_0_591"/>
          <p:cNvGrpSpPr/>
          <p:nvPr/>
        </p:nvGrpSpPr>
        <p:grpSpPr>
          <a:xfrm>
            <a:off x="906789" y="2249474"/>
            <a:ext cx="10553400" cy="1232101"/>
            <a:chOff x="1181464" y="1101747"/>
            <a:chExt cx="10553400" cy="1232101"/>
          </a:xfrm>
        </p:grpSpPr>
        <p:sp>
          <p:nvSpPr>
            <p:cNvPr id="1105" name="Google Shape;1105;g372a3a90f18_0_591"/>
            <p:cNvSpPr txBox="1"/>
            <p:nvPr/>
          </p:nvSpPr>
          <p:spPr>
            <a:xfrm>
              <a:off x="1181464" y="1441048"/>
              <a:ext cx="105534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00"/>
                <a:buFont typeface="Arial"/>
                <a:buNone/>
              </a:pPr>
              <a:r>
                <a:rPr b="1" i="0" lang="en-IN" sz="5200" u="none" cap="none" strike="noStrike">
                  <a:solidFill>
                    <a:schemeClr val="accent1"/>
                  </a:solidFill>
                  <a:latin typeface="Poppins"/>
                  <a:ea typeface="Poppins"/>
                  <a:cs typeface="Poppins"/>
                  <a:sym typeface="Poppins"/>
                </a:rPr>
                <a:t>Course A </a:t>
              </a:r>
              <a:r>
                <a:rPr b="1" i="0" lang="en-IN" sz="5200" u="none" cap="none" strike="noStrike">
                  <a:solidFill>
                    <a:srgbClr val="262626"/>
                  </a:solidFill>
                  <a:latin typeface="Poppins"/>
                  <a:ea typeface="Poppins"/>
                  <a:cs typeface="Poppins"/>
                  <a:sym typeface="Poppins"/>
                </a:rPr>
                <a:t>: Prompt Engineering</a:t>
              </a:r>
              <a:endParaRPr b="1" i="0" sz="5200" u="none" cap="none" strike="noStrike">
                <a:solidFill>
                  <a:srgbClr val="06B3F3"/>
                </a:solidFill>
                <a:latin typeface="Poppins"/>
                <a:ea typeface="Poppins"/>
                <a:cs typeface="Poppins"/>
                <a:sym typeface="Poppins"/>
              </a:endParaRPr>
            </a:p>
          </p:txBody>
        </p:sp>
        <p:sp>
          <p:nvSpPr>
            <p:cNvPr id="1106" name="Google Shape;1106;g372a3a90f18_0_591"/>
            <p:cNvSpPr/>
            <p:nvPr/>
          </p:nvSpPr>
          <p:spPr>
            <a:xfrm>
              <a:off x="1292220" y="110174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grpSp>
      <p:sp>
        <p:nvSpPr>
          <p:cNvPr id="1107" name="Google Shape;1107;g372a3a90f18_0_591"/>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grpSp>
        <p:nvGrpSpPr>
          <p:cNvPr id="1112" name="Google Shape;1112;p3"/>
          <p:cNvGrpSpPr/>
          <p:nvPr/>
        </p:nvGrpSpPr>
        <p:grpSpPr>
          <a:xfrm>
            <a:off x="1200514" y="1962028"/>
            <a:ext cx="10553400" cy="2025847"/>
            <a:chOff x="1181464" y="862101"/>
            <a:chExt cx="10553400" cy="2025847"/>
          </a:xfrm>
        </p:grpSpPr>
        <p:sp>
          <p:nvSpPr>
            <p:cNvPr id="1113" name="Google Shape;1113;p3"/>
            <p:cNvSpPr txBox="1"/>
            <p:nvPr/>
          </p:nvSpPr>
          <p:spPr>
            <a:xfrm>
              <a:off x="1181464" y="1441048"/>
              <a:ext cx="105534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IN" sz="4400" u="none" cap="none" strike="noStrike">
                  <a:solidFill>
                    <a:srgbClr val="000000"/>
                  </a:solidFill>
                  <a:latin typeface="Arial"/>
                  <a:ea typeface="Arial"/>
                  <a:cs typeface="Arial"/>
                  <a:sym typeface="Arial"/>
                </a:rPr>
                <a:t>Introduction to</a:t>
              </a:r>
              <a:r>
                <a:rPr b="1" i="0" lang="en-IN" sz="4400" u="none" cap="none" strike="noStrike">
                  <a:solidFill>
                    <a:srgbClr val="000000"/>
                  </a:solidFill>
                  <a:latin typeface="Arial"/>
                  <a:ea typeface="Arial"/>
                  <a:cs typeface="Arial"/>
                  <a:sym typeface="Arial"/>
                </a:rPr>
                <a:t> </a:t>
              </a:r>
              <a:br>
                <a:rPr b="1" i="0" lang="en-IN" sz="4400" u="none" cap="none" strike="noStrike">
                  <a:solidFill>
                    <a:srgbClr val="000000"/>
                  </a:solidFill>
                  <a:latin typeface="Arial"/>
                  <a:ea typeface="Arial"/>
                  <a:cs typeface="Arial"/>
                  <a:sym typeface="Arial"/>
                </a:rPr>
              </a:br>
              <a:r>
                <a:rPr b="1" i="0" lang="en-IN" sz="4400" u="none" cap="none" strike="noStrike">
                  <a:solidFill>
                    <a:schemeClr val="accent1"/>
                  </a:solidFill>
                  <a:latin typeface="Arial"/>
                  <a:ea typeface="Arial"/>
                  <a:cs typeface="Arial"/>
                  <a:sym typeface="Arial"/>
                </a:rPr>
                <a:t>Prompt Engineering</a:t>
              </a:r>
              <a:endParaRPr b="1" i="0" sz="4400" u="none" cap="none" strike="noStrike">
                <a:solidFill>
                  <a:schemeClr val="accent1"/>
                </a:solidFill>
                <a:latin typeface="Poppins"/>
                <a:ea typeface="Poppins"/>
                <a:cs typeface="Poppins"/>
                <a:sym typeface="Poppins"/>
              </a:endParaRPr>
            </a:p>
          </p:txBody>
        </p:sp>
        <p:sp>
          <p:nvSpPr>
            <p:cNvPr id="1114" name="Google Shape;1114;p3"/>
            <p:cNvSpPr/>
            <p:nvPr/>
          </p:nvSpPr>
          <p:spPr>
            <a:xfrm>
              <a:off x="1292220" y="1101747"/>
              <a:ext cx="994950" cy="105484"/>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15" name="Google Shape;1115;p3"/>
            <p:cNvSpPr txBox="1"/>
            <p:nvPr/>
          </p:nvSpPr>
          <p:spPr>
            <a:xfrm>
              <a:off x="2427026" y="862101"/>
              <a:ext cx="793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6B3F3"/>
                  </a:solidFill>
                  <a:latin typeface="Poppins"/>
                  <a:ea typeface="Poppins"/>
                  <a:cs typeface="Poppins"/>
                  <a:sym typeface="Poppins"/>
                </a:rPr>
                <a:t>03</a:t>
              </a:r>
              <a:endParaRPr b="0" i="0" sz="1400" u="none" cap="none" strike="noStrike">
                <a:solidFill>
                  <a:srgbClr val="000000"/>
                </a:solidFill>
                <a:latin typeface="Arial"/>
                <a:ea typeface="Arial"/>
                <a:cs typeface="Arial"/>
                <a:sym typeface="Arial"/>
              </a:endParaRPr>
            </a:p>
          </p:txBody>
        </p:sp>
      </p:grpSp>
      <p:sp>
        <p:nvSpPr>
          <p:cNvPr id="1116" name="Google Shape;1116;p3"/>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72a3a90f18_0_2308"/>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372a3a90f18_0_2308"/>
          <p:cNvSpPr txBox="1"/>
          <p:nvPr/>
        </p:nvSpPr>
        <p:spPr>
          <a:xfrm>
            <a:off x="1454324" y="2664654"/>
            <a:ext cx="8935200" cy="23088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rgbClr val="000000"/>
                </a:solidFill>
                <a:latin typeface="Poppins"/>
                <a:ea typeface="Poppins"/>
                <a:cs typeface="Poppins"/>
                <a:sym typeface="Poppins"/>
              </a:rPr>
              <a:t>Designing </a:t>
            </a:r>
            <a:r>
              <a:rPr b="1" i="0" lang="en-IN" sz="1800" u="none" cap="none" strike="noStrike">
                <a:solidFill>
                  <a:schemeClr val="accent1"/>
                </a:solidFill>
                <a:latin typeface="Poppins"/>
                <a:ea typeface="Poppins"/>
                <a:cs typeface="Poppins"/>
                <a:sym typeface="Poppins"/>
              </a:rPr>
              <a:t>text prompts</a:t>
            </a:r>
            <a:r>
              <a:rPr b="1" i="0" lang="en-IN" sz="1800" u="none" cap="none" strike="noStrike">
                <a:solidFill>
                  <a:srgbClr val="000000"/>
                </a:solidFill>
                <a:latin typeface="Poppins"/>
                <a:ea typeface="Poppins"/>
                <a:cs typeface="Poppins"/>
                <a:sym typeface="Poppins"/>
              </a:rPr>
              <a:t> to guide AI outputs</a:t>
            </a:r>
            <a:endParaRPr b="1" i="0" sz="18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rgbClr val="000000"/>
                </a:solidFill>
                <a:latin typeface="Poppins"/>
                <a:ea typeface="Poppins"/>
                <a:cs typeface="Poppins"/>
                <a:sym typeface="Poppins"/>
              </a:rPr>
              <a:t>Bridges </a:t>
            </a:r>
            <a:r>
              <a:rPr b="1" i="0" lang="en-IN" sz="1800" u="none" cap="none" strike="noStrike">
                <a:solidFill>
                  <a:schemeClr val="accent1"/>
                </a:solidFill>
                <a:latin typeface="Poppins"/>
                <a:ea typeface="Poppins"/>
                <a:cs typeface="Poppins"/>
                <a:sym typeface="Poppins"/>
              </a:rPr>
              <a:t>user intent</a:t>
            </a:r>
            <a:r>
              <a:rPr b="1" i="0" lang="en-IN" sz="1800" u="none" cap="none" strike="noStrike">
                <a:solidFill>
                  <a:srgbClr val="000000"/>
                </a:solidFill>
                <a:latin typeface="Poppins"/>
                <a:ea typeface="Poppins"/>
                <a:cs typeface="Poppins"/>
                <a:sym typeface="Poppins"/>
              </a:rPr>
              <a:t> and </a:t>
            </a:r>
            <a:r>
              <a:rPr b="1" i="0" lang="en-IN" sz="1800" u="none" cap="none" strike="noStrike">
                <a:solidFill>
                  <a:schemeClr val="accent1"/>
                </a:solidFill>
                <a:latin typeface="Poppins"/>
                <a:ea typeface="Poppins"/>
                <a:cs typeface="Poppins"/>
                <a:sym typeface="Poppins"/>
              </a:rPr>
              <a:t>model response</a:t>
            </a:r>
            <a:endParaRPr b="1" i="0" sz="1800" u="none" cap="none" strike="noStrike">
              <a:solidFill>
                <a:schemeClr val="accent1"/>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rgbClr val="000000"/>
                </a:solidFill>
                <a:latin typeface="Poppins"/>
                <a:ea typeface="Poppins"/>
                <a:cs typeface="Poppins"/>
                <a:sym typeface="Poppins"/>
              </a:rPr>
              <a:t>Essential for high-quality, relevant AI results</a:t>
            </a:r>
            <a:endParaRPr b="1" i="0" sz="1800" u="none" cap="none" strike="noStrike">
              <a:solidFill>
                <a:srgbClr val="000000"/>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rgbClr val="000000"/>
                </a:solidFill>
                <a:latin typeface="Poppins"/>
                <a:ea typeface="Poppins"/>
                <a:cs typeface="Poppins"/>
                <a:sym typeface="Poppins"/>
              </a:rPr>
              <a:t>Involves </a:t>
            </a:r>
            <a:r>
              <a:rPr b="1" i="0" lang="en-IN" sz="1800" u="none" cap="none" strike="noStrike">
                <a:solidFill>
                  <a:schemeClr val="accent1"/>
                </a:solidFill>
                <a:latin typeface="Poppins"/>
                <a:ea typeface="Poppins"/>
                <a:cs typeface="Poppins"/>
                <a:sym typeface="Poppins"/>
              </a:rPr>
              <a:t>creativity</a:t>
            </a:r>
            <a:r>
              <a:rPr b="1" i="0" lang="en-IN" sz="1800" u="none" cap="none" strike="noStrike">
                <a:solidFill>
                  <a:srgbClr val="000000"/>
                </a:solidFill>
                <a:latin typeface="Poppins"/>
                <a:ea typeface="Poppins"/>
                <a:cs typeface="Poppins"/>
                <a:sym typeface="Poppins"/>
              </a:rPr>
              <a:t>, </a:t>
            </a:r>
            <a:r>
              <a:rPr b="1" i="0" lang="en-IN" sz="1800" u="none" cap="none" strike="noStrike">
                <a:solidFill>
                  <a:schemeClr val="accent1"/>
                </a:solidFill>
                <a:latin typeface="Poppins"/>
                <a:ea typeface="Poppins"/>
                <a:cs typeface="Poppins"/>
                <a:sym typeface="Poppins"/>
              </a:rPr>
              <a:t>iteration</a:t>
            </a:r>
            <a:r>
              <a:rPr b="1" i="0" lang="en-IN" sz="1800" u="none" cap="none" strike="noStrike">
                <a:solidFill>
                  <a:srgbClr val="000000"/>
                </a:solidFill>
                <a:latin typeface="Poppins"/>
                <a:ea typeface="Poppins"/>
                <a:cs typeface="Poppins"/>
                <a:sym typeface="Poppins"/>
              </a:rPr>
              <a:t>, and </a:t>
            </a:r>
            <a:r>
              <a:rPr b="1" i="0" lang="en-IN" sz="1800" u="none" cap="none" strike="noStrike">
                <a:solidFill>
                  <a:schemeClr val="accent1"/>
                </a:solidFill>
                <a:latin typeface="Poppins"/>
                <a:ea typeface="Poppins"/>
                <a:cs typeface="Poppins"/>
                <a:sym typeface="Poppins"/>
              </a:rPr>
              <a:t>domain knowledge</a:t>
            </a:r>
            <a:endParaRPr b="1" i="0" sz="1800" u="none" cap="none" strike="noStrike">
              <a:solidFill>
                <a:schemeClr val="accent1"/>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Poppins"/>
              <a:ea typeface="Poppins"/>
              <a:cs typeface="Poppins"/>
              <a:sym typeface="Poppins"/>
            </a:endParaRPr>
          </a:p>
        </p:txBody>
      </p:sp>
      <p:sp>
        <p:nvSpPr>
          <p:cNvPr id="1123" name="Google Shape;1123;g372a3a90f18_0_2308"/>
          <p:cNvSpPr txBox="1"/>
          <p:nvPr/>
        </p:nvSpPr>
        <p:spPr>
          <a:xfrm>
            <a:off x="525548" y="543433"/>
            <a:ext cx="7468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Introduction to Prompt Engineering</a:t>
            </a:r>
            <a:endParaRPr b="1" i="0" sz="3200" u="none" cap="none" strike="noStrike">
              <a:solidFill>
                <a:schemeClr val="dk1"/>
              </a:solidFill>
              <a:latin typeface="Poppins"/>
              <a:ea typeface="Poppins"/>
              <a:cs typeface="Poppins"/>
              <a:sym typeface="Poppins"/>
            </a:endParaRPr>
          </a:p>
        </p:txBody>
      </p:sp>
      <p:sp>
        <p:nvSpPr>
          <p:cNvPr id="1124" name="Google Shape;1124;g372a3a90f18_0_2308"/>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5"/>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07</a:t>
            </a:r>
            <a:endParaRPr b="0" i="0" sz="1400" u="none" cap="none" strike="noStrike">
              <a:solidFill>
                <a:srgbClr val="000000"/>
              </a:solidFill>
              <a:latin typeface="Arial"/>
              <a:ea typeface="Arial"/>
              <a:cs typeface="Arial"/>
              <a:sym typeface="Arial"/>
            </a:endParaRPr>
          </a:p>
        </p:txBody>
      </p:sp>
      <p:sp>
        <p:nvSpPr>
          <p:cNvPr id="1130" name="Google Shape;1130;p5"/>
          <p:cNvSpPr/>
          <p:nvPr/>
        </p:nvSpPr>
        <p:spPr>
          <a:xfrm>
            <a:off x="1364099" y="2123800"/>
            <a:ext cx="7379100" cy="3047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Prompt</a:t>
            </a:r>
            <a:r>
              <a:rPr b="1" i="0" lang="en-IN" sz="1800" u="none" cap="none" strike="noStrike">
                <a:solidFill>
                  <a:srgbClr val="000000"/>
                </a:solidFill>
                <a:latin typeface="Poppins"/>
                <a:ea typeface="Poppins"/>
                <a:cs typeface="Poppins"/>
                <a:sym typeface="Poppins"/>
              </a:rPr>
              <a:t>: </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User's text instruction to the AI</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LLM</a:t>
            </a:r>
            <a:r>
              <a:rPr b="1" i="0" lang="en-IN" sz="1800" u="none" cap="none" strike="noStrike">
                <a:solidFill>
                  <a:srgbClr val="000000"/>
                </a:solidFill>
                <a:latin typeface="Poppins"/>
                <a:ea typeface="Poppins"/>
                <a:cs typeface="Poppins"/>
                <a:sym typeface="Poppins"/>
              </a:rPr>
              <a:t>: </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Large language model (AI) predicting next words</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Prompt–Response Cycle</a:t>
            </a:r>
            <a:r>
              <a:rPr b="1" i="0" lang="en-IN" sz="1800" u="none" cap="none" strike="noStrike">
                <a:solidFill>
                  <a:srgbClr val="000000"/>
                </a:solidFill>
                <a:latin typeface="Poppins"/>
                <a:ea typeface="Poppins"/>
                <a:cs typeface="Poppins"/>
                <a:sym typeface="Poppins"/>
              </a:rPr>
              <a:t>:</a:t>
            </a:r>
            <a:r>
              <a:rPr b="0" i="0" lang="en-IN" sz="1800" u="none" cap="none" strike="noStrike">
                <a:solidFill>
                  <a:srgbClr val="000000"/>
                </a:solidFill>
                <a:latin typeface="Poppins"/>
                <a:ea typeface="Poppins"/>
                <a:cs typeface="Poppins"/>
                <a:sym typeface="Poppins"/>
              </a:rPr>
              <a:t> </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input ➔ model output ➔ refine prompt</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Shot-Based Prompting</a:t>
            </a:r>
            <a:r>
              <a:rPr b="1" i="0" lang="en-IN" sz="1800" u="none" cap="none" strike="noStrike">
                <a:solidFill>
                  <a:srgbClr val="000000"/>
                </a:solidFill>
                <a:latin typeface="Poppins"/>
                <a:ea typeface="Poppins"/>
                <a:cs typeface="Poppins"/>
                <a:sym typeface="Poppins"/>
              </a:rPr>
              <a:t>: </a:t>
            </a:r>
            <a:endParaRPr b="1"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using examples (zero/one/few shots)</a:t>
            </a:r>
            <a:endParaRPr b="0" i="0" sz="1800" u="none" cap="none" strike="noStrike">
              <a:solidFill>
                <a:srgbClr val="000000"/>
              </a:solidFill>
              <a:latin typeface="Poppins"/>
              <a:ea typeface="Poppins"/>
              <a:cs typeface="Poppins"/>
              <a:sym typeface="Poppins"/>
            </a:endParaRPr>
          </a:p>
        </p:txBody>
      </p:sp>
      <p:sp>
        <p:nvSpPr>
          <p:cNvPr id="1131" name="Google Shape;1131;p5"/>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Key Concepts</a:t>
            </a:r>
            <a:endParaRPr b="1" i="0" sz="3200" u="none" cap="none" strike="noStrike">
              <a:solidFill>
                <a:schemeClr val="dk1"/>
              </a:solidFill>
              <a:latin typeface="Poppins"/>
              <a:ea typeface="Poppins"/>
              <a:cs typeface="Poppins"/>
              <a:sym typeface="Poppins"/>
            </a:endParaRPr>
          </a:p>
        </p:txBody>
      </p:sp>
      <p:sp>
        <p:nvSpPr>
          <p:cNvPr id="1132" name="Google Shape;1132;p5"/>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6"/>
          <p:cNvSpPr txBox="1"/>
          <p:nvPr/>
        </p:nvSpPr>
        <p:spPr>
          <a:xfrm>
            <a:off x="11257976" y="6235101"/>
            <a:ext cx="3849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
        <p:nvSpPr>
          <p:cNvPr id="1138" name="Google Shape;1138;p6"/>
          <p:cNvSpPr/>
          <p:nvPr/>
        </p:nvSpPr>
        <p:spPr>
          <a:xfrm>
            <a:off x="683561" y="458654"/>
            <a:ext cx="995100" cy="105600"/>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9" name="Google Shape;1139;p6"/>
          <p:cNvSpPr txBox="1"/>
          <p:nvPr/>
        </p:nvSpPr>
        <p:spPr>
          <a:xfrm>
            <a:off x="622211" y="518783"/>
            <a:ext cx="9090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Why Prompt Engineering Matters</a:t>
            </a:r>
            <a:endParaRPr b="1" i="0" sz="3200" u="none" cap="none" strike="noStrike">
              <a:solidFill>
                <a:srgbClr val="000000"/>
              </a:solidFill>
              <a:latin typeface="Poppins"/>
              <a:ea typeface="Poppins"/>
              <a:cs typeface="Poppins"/>
              <a:sym typeface="Poppins"/>
            </a:endParaRPr>
          </a:p>
        </p:txBody>
      </p:sp>
      <p:sp>
        <p:nvSpPr>
          <p:cNvPr id="1140" name="Google Shape;1140;p6"/>
          <p:cNvSpPr/>
          <p:nvPr/>
        </p:nvSpPr>
        <p:spPr>
          <a:xfrm rot="5400000">
            <a:off x="3373235" y="2358072"/>
            <a:ext cx="734476" cy="750418"/>
          </a:xfrm>
          <a:prstGeom prst="ellipse">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1" name="Google Shape;1141;p6"/>
          <p:cNvSpPr/>
          <p:nvPr/>
        </p:nvSpPr>
        <p:spPr>
          <a:xfrm rot="5400000">
            <a:off x="3322432" y="4831806"/>
            <a:ext cx="734476" cy="750418"/>
          </a:xfrm>
          <a:prstGeom prst="ellipse">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2" name="Google Shape;1142;p6"/>
          <p:cNvSpPr/>
          <p:nvPr/>
        </p:nvSpPr>
        <p:spPr>
          <a:xfrm rot="5400000">
            <a:off x="3740634" y="3618971"/>
            <a:ext cx="734476" cy="750418"/>
          </a:xfrm>
          <a:prstGeom prst="ellipse">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3" name="Google Shape;1143;p6"/>
          <p:cNvSpPr/>
          <p:nvPr/>
        </p:nvSpPr>
        <p:spPr>
          <a:xfrm rot="5400000">
            <a:off x="2476253" y="1660594"/>
            <a:ext cx="734476" cy="750418"/>
          </a:xfrm>
          <a:prstGeom prst="ellipse">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4" name="Google Shape;1144;p6"/>
          <p:cNvSpPr/>
          <p:nvPr/>
        </p:nvSpPr>
        <p:spPr>
          <a:xfrm rot="5400000">
            <a:off x="2441079" y="5542138"/>
            <a:ext cx="734476" cy="750418"/>
          </a:xfrm>
          <a:prstGeom prst="ellipse">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5" name="Google Shape;1145;p6"/>
          <p:cNvSpPr/>
          <p:nvPr/>
        </p:nvSpPr>
        <p:spPr>
          <a:xfrm rot="5400000">
            <a:off x="109966" y="1980999"/>
            <a:ext cx="3970141" cy="396900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6" name="Google Shape;1146;p6"/>
          <p:cNvSpPr txBox="1"/>
          <p:nvPr/>
        </p:nvSpPr>
        <p:spPr>
          <a:xfrm>
            <a:off x="3307701" y="1668575"/>
            <a:ext cx="6296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Improves </a:t>
            </a:r>
            <a:r>
              <a:rPr b="1" i="0" lang="en-IN" sz="1800" u="none" cap="none" strike="noStrike">
                <a:solidFill>
                  <a:schemeClr val="accent1"/>
                </a:solidFill>
                <a:latin typeface="Arial"/>
                <a:ea typeface="Arial"/>
                <a:cs typeface="Arial"/>
                <a:sym typeface="Arial"/>
              </a:rPr>
              <a:t>accuracy </a:t>
            </a:r>
            <a:r>
              <a:rPr b="0" i="0" lang="en-IN" sz="1800" u="none" cap="none" strike="noStrike">
                <a:solidFill>
                  <a:srgbClr val="000000"/>
                </a:solidFill>
                <a:latin typeface="Arial"/>
                <a:ea typeface="Arial"/>
                <a:cs typeface="Arial"/>
                <a:sym typeface="Arial"/>
              </a:rPr>
              <a:t>&amp; </a:t>
            </a:r>
            <a:r>
              <a:rPr b="1" i="0" lang="en-IN" sz="1800" u="none" cap="none" strike="noStrike">
                <a:solidFill>
                  <a:schemeClr val="accent1"/>
                </a:solidFill>
                <a:latin typeface="Arial"/>
                <a:ea typeface="Arial"/>
                <a:cs typeface="Arial"/>
                <a:sym typeface="Arial"/>
              </a:rPr>
              <a:t>relevance </a:t>
            </a:r>
            <a:r>
              <a:rPr b="0" i="0" lang="en-IN" sz="1800" u="none" cap="none" strike="noStrike">
                <a:solidFill>
                  <a:srgbClr val="000000"/>
                </a:solidFill>
                <a:latin typeface="Arial"/>
                <a:ea typeface="Arial"/>
                <a:cs typeface="Arial"/>
                <a:sym typeface="Arial"/>
              </a:rPr>
              <a:t>of AI responses</a:t>
            </a:r>
            <a:endParaRPr b="0" i="0" sz="1400" u="none" cap="none" strike="noStrike">
              <a:solidFill>
                <a:srgbClr val="000000"/>
              </a:solidFill>
              <a:latin typeface="Arial"/>
              <a:ea typeface="Arial"/>
              <a:cs typeface="Arial"/>
              <a:sym typeface="Arial"/>
            </a:endParaRPr>
          </a:p>
        </p:txBody>
      </p:sp>
      <p:sp>
        <p:nvSpPr>
          <p:cNvPr id="1147" name="Google Shape;1147;p6"/>
          <p:cNvSpPr txBox="1"/>
          <p:nvPr/>
        </p:nvSpPr>
        <p:spPr>
          <a:xfrm>
            <a:off x="4190023" y="2443900"/>
            <a:ext cx="547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Controls output </a:t>
            </a:r>
            <a:r>
              <a:rPr b="1" i="0" lang="en-IN" sz="1800" u="none" cap="none" strike="noStrike">
                <a:solidFill>
                  <a:schemeClr val="accent1"/>
                </a:solidFill>
                <a:latin typeface="Arial"/>
                <a:ea typeface="Arial"/>
                <a:cs typeface="Arial"/>
                <a:sym typeface="Arial"/>
              </a:rPr>
              <a:t>format</a:t>
            </a:r>
            <a:r>
              <a:rPr b="0" i="0" lang="en-IN" sz="1800" u="none" cap="none" strike="noStrike">
                <a:solidFill>
                  <a:srgbClr val="000000"/>
                </a:solidFill>
                <a:latin typeface="Arial"/>
                <a:ea typeface="Arial"/>
                <a:cs typeface="Arial"/>
                <a:sym typeface="Arial"/>
              </a:rPr>
              <a:t>, </a:t>
            </a:r>
            <a:r>
              <a:rPr b="1" i="0" lang="en-IN" sz="1800" u="none" cap="none" strike="noStrike">
                <a:solidFill>
                  <a:schemeClr val="accent1"/>
                </a:solidFill>
                <a:latin typeface="Arial"/>
                <a:ea typeface="Arial"/>
                <a:cs typeface="Arial"/>
                <a:sym typeface="Arial"/>
              </a:rPr>
              <a:t>style</a:t>
            </a:r>
            <a:r>
              <a:rPr b="0" i="0" lang="en-IN" sz="1800" u="none" cap="none" strike="noStrike">
                <a:solidFill>
                  <a:srgbClr val="000000"/>
                </a:solidFill>
                <a:latin typeface="Arial"/>
                <a:ea typeface="Arial"/>
                <a:cs typeface="Arial"/>
                <a:sym typeface="Arial"/>
              </a:rPr>
              <a:t>, and </a:t>
            </a:r>
            <a:r>
              <a:rPr b="1" i="0" lang="en-IN" sz="1800" u="none" cap="none" strike="noStrike">
                <a:solidFill>
                  <a:schemeClr val="accent1"/>
                </a:solidFill>
                <a:latin typeface="Arial"/>
                <a:ea typeface="Arial"/>
                <a:cs typeface="Arial"/>
                <a:sym typeface="Arial"/>
              </a:rPr>
              <a:t>content</a:t>
            </a:r>
            <a:endParaRPr b="1" i="0" sz="1400" u="none" cap="none" strike="noStrike">
              <a:solidFill>
                <a:schemeClr val="accent1"/>
              </a:solidFill>
              <a:latin typeface="Arial"/>
              <a:ea typeface="Arial"/>
              <a:cs typeface="Arial"/>
              <a:sym typeface="Arial"/>
            </a:endParaRPr>
          </a:p>
        </p:txBody>
      </p:sp>
      <p:sp>
        <p:nvSpPr>
          <p:cNvPr id="1148" name="Google Shape;1148;p6"/>
          <p:cNvSpPr/>
          <p:nvPr/>
        </p:nvSpPr>
        <p:spPr>
          <a:xfrm>
            <a:off x="47825" y="1980425"/>
            <a:ext cx="2186100" cy="39702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9" name="Google Shape;1149;p6"/>
          <p:cNvSpPr txBox="1"/>
          <p:nvPr/>
        </p:nvSpPr>
        <p:spPr>
          <a:xfrm>
            <a:off x="4583571" y="3808979"/>
            <a:ext cx="62119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Enhances </a:t>
            </a:r>
            <a:r>
              <a:rPr b="1" i="0" lang="en-IN" sz="1800" u="none" cap="none" strike="noStrike">
                <a:solidFill>
                  <a:schemeClr val="accent1"/>
                </a:solidFill>
                <a:latin typeface="Arial"/>
                <a:ea typeface="Arial"/>
                <a:cs typeface="Arial"/>
                <a:sym typeface="Arial"/>
              </a:rPr>
              <a:t>safety </a:t>
            </a:r>
            <a:r>
              <a:rPr b="0" i="0" lang="en-IN" sz="1800" u="none" cap="none" strike="noStrike">
                <a:solidFill>
                  <a:srgbClr val="000000"/>
                </a:solidFill>
                <a:latin typeface="Arial"/>
                <a:ea typeface="Arial"/>
                <a:cs typeface="Arial"/>
                <a:sym typeface="Arial"/>
              </a:rPr>
              <a:t>(steers model away from harmful content)</a:t>
            </a:r>
            <a:endParaRPr b="0" i="0" sz="1400" u="none" cap="none" strike="noStrike">
              <a:solidFill>
                <a:srgbClr val="000000"/>
              </a:solidFill>
              <a:latin typeface="Arial"/>
              <a:ea typeface="Arial"/>
              <a:cs typeface="Arial"/>
              <a:sym typeface="Arial"/>
            </a:endParaRPr>
          </a:p>
        </p:txBody>
      </p:sp>
      <p:sp>
        <p:nvSpPr>
          <p:cNvPr id="1150" name="Google Shape;1150;p6"/>
          <p:cNvSpPr txBox="1"/>
          <p:nvPr/>
        </p:nvSpPr>
        <p:spPr>
          <a:xfrm>
            <a:off x="4097422" y="5173875"/>
            <a:ext cx="6698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Improves </a:t>
            </a:r>
            <a:r>
              <a:rPr b="1" i="0" lang="en-IN" sz="1800" u="none" cap="none" strike="noStrike">
                <a:solidFill>
                  <a:schemeClr val="accent1"/>
                </a:solidFill>
                <a:latin typeface="Arial"/>
                <a:ea typeface="Arial"/>
                <a:cs typeface="Arial"/>
                <a:sym typeface="Arial"/>
              </a:rPr>
              <a:t>user experience</a:t>
            </a:r>
            <a:r>
              <a:rPr b="0" i="0" lang="en-IN" sz="1800" u="none" cap="none" strike="noStrike">
                <a:solidFill>
                  <a:srgbClr val="000000"/>
                </a:solidFill>
                <a:latin typeface="Arial"/>
                <a:ea typeface="Arial"/>
                <a:cs typeface="Arial"/>
                <a:sym typeface="Arial"/>
              </a:rPr>
              <a:t> with fewer iterations</a:t>
            </a:r>
            <a:endParaRPr b="0" i="0" sz="1800" u="none" cap="none" strike="noStrike">
              <a:solidFill>
                <a:srgbClr val="000000"/>
              </a:solidFill>
              <a:latin typeface="Arial"/>
              <a:ea typeface="Arial"/>
              <a:cs typeface="Arial"/>
              <a:sym typeface="Arial"/>
            </a:endParaRPr>
          </a:p>
        </p:txBody>
      </p:sp>
      <p:sp>
        <p:nvSpPr>
          <p:cNvPr id="1151" name="Google Shape;1151;p6"/>
          <p:cNvSpPr txBox="1"/>
          <p:nvPr/>
        </p:nvSpPr>
        <p:spPr>
          <a:xfrm>
            <a:off x="3183024" y="6041500"/>
            <a:ext cx="712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Increases </a:t>
            </a:r>
            <a:r>
              <a:rPr b="1" i="0" lang="en-IN" sz="1800" u="none" cap="none" strike="noStrike">
                <a:solidFill>
                  <a:schemeClr val="accent1"/>
                </a:solidFill>
                <a:latin typeface="Arial"/>
                <a:ea typeface="Arial"/>
                <a:cs typeface="Arial"/>
                <a:sym typeface="Arial"/>
              </a:rPr>
              <a:t>efficiency</a:t>
            </a:r>
            <a:r>
              <a:rPr b="0" i="0" lang="en-IN" sz="1800" u="none" cap="none" strike="noStrike">
                <a:solidFill>
                  <a:srgbClr val="000000"/>
                </a:solidFill>
                <a:latin typeface="Arial"/>
                <a:ea typeface="Arial"/>
                <a:cs typeface="Arial"/>
                <a:sym typeface="Arial"/>
              </a:rPr>
              <a:t>: desired answers with minimal effort</a:t>
            </a:r>
            <a:endParaRPr b="0" i="0" sz="1800" u="none" cap="none" strike="noStrike">
              <a:solidFill>
                <a:srgbClr val="000000"/>
              </a:solidFill>
              <a:latin typeface="Arial"/>
              <a:ea typeface="Arial"/>
              <a:cs typeface="Arial"/>
              <a:sym typeface="Arial"/>
            </a:endParaRPr>
          </a:p>
        </p:txBody>
      </p:sp>
      <p:pic>
        <p:nvPicPr>
          <p:cNvPr id="1152" name="Google Shape;1152;p6"/>
          <p:cNvPicPr preferRelativeResize="0"/>
          <p:nvPr/>
        </p:nvPicPr>
        <p:blipFill rotWithShape="1">
          <a:blip r:embed="rId3">
            <a:alphaModFix/>
          </a:blip>
          <a:srcRect b="0" l="0" r="0" t="0"/>
          <a:stretch/>
        </p:blipFill>
        <p:spPr>
          <a:xfrm>
            <a:off x="251075" y="2554238"/>
            <a:ext cx="2844677" cy="28446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7"/>
          <p:cNvSpPr/>
          <p:nvPr/>
        </p:nvSpPr>
        <p:spPr>
          <a:xfrm>
            <a:off x="1767900" y="1914699"/>
            <a:ext cx="6096000" cy="2969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System vs User Prompts</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Role/Persona Prompts</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Templates</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Few-Shot Templates</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Chain-of-Thought Prompts</a:t>
            </a:r>
            <a:endParaRPr b="0" i="0" sz="1800" u="none" cap="none" strike="noStrike">
              <a:solidFill>
                <a:srgbClr val="000000"/>
              </a:solidFill>
              <a:latin typeface="Poppins"/>
              <a:ea typeface="Poppins"/>
              <a:cs typeface="Poppins"/>
              <a:sym typeface="Poppins"/>
            </a:endParaRPr>
          </a:p>
        </p:txBody>
      </p:sp>
      <p:sp>
        <p:nvSpPr>
          <p:cNvPr id="1158" name="Google Shape;1158;p7"/>
          <p:cNvSpPr txBox="1"/>
          <p:nvPr/>
        </p:nvSpPr>
        <p:spPr>
          <a:xfrm>
            <a:off x="525548" y="543433"/>
            <a:ext cx="74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Prompt Engineering Patterns</a:t>
            </a:r>
            <a:endParaRPr b="1" i="0" sz="3200" u="none" cap="none" strike="noStrike">
              <a:solidFill>
                <a:schemeClr val="dk1"/>
              </a:solidFill>
              <a:latin typeface="Poppins"/>
              <a:ea typeface="Poppins"/>
              <a:cs typeface="Poppins"/>
              <a:sym typeface="Poppins"/>
            </a:endParaRPr>
          </a:p>
        </p:txBody>
      </p:sp>
      <p:sp>
        <p:nvSpPr>
          <p:cNvPr id="1159" name="Google Shape;1159;p7"/>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8"/>
          <p:cNvSpPr txBox="1"/>
          <p:nvPr/>
        </p:nvSpPr>
        <p:spPr>
          <a:xfrm>
            <a:off x="684603" y="513749"/>
            <a:ext cx="6994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System vs. User Prompts</a:t>
            </a:r>
            <a:endParaRPr b="1" i="0" sz="3200" u="none" cap="none" strike="noStrike">
              <a:solidFill>
                <a:srgbClr val="000000"/>
              </a:solidFill>
              <a:latin typeface="Poppins"/>
              <a:ea typeface="Poppins"/>
              <a:cs typeface="Poppins"/>
              <a:sym typeface="Poppins"/>
            </a:endParaRPr>
          </a:p>
        </p:txBody>
      </p:sp>
      <p:sp>
        <p:nvSpPr>
          <p:cNvPr id="1165" name="Google Shape;1165;p8"/>
          <p:cNvSpPr txBox="1"/>
          <p:nvPr/>
        </p:nvSpPr>
        <p:spPr>
          <a:xfrm>
            <a:off x="1024269" y="1632425"/>
            <a:ext cx="7842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accent1"/>
                </a:solidFill>
                <a:latin typeface="Poppins"/>
                <a:ea typeface="Poppins"/>
                <a:cs typeface="Poppins"/>
                <a:sym typeface="Poppins"/>
              </a:rPr>
              <a:t>System Prompt :</a:t>
            </a:r>
            <a:r>
              <a:rPr b="0" i="0" lang="en-IN" sz="2000" u="none" cap="none" strike="noStrike">
                <a:solidFill>
                  <a:srgbClr val="000000"/>
                </a:solidFill>
                <a:latin typeface="Poppins"/>
                <a:ea typeface="Poppins"/>
                <a:cs typeface="Poppins"/>
                <a:sym typeface="Poppins"/>
              </a:rPr>
              <a:t> </a:t>
            </a:r>
            <a:r>
              <a:rPr b="0" i="0" lang="en-IN" sz="1800" u="none" cap="none" strike="noStrike">
                <a:solidFill>
                  <a:schemeClr val="dk1"/>
                </a:solidFill>
                <a:latin typeface="Poppins"/>
                <a:ea typeface="Poppins"/>
                <a:cs typeface="Poppins"/>
                <a:sym typeface="Poppins"/>
              </a:rPr>
              <a:t>Sets </a:t>
            </a:r>
            <a:r>
              <a:rPr b="0" i="0" lang="en-IN" sz="1800" u="sng" cap="none" strike="noStrike">
                <a:solidFill>
                  <a:schemeClr val="dk1"/>
                </a:solidFill>
                <a:latin typeface="Poppins"/>
                <a:ea typeface="Poppins"/>
                <a:cs typeface="Poppins"/>
                <a:sym typeface="Poppins"/>
              </a:rPr>
              <a:t>context</a:t>
            </a:r>
            <a:r>
              <a:rPr b="0" i="0" lang="en-IN" sz="1800" u="none" cap="none" strike="noStrike">
                <a:solidFill>
                  <a:schemeClr val="dk1"/>
                </a:solidFill>
                <a:latin typeface="Poppins"/>
                <a:ea typeface="Poppins"/>
                <a:cs typeface="Poppins"/>
                <a:sym typeface="Poppins"/>
              </a:rPr>
              <a:t>, </a:t>
            </a:r>
            <a:r>
              <a:rPr b="0" i="0" lang="en-IN" sz="1800" u="sng" cap="none" strike="noStrike">
                <a:solidFill>
                  <a:schemeClr val="dk1"/>
                </a:solidFill>
                <a:latin typeface="Poppins"/>
                <a:ea typeface="Poppins"/>
                <a:cs typeface="Poppins"/>
                <a:sym typeface="Poppins"/>
              </a:rPr>
              <a:t>tone</a:t>
            </a:r>
            <a:r>
              <a:rPr b="0" i="0" lang="en-IN" sz="1800" u="none" cap="none" strike="noStrike">
                <a:solidFill>
                  <a:schemeClr val="dk1"/>
                </a:solidFill>
                <a:latin typeface="Poppins"/>
                <a:ea typeface="Poppins"/>
                <a:cs typeface="Poppins"/>
                <a:sym typeface="Poppins"/>
              </a:rPr>
              <a:t>, and </a:t>
            </a:r>
            <a:r>
              <a:rPr b="0" i="0" lang="en-IN" sz="1800" u="sng" cap="none" strike="noStrike">
                <a:solidFill>
                  <a:schemeClr val="dk1"/>
                </a:solidFill>
                <a:latin typeface="Poppins"/>
                <a:ea typeface="Poppins"/>
                <a:cs typeface="Poppins"/>
                <a:sym typeface="Poppins"/>
              </a:rPr>
              <a:t>behavior</a:t>
            </a:r>
            <a:r>
              <a:rPr b="0" i="0" lang="en-IN" sz="1800" u="none" cap="none" strike="noStrike">
                <a:solidFill>
                  <a:schemeClr val="dk1"/>
                </a:solidFill>
                <a:latin typeface="Poppins"/>
                <a:ea typeface="Poppins"/>
                <a:cs typeface="Poppins"/>
                <a:sym typeface="Poppins"/>
              </a:rPr>
              <a:t> upfront</a:t>
            </a:r>
            <a:endParaRPr b="0" i="0" sz="18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6" name="Google Shape;1166;p8"/>
          <p:cNvSpPr txBox="1"/>
          <p:nvPr/>
        </p:nvSpPr>
        <p:spPr>
          <a:xfrm>
            <a:off x="1024327" y="3478700"/>
            <a:ext cx="76314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accent1"/>
                </a:solidFill>
                <a:latin typeface="Poppins"/>
                <a:ea typeface="Poppins"/>
                <a:cs typeface="Poppins"/>
                <a:sym typeface="Poppins"/>
              </a:rPr>
              <a:t>User Prompt :</a:t>
            </a:r>
            <a:r>
              <a:rPr b="0" i="0" lang="en-IN" sz="2000" u="none" cap="none" strike="noStrike">
                <a:solidFill>
                  <a:srgbClr val="000000"/>
                </a:solidFill>
                <a:latin typeface="Poppins"/>
                <a:ea typeface="Poppins"/>
                <a:cs typeface="Poppins"/>
                <a:sym typeface="Poppins"/>
              </a:rPr>
              <a:t> </a:t>
            </a:r>
            <a:r>
              <a:rPr b="0" i="0" lang="en-IN" sz="1800" u="none" cap="none" strike="noStrike">
                <a:solidFill>
                  <a:schemeClr val="dk1"/>
                </a:solidFill>
                <a:latin typeface="Arial"/>
                <a:ea typeface="Arial"/>
                <a:cs typeface="Arial"/>
                <a:sym typeface="Arial"/>
              </a:rPr>
              <a:t>Specifies the actual request or task</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Poppins"/>
              <a:ea typeface="Poppins"/>
              <a:cs typeface="Poppins"/>
              <a:sym typeface="Poppins"/>
            </a:endParaRPr>
          </a:p>
        </p:txBody>
      </p:sp>
      <p:sp>
        <p:nvSpPr>
          <p:cNvPr id="1167" name="Google Shape;1167;p8"/>
          <p:cNvSpPr txBox="1"/>
          <p:nvPr/>
        </p:nvSpPr>
        <p:spPr>
          <a:xfrm>
            <a:off x="1024274" y="5149350"/>
            <a:ext cx="7980600" cy="646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System prompts guide the model's mindset before any user interaction begins</a:t>
            </a:r>
            <a:endParaRPr b="0" i="0" sz="1800" u="none" cap="none" strike="noStrike">
              <a:solidFill>
                <a:srgbClr val="000000"/>
              </a:solidFill>
              <a:latin typeface="Poppins"/>
              <a:ea typeface="Poppins"/>
              <a:cs typeface="Poppins"/>
              <a:sym typeface="Poppins"/>
            </a:endParaRPr>
          </a:p>
        </p:txBody>
      </p:sp>
      <p:sp>
        <p:nvSpPr>
          <p:cNvPr id="1168" name="Google Shape;1168;p8"/>
          <p:cNvSpPr/>
          <p:nvPr/>
        </p:nvSpPr>
        <p:spPr>
          <a:xfrm>
            <a:off x="811928" y="479024"/>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pic>
        <p:nvPicPr>
          <p:cNvPr id="1169" name="Google Shape;1169;p8"/>
          <p:cNvPicPr preferRelativeResize="0"/>
          <p:nvPr/>
        </p:nvPicPr>
        <p:blipFill rotWithShape="1">
          <a:blip r:embed="rId3">
            <a:alphaModFix/>
          </a:blip>
          <a:srcRect b="0" l="0" r="0" t="0"/>
          <a:stretch/>
        </p:blipFill>
        <p:spPr>
          <a:xfrm>
            <a:off x="9165500" y="2058324"/>
            <a:ext cx="2653900" cy="2653875"/>
          </a:xfrm>
          <a:prstGeom prst="rect">
            <a:avLst/>
          </a:prstGeom>
          <a:noFill/>
          <a:ln>
            <a:noFill/>
          </a:ln>
        </p:spPr>
      </p:pic>
      <p:sp>
        <p:nvSpPr>
          <p:cNvPr id="1170" name="Google Shape;1170;p8"/>
          <p:cNvSpPr/>
          <p:nvPr/>
        </p:nvSpPr>
        <p:spPr>
          <a:xfrm>
            <a:off x="1096900" y="2141750"/>
            <a:ext cx="7631525" cy="956300"/>
          </a:xfrm>
          <a:prstGeom prst="flowChartInternalStorage">
            <a:avLst/>
          </a:prstGeom>
          <a:solidFill>
            <a:srgbClr val="F3F3F3"/>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FF"/>
                </a:solidFill>
                <a:latin typeface="Courier"/>
                <a:ea typeface="Courier"/>
                <a:cs typeface="Courier"/>
                <a:sym typeface="Courier"/>
              </a:rPr>
              <a:t>"You are an expert math tutor. Explain concepts simply and encourage reasoning."</a:t>
            </a:r>
            <a:endParaRPr b="1" i="0" sz="1800" u="none" cap="none" strike="noStrike">
              <a:solidFill>
                <a:srgbClr val="0000FF"/>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8"/>
          <p:cNvSpPr/>
          <p:nvPr/>
        </p:nvSpPr>
        <p:spPr>
          <a:xfrm>
            <a:off x="1129525" y="3835300"/>
            <a:ext cx="7875300" cy="956300"/>
          </a:xfrm>
          <a:prstGeom prst="flowChartInternalStorage">
            <a:avLst/>
          </a:prstGeom>
          <a:solidFill>
            <a:srgbClr val="F3F3F3"/>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700"/>
              <a:buFont typeface="Arial"/>
              <a:buNone/>
            </a:pPr>
            <a:r>
              <a:rPr b="1" i="0" lang="en-IN" sz="1700" u="none" cap="none" strike="noStrike">
                <a:solidFill>
                  <a:srgbClr val="0000FF"/>
                </a:solidFill>
                <a:latin typeface="Courier"/>
                <a:ea typeface="Courier"/>
                <a:cs typeface="Courier"/>
                <a:sym typeface="Courier"/>
              </a:rPr>
              <a:t>"Help me solve this algebra problem: 2x + 3 = 11."</a:t>
            </a:r>
            <a:endParaRPr b="1" i="0" sz="17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FF"/>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9"/>
          <p:cNvSpPr txBox="1"/>
          <p:nvPr/>
        </p:nvSpPr>
        <p:spPr>
          <a:xfrm>
            <a:off x="756804" y="5014175"/>
            <a:ext cx="9770100" cy="3693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Output formatting: Controlling response structure</a:t>
            </a:r>
            <a:endParaRPr b="0" i="0" sz="1800" u="none" cap="none" strike="noStrike">
              <a:solidFill>
                <a:srgbClr val="000000"/>
              </a:solidFill>
              <a:latin typeface="Poppins"/>
              <a:ea typeface="Poppins"/>
              <a:cs typeface="Poppins"/>
              <a:sym typeface="Poppins"/>
            </a:endParaRPr>
          </a:p>
        </p:txBody>
      </p:sp>
      <p:sp>
        <p:nvSpPr>
          <p:cNvPr id="1177" name="Google Shape;1177;p9"/>
          <p:cNvSpPr txBox="1"/>
          <p:nvPr/>
        </p:nvSpPr>
        <p:spPr>
          <a:xfrm>
            <a:off x="590219" y="556577"/>
            <a:ext cx="5109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Prompt Templates</a:t>
            </a:r>
            <a:endParaRPr b="1" i="0" sz="3200" u="none" cap="none" strike="noStrike">
              <a:solidFill>
                <a:srgbClr val="000000"/>
              </a:solidFill>
              <a:latin typeface="Poppins"/>
              <a:ea typeface="Poppins"/>
              <a:cs typeface="Poppins"/>
              <a:sym typeface="Poppins"/>
            </a:endParaRPr>
          </a:p>
        </p:txBody>
      </p:sp>
      <p:sp>
        <p:nvSpPr>
          <p:cNvPr id="1178" name="Google Shape;1178;p9"/>
          <p:cNvSpPr txBox="1"/>
          <p:nvPr/>
        </p:nvSpPr>
        <p:spPr>
          <a:xfrm>
            <a:off x="590219" y="1585675"/>
            <a:ext cx="97701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Poppins"/>
              <a:buChar char="●"/>
            </a:pPr>
            <a:r>
              <a:rPr b="0" i="0" lang="en-IN" sz="2000" u="none" cap="none" strike="noStrike">
                <a:solidFill>
                  <a:srgbClr val="000000"/>
                </a:solidFill>
                <a:latin typeface="Poppins"/>
                <a:ea typeface="Poppins"/>
                <a:cs typeface="Poppins"/>
                <a:sym typeface="Poppins"/>
              </a:rPr>
              <a:t>Reusable prompt formats for common tasks</a:t>
            </a:r>
            <a:br>
              <a:rPr b="0" i="0" lang="en-IN" sz="2000" u="none" cap="none" strike="noStrike">
                <a:solidFill>
                  <a:srgbClr val="000000"/>
                </a:solidFill>
                <a:latin typeface="Poppins"/>
                <a:ea typeface="Poppins"/>
                <a:cs typeface="Poppins"/>
                <a:sym typeface="Poppins"/>
              </a:rPr>
            </a:br>
            <a:r>
              <a:rPr b="0" i="0" lang="en-IN" sz="2000" u="none" cap="none" strike="noStrike">
                <a:solidFill>
                  <a:schemeClr val="dk1"/>
                </a:solidFill>
                <a:latin typeface="Poppins"/>
                <a:ea typeface="Poppins"/>
                <a:cs typeface="Poppins"/>
                <a:sym typeface="Poppins"/>
              </a:rPr>
              <a:t>Example: </a:t>
            </a:r>
            <a:r>
              <a:rPr b="1" i="0" lang="en-IN" sz="2000" u="none" cap="none" strike="noStrike">
                <a:solidFill>
                  <a:schemeClr val="accent1"/>
                </a:solidFill>
                <a:latin typeface="Poppins"/>
                <a:ea typeface="Poppins"/>
                <a:cs typeface="Poppins"/>
                <a:sym typeface="Poppins"/>
              </a:rPr>
              <a:t>Translation template</a:t>
            </a:r>
            <a:endParaRPr b="1" i="0" sz="2000" u="none" cap="none" strike="noStrike">
              <a:solidFill>
                <a:schemeClr val="accent1"/>
              </a:solidFill>
              <a:latin typeface="Poppins"/>
              <a:ea typeface="Poppins"/>
              <a:cs typeface="Poppins"/>
              <a:sym typeface="Poppins"/>
            </a:endParaRPr>
          </a:p>
        </p:txBody>
      </p:sp>
      <p:sp>
        <p:nvSpPr>
          <p:cNvPr id="1179" name="Google Shape;1179;p9"/>
          <p:cNvSpPr txBox="1"/>
          <p:nvPr/>
        </p:nvSpPr>
        <p:spPr>
          <a:xfrm>
            <a:off x="703010" y="3453825"/>
            <a:ext cx="91731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Poppins"/>
              <a:buChar char="●"/>
            </a:pPr>
            <a:r>
              <a:rPr b="0" i="0" lang="en-IN" sz="2000" u="none" cap="none" strike="noStrike">
                <a:solidFill>
                  <a:srgbClr val="000000"/>
                </a:solidFill>
                <a:latin typeface="Poppins"/>
                <a:ea typeface="Poppins"/>
                <a:cs typeface="Poppins"/>
                <a:sym typeface="Poppins"/>
              </a:rPr>
              <a:t>Role-based: Setting AI persona</a:t>
            </a:r>
            <a:endParaRPr b="0" i="0" sz="2000" u="none" cap="none" strike="noStrike">
              <a:solidFill>
                <a:srgbClr val="000000"/>
              </a:solidFill>
              <a:latin typeface="Poppins"/>
              <a:ea typeface="Poppins"/>
              <a:cs typeface="Poppins"/>
              <a:sym typeface="Poppins"/>
            </a:endParaRPr>
          </a:p>
        </p:txBody>
      </p:sp>
      <p:sp>
        <p:nvSpPr>
          <p:cNvPr id="1180" name="Google Shape;1180;p9"/>
          <p:cNvSpPr/>
          <p:nvPr/>
        </p:nvSpPr>
        <p:spPr>
          <a:xfrm>
            <a:off x="703006" y="55657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81" name="Google Shape;1181;p9"/>
          <p:cNvSpPr/>
          <p:nvPr/>
        </p:nvSpPr>
        <p:spPr>
          <a:xfrm>
            <a:off x="1169975" y="2339950"/>
            <a:ext cx="8746500" cy="75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rPr b="1" i="0" lang="en-IN" sz="1800" u="none" cap="none" strike="noStrike">
                <a:solidFill>
                  <a:srgbClr val="0000FF"/>
                </a:solidFill>
                <a:latin typeface="Courier"/>
                <a:ea typeface="Courier"/>
                <a:cs typeface="Courier"/>
                <a:sym typeface="Courier"/>
              </a:rPr>
              <a:t>"Translate the following text to [LANGUAGE]: [INPUT_TEXT]"</a:t>
            </a:r>
            <a:endParaRPr b="1" i="0" sz="800" u="none" cap="none" strike="noStrike">
              <a:solidFill>
                <a:srgbClr val="0000FF"/>
              </a:solidFill>
              <a:latin typeface="Courier"/>
              <a:ea typeface="Courier"/>
              <a:cs typeface="Courier"/>
              <a:sym typeface="Courier"/>
            </a:endParaRPr>
          </a:p>
        </p:txBody>
      </p:sp>
      <p:sp>
        <p:nvSpPr>
          <p:cNvPr id="1182" name="Google Shape;1182;p9"/>
          <p:cNvSpPr/>
          <p:nvPr/>
        </p:nvSpPr>
        <p:spPr>
          <a:xfrm>
            <a:off x="1234525" y="3854013"/>
            <a:ext cx="8746500" cy="75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FF"/>
                </a:solidFill>
                <a:latin typeface="Courier"/>
                <a:ea typeface="Courier"/>
                <a:cs typeface="Courier"/>
                <a:sym typeface="Courier"/>
              </a:rPr>
              <a:t>"From now on, act as a medical doctor..."</a:t>
            </a:r>
            <a:endParaRPr b="1" i="0" sz="1800" u="none" cap="none" strike="noStrike">
              <a:solidFill>
                <a:srgbClr val="0000FF"/>
              </a:solidFill>
              <a:latin typeface="Courier"/>
              <a:ea typeface="Courier"/>
              <a:cs typeface="Courier"/>
              <a:sym typeface="Courier"/>
            </a:endParaRPr>
          </a:p>
        </p:txBody>
      </p:sp>
      <p:sp>
        <p:nvSpPr>
          <p:cNvPr id="1183" name="Google Shape;1183;p9"/>
          <p:cNvSpPr/>
          <p:nvPr/>
        </p:nvSpPr>
        <p:spPr>
          <a:xfrm>
            <a:off x="1268600" y="5423788"/>
            <a:ext cx="8746500" cy="75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FF"/>
                </a:solidFill>
                <a:latin typeface="Courier"/>
                <a:ea typeface="Courier"/>
                <a:cs typeface="Courier"/>
                <a:sym typeface="Courier"/>
              </a:rPr>
              <a:t>"Use format: 'Dear [CUSTOMER_NAME],…'"</a:t>
            </a:r>
            <a:endParaRPr b="1" i="0" sz="18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FF"/>
              </a:solidFill>
              <a:latin typeface="Courier"/>
              <a:ea typeface="Courier"/>
              <a:cs typeface="Courier"/>
              <a:sym typeface="Couri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0"/>
          <p:cNvSpPr/>
          <p:nvPr/>
        </p:nvSpPr>
        <p:spPr>
          <a:xfrm>
            <a:off x="819497" y="41808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89" name="Google Shape;1189;p10"/>
          <p:cNvSpPr/>
          <p:nvPr/>
        </p:nvSpPr>
        <p:spPr>
          <a:xfrm>
            <a:off x="875950" y="2038425"/>
            <a:ext cx="10839300" cy="3884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Zero-Shot</a:t>
            </a:r>
            <a:r>
              <a:rPr b="0" i="0" lang="en-IN" sz="1800" u="none" cap="none" strike="noStrike">
                <a:solidFill>
                  <a:srgbClr val="000000"/>
                </a:solidFill>
                <a:latin typeface="Poppins"/>
                <a:ea typeface="Poppins"/>
                <a:cs typeface="Poppins"/>
                <a:sym typeface="Poppins"/>
              </a:rPr>
              <a:t> </a:t>
            </a:r>
            <a:r>
              <a:rPr b="1" i="0" lang="en-IN" sz="1800" u="none" cap="none" strike="noStrike">
                <a:solidFill>
                  <a:srgbClr val="000000"/>
                </a:solidFill>
                <a:latin typeface="Poppins"/>
                <a:ea typeface="Poppins"/>
                <a:cs typeface="Poppins"/>
                <a:sym typeface="Poppins"/>
              </a:rPr>
              <a:t>:</a:t>
            </a:r>
            <a:r>
              <a:rPr b="0" i="0" lang="en-IN" sz="1800" u="none" cap="none" strike="noStrike">
                <a:solidFill>
                  <a:srgbClr val="000000"/>
                </a:solidFill>
                <a:latin typeface="Poppins"/>
                <a:ea typeface="Poppins"/>
                <a:cs typeface="Poppins"/>
                <a:sym typeface="Poppins"/>
              </a:rPr>
              <a:t> direct task prompt, no examples </a:t>
            </a:r>
            <a:br>
              <a:rPr b="0" i="0" lang="en-IN" sz="1800" u="none" cap="none" strike="noStrike">
                <a:solidFill>
                  <a:srgbClr val="000000"/>
                </a:solidFill>
                <a:latin typeface="Poppins"/>
                <a:ea typeface="Poppins"/>
                <a:cs typeface="Poppins"/>
                <a:sym typeface="Poppins"/>
              </a:rPr>
            </a:br>
            <a:r>
              <a:rPr b="0" i="0" lang="en-IN" sz="1800" u="none" cap="none" strike="noStrike">
                <a:solidFill>
                  <a:srgbClr val="000000"/>
                </a:solidFill>
                <a:latin typeface="Poppins Light"/>
                <a:ea typeface="Poppins Light"/>
                <a:cs typeface="Poppins Light"/>
                <a:sym typeface="Poppins Light"/>
              </a:rPr>
              <a:t>Asks the model to perform a task without showing it how</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One-Shot </a:t>
            </a:r>
            <a:r>
              <a:rPr b="1" i="0" lang="en-IN" sz="1800" u="none" cap="none" strike="noStrike">
                <a:solidFill>
                  <a:srgbClr val="000000"/>
                </a:solidFill>
                <a:latin typeface="Poppins"/>
                <a:ea typeface="Poppins"/>
                <a:cs typeface="Poppins"/>
                <a:sym typeface="Poppins"/>
              </a:rPr>
              <a:t>:</a:t>
            </a:r>
            <a:r>
              <a:rPr b="0" i="0" lang="en-IN" sz="1800" u="none" cap="none" strike="noStrike">
                <a:solidFill>
                  <a:srgbClr val="000000"/>
                </a:solidFill>
                <a:latin typeface="Poppins"/>
                <a:ea typeface="Poppins"/>
                <a:cs typeface="Poppins"/>
                <a:sym typeface="Poppins"/>
              </a:rPr>
              <a:t> include one example to demonstrate the task</a:t>
            </a: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Few-Shot</a:t>
            </a:r>
            <a:r>
              <a:rPr b="0" i="0" lang="en-IN" sz="1800" u="none" cap="none" strike="noStrike">
                <a:solidFill>
                  <a:srgbClr val="000000"/>
                </a:solidFill>
                <a:latin typeface="Poppins"/>
                <a:ea typeface="Poppins"/>
                <a:cs typeface="Poppins"/>
                <a:sym typeface="Poppins"/>
              </a:rPr>
              <a:t> </a:t>
            </a:r>
            <a:r>
              <a:rPr b="1" i="0" lang="en-IN" sz="1800" u="none" cap="none" strike="noStrike">
                <a:solidFill>
                  <a:srgbClr val="000000"/>
                </a:solidFill>
                <a:latin typeface="Poppins"/>
                <a:ea typeface="Poppins"/>
                <a:cs typeface="Poppins"/>
                <a:sym typeface="Poppins"/>
              </a:rPr>
              <a:t>: </a:t>
            </a:r>
            <a:r>
              <a:rPr b="0" i="0" lang="en-IN" sz="1800" u="none" cap="none" strike="noStrike">
                <a:solidFill>
                  <a:srgbClr val="000000"/>
                </a:solidFill>
                <a:latin typeface="Poppins"/>
                <a:ea typeface="Poppins"/>
                <a:cs typeface="Poppins"/>
                <a:sym typeface="Poppins"/>
              </a:rPr>
              <a:t>include a few examples to guide the model's output</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Chain-of-Thought </a:t>
            </a:r>
            <a:r>
              <a:rPr b="1" i="0" lang="en-IN" sz="1800" u="none" cap="none" strike="noStrike">
                <a:solidFill>
                  <a:schemeClr val="dk1"/>
                </a:solidFill>
                <a:latin typeface="Poppins"/>
                <a:ea typeface="Poppins"/>
                <a:cs typeface="Poppins"/>
                <a:sym typeface="Poppins"/>
              </a:rPr>
              <a:t>:</a:t>
            </a:r>
            <a:r>
              <a:rPr b="1" i="0" lang="en-IN" sz="1800" u="none" cap="none" strike="noStrike">
                <a:solidFill>
                  <a:schemeClr val="accent1"/>
                </a:solidFill>
                <a:latin typeface="Poppins"/>
                <a:ea typeface="Poppins"/>
                <a:cs typeface="Poppins"/>
                <a:sym typeface="Poppins"/>
              </a:rPr>
              <a:t> </a:t>
            </a:r>
            <a:r>
              <a:rPr b="0" i="0" lang="en-IN" sz="1800" u="none" cap="none" strike="noStrike">
                <a:solidFill>
                  <a:srgbClr val="000000"/>
                </a:solidFill>
                <a:latin typeface="Poppins"/>
                <a:ea typeface="Poppins"/>
                <a:cs typeface="Poppins"/>
                <a:sym typeface="Poppins"/>
              </a:rPr>
              <a:t>ask the model to explain its reasoning</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Light"/>
                <a:ea typeface="Poppins Light"/>
                <a:cs typeface="Poppins Light"/>
                <a:sym typeface="Poppins Light"/>
              </a:rPr>
              <a:t>Example: Adding "Let's think step by step" to prompts</a:t>
            </a:r>
            <a:endParaRPr b="0" i="0" sz="1800" u="none" cap="none" strike="noStrike">
              <a:solidFill>
                <a:srgbClr val="000000"/>
              </a:solidFill>
              <a:latin typeface="Poppins Light"/>
              <a:ea typeface="Poppins Light"/>
              <a:cs typeface="Poppins Light"/>
              <a:sym typeface="Poppins Light"/>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Role Prompt : </a:t>
            </a:r>
            <a:r>
              <a:rPr b="0" i="0" lang="en-IN" sz="1800" u="none" cap="none" strike="noStrike">
                <a:solidFill>
                  <a:srgbClr val="000000"/>
                </a:solidFill>
                <a:latin typeface="Poppins"/>
                <a:ea typeface="Poppins"/>
                <a:cs typeface="Poppins"/>
                <a:sym typeface="Poppins"/>
              </a:rPr>
              <a:t>specify AI's role/persona</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Light"/>
                <a:ea typeface="Poppins Light"/>
                <a:cs typeface="Poppins Light"/>
                <a:sym typeface="Poppins Light"/>
              </a:rPr>
              <a:t>Example: "As a helpful assistant..." or "You are a math     tutor..."</a:t>
            </a:r>
            <a:endParaRPr b="0" i="0" sz="1800" u="none" cap="none" strike="noStrike">
              <a:solidFill>
                <a:srgbClr val="000000"/>
              </a:solidFill>
              <a:latin typeface="Poppins Light"/>
              <a:ea typeface="Poppins Light"/>
              <a:cs typeface="Poppins Light"/>
              <a:sym typeface="Poppins Light"/>
            </a:endParaRPr>
          </a:p>
        </p:txBody>
      </p:sp>
      <p:sp>
        <p:nvSpPr>
          <p:cNvPr id="1190" name="Google Shape;1190;p10"/>
          <p:cNvSpPr txBox="1"/>
          <p:nvPr/>
        </p:nvSpPr>
        <p:spPr>
          <a:xfrm>
            <a:off x="690372" y="523671"/>
            <a:ext cx="9656700" cy="98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IN" sz="4400" u="none" cap="none" strike="noStrike">
                <a:solidFill>
                  <a:srgbClr val="000000"/>
                </a:solidFill>
                <a:latin typeface="Arial"/>
                <a:ea typeface="Arial"/>
                <a:cs typeface="Arial"/>
                <a:sym typeface="Arial"/>
              </a:rPr>
              <a:t>Common Prompt Pattern Examples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1"/>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196" name="Google Shape;1196;p11"/>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Prompt Pattern Examples</a:t>
            </a:r>
            <a:endParaRPr b="1" i="0" sz="3200" u="none" cap="none" strike="noStrike">
              <a:solidFill>
                <a:srgbClr val="272D45"/>
              </a:solidFill>
              <a:latin typeface="Poppins"/>
              <a:ea typeface="Poppins"/>
              <a:cs typeface="Poppins"/>
              <a:sym typeface="Poppins"/>
            </a:endParaRPr>
          </a:p>
        </p:txBody>
      </p:sp>
      <p:sp>
        <p:nvSpPr>
          <p:cNvPr id="1197" name="Google Shape;1197;p11"/>
          <p:cNvSpPr txBox="1"/>
          <p:nvPr/>
        </p:nvSpPr>
        <p:spPr>
          <a:xfrm>
            <a:off x="353527" y="1290725"/>
            <a:ext cx="31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Zero-Shot Prompt</a:t>
            </a:r>
            <a:endParaRPr b="1" i="0" sz="1600" u="none" cap="none" strike="noStrike">
              <a:solidFill>
                <a:srgbClr val="000000"/>
              </a:solidFill>
              <a:latin typeface="Poppins"/>
              <a:ea typeface="Poppins"/>
              <a:cs typeface="Poppins"/>
              <a:sym typeface="Poppins"/>
            </a:endParaRPr>
          </a:p>
        </p:txBody>
      </p:sp>
      <p:sp>
        <p:nvSpPr>
          <p:cNvPr id="1198" name="Google Shape;1198;p11"/>
          <p:cNvSpPr txBox="1"/>
          <p:nvPr/>
        </p:nvSpPr>
        <p:spPr>
          <a:xfrm>
            <a:off x="393872" y="4402301"/>
            <a:ext cx="5141100" cy="585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b="0" i="0" lang="en-IN" sz="1600" u="none" cap="none" strike="noStrike">
                <a:solidFill>
                  <a:srgbClr val="000000"/>
                </a:solidFill>
                <a:latin typeface="Poppins"/>
                <a:ea typeface="Poppins"/>
                <a:cs typeface="Poppins"/>
                <a:sym typeface="Poppins"/>
              </a:rPr>
              <a:t>No examples needed - direct instruction works for simple tasks</a:t>
            </a:r>
            <a:endParaRPr b="0" i="0" sz="1200" u="none" cap="none" strike="noStrike">
              <a:solidFill>
                <a:srgbClr val="000000"/>
              </a:solidFill>
              <a:latin typeface="Poppins"/>
              <a:ea typeface="Poppins"/>
              <a:cs typeface="Poppins"/>
              <a:sym typeface="Poppins"/>
            </a:endParaRPr>
          </a:p>
        </p:txBody>
      </p:sp>
      <p:cxnSp>
        <p:nvCxnSpPr>
          <p:cNvPr id="1199" name="Google Shape;1199;p11"/>
          <p:cNvCxnSpPr/>
          <p:nvPr/>
        </p:nvCxnSpPr>
        <p:spPr>
          <a:xfrm>
            <a:off x="6065134" y="1290725"/>
            <a:ext cx="0" cy="5052202"/>
          </a:xfrm>
          <a:prstGeom prst="straightConnector1">
            <a:avLst/>
          </a:prstGeom>
          <a:noFill/>
          <a:ln cap="flat" cmpd="sng" w="57150">
            <a:solidFill>
              <a:srgbClr val="00B0F2"/>
            </a:solidFill>
            <a:prstDash val="solid"/>
            <a:round/>
            <a:headEnd len="sm" w="sm" type="none"/>
            <a:tailEnd len="sm" w="sm" type="none"/>
          </a:ln>
        </p:spPr>
      </p:cxnSp>
      <p:sp>
        <p:nvSpPr>
          <p:cNvPr id="1200" name="Google Shape;1200;p11"/>
          <p:cNvSpPr/>
          <p:nvPr/>
        </p:nvSpPr>
        <p:spPr>
          <a:xfrm>
            <a:off x="393875" y="1780050"/>
            <a:ext cx="5409900" cy="174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rial"/>
              <a:buNone/>
            </a:pPr>
            <a:r>
              <a:rPr b="1" i="0" lang="en-IN" sz="1600" u="none" cap="none" strike="noStrike">
                <a:solidFill>
                  <a:srgbClr val="0000FF"/>
                </a:solidFill>
                <a:latin typeface="Courier"/>
                <a:ea typeface="Courier"/>
                <a:cs typeface="Courier"/>
                <a:sym typeface="Courier"/>
              </a:rPr>
              <a:t>Classify the text into neutral, negative or positive.</a:t>
            </a:r>
            <a:br>
              <a:rPr b="1" i="0" lang="en-IN" sz="1600" u="none" cap="none" strike="noStrike">
                <a:solidFill>
                  <a:srgbClr val="0000FF"/>
                </a:solidFill>
                <a:latin typeface="Courier"/>
                <a:ea typeface="Courier"/>
                <a:cs typeface="Courier"/>
                <a:sym typeface="Courier"/>
              </a:rPr>
            </a:b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600"/>
              <a:buFont typeface="Arial"/>
              <a:buNone/>
            </a:pPr>
            <a:r>
              <a:rPr b="1" i="0" lang="en-IN" sz="1600" u="none" cap="none" strike="noStrike">
                <a:solidFill>
                  <a:srgbClr val="0000FF"/>
                </a:solidFill>
                <a:latin typeface="Courier"/>
                <a:ea typeface="Courier"/>
                <a:cs typeface="Courier"/>
                <a:sym typeface="Courier"/>
              </a:rPr>
              <a:t>Text: I think the vacation is okay.</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600"/>
              <a:buFont typeface="Arial"/>
              <a:buNone/>
            </a:pPr>
            <a:r>
              <a:rPr b="1" i="0" lang="en-IN" sz="1600" u="none" cap="none" strike="noStrike">
                <a:solidFill>
                  <a:srgbClr val="0000FF"/>
                </a:solidFill>
                <a:latin typeface="Courier"/>
                <a:ea typeface="Courier"/>
                <a:cs typeface="Courier"/>
                <a:sym typeface="Courier"/>
              </a:rPr>
              <a:t>Sentiment:</a:t>
            </a:r>
            <a:endParaRPr b="1" i="0" sz="1600" u="none" cap="none" strike="noStrike">
              <a:solidFill>
                <a:srgbClr val="0000FF"/>
              </a:solidFill>
              <a:latin typeface="Courier"/>
              <a:ea typeface="Courier"/>
              <a:cs typeface="Courier"/>
              <a:sym typeface="Courier"/>
            </a:endParaRPr>
          </a:p>
        </p:txBody>
      </p:sp>
      <p:sp>
        <p:nvSpPr>
          <p:cNvPr id="1201" name="Google Shape;1201;p11"/>
          <p:cNvSpPr/>
          <p:nvPr/>
        </p:nvSpPr>
        <p:spPr>
          <a:xfrm>
            <a:off x="353525" y="3600450"/>
            <a:ext cx="5409900" cy="4842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rPr b="1" i="1" lang="en-IN" sz="1800" u="none" cap="none" strike="noStrike">
                <a:solidFill>
                  <a:srgbClr val="00FF00"/>
                </a:solidFill>
                <a:latin typeface="Arial"/>
                <a:ea typeface="Arial"/>
                <a:cs typeface="Arial"/>
                <a:sym typeface="Arial"/>
              </a:rPr>
              <a:t>Neutral</a:t>
            </a:r>
            <a:endParaRPr b="1" i="1" sz="1600" u="none" cap="none" strike="noStrike">
              <a:solidFill>
                <a:srgbClr val="00FF00"/>
              </a:solidFill>
              <a:latin typeface="Courier"/>
              <a:ea typeface="Courier"/>
              <a:cs typeface="Courier"/>
              <a:sym typeface="Courier"/>
            </a:endParaRPr>
          </a:p>
        </p:txBody>
      </p:sp>
      <p:sp>
        <p:nvSpPr>
          <p:cNvPr id="1202" name="Google Shape;1202;p11"/>
          <p:cNvSpPr txBox="1"/>
          <p:nvPr/>
        </p:nvSpPr>
        <p:spPr>
          <a:xfrm>
            <a:off x="6563551" y="1200944"/>
            <a:ext cx="4801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One-Shot / Few-Shot Prompt</a:t>
            </a:r>
            <a:endParaRPr b="1" i="0" sz="2200" u="none" cap="none" strike="noStrike">
              <a:solidFill>
                <a:srgbClr val="000000"/>
              </a:solidFill>
              <a:latin typeface="Poppins"/>
              <a:ea typeface="Poppins"/>
              <a:cs typeface="Poppins"/>
              <a:sym typeface="Poppins"/>
            </a:endParaRPr>
          </a:p>
        </p:txBody>
      </p:sp>
      <p:sp>
        <p:nvSpPr>
          <p:cNvPr id="1203" name="Google Shape;1203;p11"/>
          <p:cNvSpPr/>
          <p:nvPr/>
        </p:nvSpPr>
        <p:spPr>
          <a:xfrm>
            <a:off x="6476850" y="1780050"/>
            <a:ext cx="5409900" cy="174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A "whatpu" is a small, furry animal native to Tanzania.</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Use "whatpu" in a sentence: We saw a whatpu today.</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Now: Use "farduddle" in a sentence:</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204" name="Google Shape;1204;p11"/>
          <p:cNvSpPr/>
          <p:nvPr/>
        </p:nvSpPr>
        <p:spPr>
          <a:xfrm>
            <a:off x="6476850" y="3618725"/>
            <a:ext cx="5409900" cy="4842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I tried to farduddle the mixture until it was smooth.</a:t>
            </a:r>
            <a:endParaRPr b="1" i="1" sz="1600" u="none" cap="none" strike="noStrike">
              <a:solidFill>
                <a:srgbClr val="00FF00"/>
              </a:solidFill>
              <a:latin typeface="Arial"/>
              <a:ea typeface="Arial"/>
              <a:cs typeface="Arial"/>
              <a:sym typeface="Arial"/>
            </a:endParaRPr>
          </a:p>
        </p:txBody>
      </p:sp>
      <p:sp>
        <p:nvSpPr>
          <p:cNvPr id="1205" name="Google Shape;1205;p11"/>
          <p:cNvSpPr txBox="1"/>
          <p:nvPr/>
        </p:nvSpPr>
        <p:spPr>
          <a:xfrm>
            <a:off x="6178300" y="4356250"/>
            <a:ext cx="54099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1"/>
              </a:buClr>
              <a:buSzPts val="1600"/>
              <a:buFont typeface="Poppins"/>
              <a:buChar char="●"/>
            </a:pPr>
            <a:r>
              <a:rPr b="0" i="0" lang="en-IN" sz="1600" u="none" cap="none" strike="noStrike">
                <a:solidFill>
                  <a:schemeClr val="dk1"/>
                </a:solidFill>
                <a:latin typeface="Poppins"/>
                <a:ea typeface="Poppins"/>
                <a:cs typeface="Poppins"/>
                <a:sym typeface="Poppins"/>
              </a:rPr>
              <a:t>Model learns from the example and applies same pattern</a:t>
            </a:r>
            <a:endParaRPr b="0" i="0" sz="1600" u="none" cap="none" strike="noStrike">
              <a:solidFill>
                <a:srgbClr val="000000"/>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g372a3a90f18_0_2332"/>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11" name="Google Shape;1211;g372a3a90f18_0_2332"/>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Prompt Pattern Examples</a:t>
            </a:r>
            <a:endParaRPr b="1" i="0" sz="3200" u="none" cap="none" strike="noStrike">
              <a:solidFill>
                <a:srgbClr val="272D45"/>
              </a:solidFill>
              <a:latin typeface="Poppins"/>
              <a:ea typeface="Poppins"/>
              <a:cs typeface="Poppins"/>
              <a:sym typeface="Poppins"/>
            </a:endParaRPr>
          </a:p>
        </p:txBody>
      </p:sp>
      <p:cxnSp>
        <p:nvCxnSpPr>
          <p:cNvPr id="1212" name="Google Shape;1212;g372a3a90f18_0_2332"/>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213" name="Google Shape;1213;g372a3a90f18_0_2332"/>
          <p:cNvSpPr txBox="1"/>
          <p:nvPr/>
        </p:nvSpPr>
        <p:spPr>
          <a:xfrm>
            <a:off x="401001" y="1214806"/>
            <a:ext cx="4801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Chain-of-Thought Prompt</a:t>
            </a:r>
            <a:endParaRPr b="0" i="0" sz="1800" u="none" cap="none" strike="noStrike">
              <a:solidFill>
                <a:srgbClr val="000000"/>
              </a:solidFill>
              <a:latin typeface="Arial"/>
              <a:ea typeface="Arial"/>
              <a:cs typeface="Arial"/>
              <a:sym typeface="Arial"/>
            </a:endParaRPr>
          </a:p>
        </p:txBody>
      </p:sp>
      <p:sp>
        <p:nvSpPr>
          <p:cNvPr id="1214" name="Google Shape;1214;g372a3a90f18_0_2332"/>
          <p:cNvSpPr/>
          <p:nvPr/>
        </p:nvSpPr>
        <p:spPr>
          <a:xfrm>
            <a:off x="401000" y="1745513"/>
            <a:ext cx="5409900" cy="101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The odd numbers are: 15,32,5,13,82,7,1.</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Let's think step by step.</a:t>
            </a:r>
            <a:endParaRPr b="1" i="0" sz="1600" u="none" cap="none" strike="noStrike">
              <a:solidFill>
                <a:srgbClr val="0000FF"/>
              </a:solidFill>
              <a:latin typeface="Courier"/>
              <a:ea typeface="Courier"/>
              <a:cs typeface="Courier"/>
              <a:sym typeface="Courier"/>
            </a:endParaRPr>
          </a:p>
        </p:txBody>
      </p:sp>
      <p:sp>
        <p:nvSpPr>
          <p:cNvPr id="1215" name="Google Shape;1215;g372a3a90f18_0_2332"/>
          <p:cNvSpPr/>
          <p:nvPr/>
        </p:nvSpPr>
        <p:spPr>
          <a:xfrm>
            <a:off x="401000" y="2913213"/>
            <a:ext cx="5409900" cy="2781000"/>
          </a:xfrm>
          <a:prstGeom prst="rect">
            <a:avLst/>
          </a:prstGeom>
          <a:solidFill>
            <a:srgbClr val="7F7F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Looking at each number:</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15: Odd (not divisible by 2)</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32: Even (divisible by 2)</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5: Odd</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13: Odd</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82: Even</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7: Odd</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1: Odd.</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The odd numbers are: 15, 5, 13, 7, 1</a:t>
            </a:r>
            <a:endParaRPr b="1" i="1" sz="1600" u="none" cap="none" strike="noStrike">
              <a:solidFill>
                <a:srgbClr val="00FF00"/>
              </a:solidFill>
              <a:latin typeface="Arial"/>
              <a:ea typeface="Arial"/>
              <a:cs typeface="Arial"/>
              <a:sym typeface="Arial"/>
            </a:endParaRPr>
          </a:p>
        </p:txBody>
      </p:sp>
      <p:sp>
        <p:nvSpPr>
          <p:cNvPr id="1216" name="Google Shape;1216;g372a3a90f18_0_2332"/>
          <p:cNvSpPr txBox="1"/>
          <p:nvPr/>
        </p:nvSpPr>
        <p:spPr>
          <a:xfrm>
            <a:off x="328375" y="5790238"/>
            <a:ext cx="54099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1"/>
              </a:buClr>
              <a:buSzPts val="1600"/>
              <a:buFont typeface="Poppins"/>
              <a:buChar char="●"/>
            </a:pPr>
            <a:r>
              <a:rPr b="0" i="0" lang="en-IN" sz="1600" u="none" cap="none" strike="noStrike">
                <a:solidFill>
                  <a:schemeClr val="dk1"/>
                </a:solidFill>
                <a:latin typeface="Poppins"/>
                <a:ea typeface="Poppins"/>
                <a:cs typeface="Poppins"/>
                <a:sym typeface="Poppins"/>
              </a:rPr>
              <a:t>Adding "Let's think step by step" triggers reasoning</a:t>
            </a:r>
            <a:endParaRPr b="0" i="0" sz="1600" u="none" cap="none" strike="noStrike">
              <a:solidFill>
                <a:srgbClr val="000000"/>
              </a:solidFill>
              <a:latin typeface="Poppins"/>
              <a:ea typeface="Poppins"/>
              <a:cs typeface="Poppins"/>
              <a:sym typeface="Poppins"/>
            </a:endParaRPr>
          </a:p>
        </p:txBody>
      </p:sp>
      <p:sp>
        <p:nvSpPr>
          <p:cNvPr id="1217" name="Google Shape;1217;g372a3a90f18_0_2332"/>
          <p:cNvSpPr txBox="1"/>
          <p:nvPr/>
        </p:nvSpPr>
        <p:spPr>
          <a:xfrm>
            <a:off x="6388401" y="1214531"/>
            <a:ext cx="4801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Role / Persona Prompt</a:t>
            </a:r>
            <a:endParaRPr b="0" i="0" sz="1800" u="none" cap="none" strike="noStrike">
              <a:solidFill>
                <a:srgbClr val="000000"/>
              </a:solidFill>
              <a:latin typeface="Arial"/>
              <a:ea typeface="Arial"/>
              <a:cs typeface="Arial"/>
              <a:sym typeface="Arial"/>
            </a:endParaRPr>
          </a:p>
        </p:txBody>
      </p:sp>
      <p:sp>
        <p:nvSpPr>
          <p:cNvPr id="1218" name="Google Shape;1218;g372a3a90f18_0_2332"/>
          <p:cNvSpPr/>
          <p:nvPr/>
        </p:nvSpPr>
        <p:spPr>
          <a:xfrm>
            <a:off x="6388400" y="1745238"/>
            <a:ext cx="5409900" cy="101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You are a helpful 2nd‑grade teacher.</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Explain why the sky is blue.</a:t>
            </a:r>
            <a:endParaRPr b="1" i="0" sz="1600" u="none" cap="none" strike="noStrike">
              <a:solidFill>
                <a:srgbClr val="0000FF"/>
              </a:solidFill>
              <a:latin typeface="Courier"/>
              <a:ea typeface="Courier"/>
              <a:cs typeface="Courier"/>
              <a:sym typeface="Courier"/>
            </a:endParaRPr>
          </a:p>
        </p:txBody>
      </p:sp>
      <p:sp>
        <p:nvSpPr>
          <p:cNvPr id="1219" name="Google Shape;1219;g372a3a90f18_0_2332"/>
          <p:cNvSpPr/>
          <p:nvPr/>
        </p:nvSpPr>
        <p:spPr>
          <a:xfrm>
            <a:off x="6388400" y="2912938"/>
            <a:ext cx="5409900" cy="2781000"/>
          </a:xfrm>
          <a:prstGeom prst="rect">
            <a:avLst/>
          </a:prstGeom>
          <a:solidFill>
            <a:srgbClr val="7F7F7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Hi there! The sky looks blue because sunlight plays a game with our air!</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The sun's light is like a rainbow mixed together. When it hits tiny parts of air, the blue light bounces around the most - like how a blue ball bounces higher than other colors!</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1" sz="16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1" lang="en-IN" sz="1600" u="none" cap="none" strike="noStrike">
                <a:solidFill>
                  <a:srgbClr val="00FF00"/>
                </a:solidFill>
                <a:latin typeface="Arial"/>
                <a:ea typeface="Arial"/>
                <a:cs typeface="Arial"/>
                <a:sym typeface="Arial"/>
              </a:rPr>
              <a:t>That bouncing blue light spreads all through the sky, making it look blue to our eyes. Isn't that cool?</a:t>
            </a:r>
            <a:endParaRPr b="1" i="1" sz="1600" u="none" cap="none" strike="noStrike">
              <a:solidFill>
                <a:srgbClr val="00FF00"/>
              </a:solidFill>
              <a:latin typeface="Arial"/>
              <a:ea typeface="Arial"/>
              <a:cs typeface="Arial"/>
              <a:sym typeface="Arial"/>
            </a:endParaRPr>
          </a:p>
        </p:txBody>
      </p:sp>
      <p:sp>
        <p:nvSpPr>
          <p:cNvPr id="1220" name="Google Shape;1220;g372a3a90f18_0_2332"/>
          <p:cNvSpPr txBox="1"/>
          <p:nvPr/>
        </p:nvSpPr>
        <p:spPr>
          <a:xfrm>
            <a:off x="6315775" y="5789963"/>
            <a:ext cx="54099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1"/>
              </a:buClr>
              <a:buSzPts val="1600"/>
              <a:buFont typeface="Poppins"/>
              <a:buChar char="●"/>
            </a:pPr>
            <a:r>
              <a:rPr b="0" i="0" lang="en-IN" sz="1600" u="none" cap="none" strike="noStrike">
                <a:solidFill>
                  <a:schemeClr val="dk1"/>
                </a:solidFill>
                <a:latin typeface="Poppins"/>
                <a:ea typeface="Poppins"/>
                <a:cs typeface="Poppins"/>
                <a:sym typeface="Poppins"/>
              </a:rPr>
              <a:t>Model adjusts tone and complexity for specified audience</a:t>
            </a:r>
            <a:endParaRPr b="0" i="0" sz="1600" u="none" cap="none" strike="noStrike">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3"/>
          <p:cNvSpPr txBox="1"/>
          <p:nvPr/>
        </p:nvSpPr>
        <p:spPr>
          <a:xfrm>
            <a:off x="1488625" y="1955399"/>
            <a:ext cx="9514500" cy="375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accent1"/>
                </a:solidFill>
                <a:latin typeface="Poppins"/>
                <a:ea typeface="Poppins"/>
                <a:cs typeface="Poppins"/>
                <a:sym typeface="Poppins"/>
              </a:rPr>
              <a:t>ChatGPT</a:t>
            </a:r>
            <a:r>
              <a:rPr b="1" i="0" lang="en-IN" sz="2000" u="none" cap="none" strike="noStrike">
                <a:solidFill>
                  <a:srgbClr val="000000"/>
                </a:solidFill>
                <a:latin typeface="Poppins"/>
                <a:ea typeface="Poppins"/>
                <a:cs typeface="Poppins"/>
                <a:sym typeface="Poppins"/>
              </a:rPr>
              <a:t> (OpenAI)</a:t>
            </a:r>
            <a:r>
              <a:rPr b="0" i="0" lang="en-IN" sz="2000" u="none" cap="none" strike="noStrike">
                <a:solidFill>
                  <a:srgbClr val="000000"/>
                </a:solidFill>
                <a:latin typeface="Poppins"/>
                <a:ea typeface="Poppins"/>
                <a:cs typeface="Poppins"/>
                <a:sym typeface="Poppins"/>
              </a:rPr>
              <a:t>:</a:t>
            </a:r>
            <a:endParaRPr b="0" i="0" sz="20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Strong multi-step reasoning; responds well to detailed prompts</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br>
              <a:rPr b="0" i="0" lang="en-IN" sz="2000" u="none" cap="none" strike="noStrike">
                <a:solidFill>
                  <a:srgbClr val="000000"/>
                </a:solidFill>
                <a:latin typeface="Poppins"/>
                <a:ea typeface="Poppins"/>
                <a:cs typeface="Poppins"/>
                <a:sym typeface="Poppins"/>
              </a:rPr>
            </a:br>
            <a:endParaRPr b="0" i="0" sz="20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accent1"/>
                </a:solidFill>
                <a:latin typeface="Poppins"/>
                <a:ea typeface="Poppins"/>
                <a:cs typeface="Poppins"/>
                <a:sym typeface="Poppins"/>
              </a:rPr>
              <a:t>Claude</a:t>
            </a:r>
            <a:r>
              <a:rPr b="1" i="0" lang="en-IN" sz="2000" u="none" cap="none" strike="noStrike">
                <a:solidFill>
                  <a:srgbClr val="000000"/>
                </a:solidFill>
                <a:latin typeface="Poppins"/>
                <a:ea typeface="Poppins"/>
                <a:cs typeface="Poppins"/>
                <a:sym typeface="Poppins"/>
              </a:rPr>
              <a:t> (Anthropic):</a:t>
            </a:r>
            <a:endParaRPr b="1" i="0" sz="2000" u="none" cap="none" strike="noStrike">
              <a:solidFill>
                <a:srgbClr val="000000"/>
              </a:solidFill>
              <a:latin typeface="Poppins"/>
              <a:ea typeface="Poppins"/>
              <a:cs typeface="Poppins"/>
              <a:sym typeface="Poppins"/>
            </a:endParaRPr>
          </a:p>
          <a:p>
            <a:pPr indent="-355600" lvl="0" marL="457200" marR="0" rtl="0" algn="l">
              <a:lnSpc>
                <a:spcPct val="100000"/>
              </a:lnSpc>
              <a:spcBef>
                <a:spcPts val="0"/>
              </a:spcBef>
              <a:spcAft>
                <a:spcPts val="0"/>
              </a:spcAft>
              <a:buClr>
                <a:srgbClr val="000000"/>
              </a:buClr>
              <a:buSzPts val="2000"/>
              <a:buFont typeface="Poppins"/>
              <a:buChar char="●"/>
            </a:pPr>
            <a:r>
              <a:rPr b="0" i="0" lang="en-IN" sz="2000" u="none" cap="none" strike="noStrike">
                <a:solidFill>
                  <a:srgbClr val="000000"/>
                </a:solidFill>
                <a:latin typeface="Poppins"/>
                <a:ea typeface="Poppins"/>
                <a:cs typeface="Poppins"/>
                <a:sym typeface="Poppins"/>
              </a:rPr>
              <a:t>Safe and empathetic style; avoids unsolicited lists in casual replies</a:t>
            </a:r>
            <a:endParaRPr b="0" i="0" sz="20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br>
              <a:rPr b="0" i="0" lang="en-IN" sz="2000" u="none" cap="none" strike="noStrike">
                <a:solidFill>
                  <a:srgbClr val="000000"/>
                </a:solidFill>
                <a:latin typeface="Poppins"/>
                <a:ea typeface="Poppins"/>
                <a:cs typeface="Poppins"/>
                <a:sym typeface="Poppins"/>
              </a:rPr>
            </a:br>
            <a:endParaRPr b="0" i="0" sz="20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chemeClr val="accent1"/>
                </a:solidFill>
                <a:latin typeface="Poppins"/>
                <a:ea typeface="Poppins"/>
                <a:cs typeface="Poppins"/>
                <a:sym typeface="Poppins"/>
              </a:rPr>
              <a:t>Gemini </a:t>
            </a:r>
            <a:r>
              <a:rPr b="1" i="0" lang="en-IN" sz="2000" u="none" cap="none" strike="noStrike">
                <a:solidFill>
                  <a:srgbClr val="000000"/>
                </a:solidFill>
                <a:latin typeface="Poppins"/>
                <a:ea typeface="Poppins"/>
                <a:cs typeface="Poppins"/>
                <a:sym typeface="Poppins"/>
              </a:rPr>
              <a:t>(Google):</a:t>
            </a:r>
            <a:endParaRPr b="1" i="0" sz="2000" u="none" cap="none" strike="noStrike">
              <a:solidFill>
                <a:srgbClr val="000000"/>
              </a:solidFill>
              <a:latin typeface="Poppins"/>
              <a:ea typeface="Poppins"/>
              <a:cs typeface="Poppins"/>
              <a:sym typeface="Poppins"/>
            </a:endParaRPr>
          </a:p>
          <a:p>
            <a:pPr indent="-355600" lvl="0" marL="457200" marR="0" rtl="0" algn="l">
              <a:lnSpc>
                <a:spcPct val="100000"/>
              </a:lnSpc>
              <a:spcBef>
                <a:spcPts val="0"/>
              </a:spcBef>
              <a:spcAft>
                <a:spcPts val="0"/>
              </a:spcAft>
              <a:buClr>
                <a:srgbClr val="000000"/>
              </a:buClr>
              <a:buSzPts val="2000"/>
              <a:buFont typeface="Poppins"/>
              <a:buChar char="●"/>
            </a:pPr>
            <a:r>
              <a:rPr b="0" i="0" lang="en-IN" sz="2000" u="none" cap="none" strike="noStrike">
                <a:solidFill>
                  <a:srgbClr val="000000"/>
                </a:solidFill>
                <a:latin typeface="Poppins"/>
                <a:ea typeface="Poppins"/>
                <a:cs typeface="Poppins"/>
                <a:sym typeface="Poppins"/>
              </a:rPr>
              <a:t>Multimodal (text, image, audio) support; huge context window for long inputs</a:t>
            </a:r>
            <a:endParaRPr b="0" i="0" sz="20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Poppins"/>
              <a:ea typeface="Poppins"/>
              <a:cs typeface="Poppins"/>
              <a:sym typeface="Poppins"/>
            </a:endParaRPr>
          </a:p>
        </p:txBody>
      </p:sp>
      <p:sp>
        <p:nvSpPr>
          <p:cNvPr id="1226" name="Google Shape;1226;p13"/>
          <p:cNvSpPr txBox="1"/>
          <p:nvPr/>
        </p:nvSpPr>
        <p:spPr>
          <a:xfrm>
            <a:off x="590219" y="556577"/>
            <a:ext cx="51090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Model-Specific Examples</a:t>
            </a:r>
            <a:endParaRPr b="1" i="0" sz="3200" u="none" cap="none" strike="noStrike">
              <a:solidFill>
                <a:srgbClr val="000000"/>
              </a:solidFill>
              <a:latin typeface="Poppins"/>
              <a:ea typeface="Poppins"/>
              <a:cs typeface="Poppins"/>
              <a:sym typeface="Poppins"/>
            </a:endParaRPr>
          </a:p>
        </p:txBody>
      </p:sp>
      <p:sp>
        <p:nvSpPr>
          <p:cNvPr id="1227" name="Google Shape;1227;p13"/>
          <p:cNvSpPr/>
          <p:nvPr/>
        </p:nvSpPr>
        <p:spPr>
          <a:xfrm>
            <a:off x="703006" y="48037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28" name="Google Shape;1228;p13"/>
          <p:cNvSpPr txBox="1"/>
          <p:nvPr/>
        </p:nvSpPr>
        <p:spPr>
          <a:xfrm>
            <a:off x="2343925" y="5768325"/>
            <a:ext cx="94284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rPr b="0" i="1" lang="en-IN" sz="1600" u="none" cap="none" strike="noStrike">
                <a:solidFill>
                  <a:schemeClr val="dk1"/>
                </a:solidFill>
                <a:latin typeface="Poppins"/>
                <a:ea typeface="Poppins"/>
                <a:cs typeface="Poppins"/>
                <a:sym typeface="Poppins"/>
              </a:rPr>
              <a:t>Tailor your prompts to each model's style and strengths</a:t>
            </a:r>
            <a:endParaRPr b="0" i="1" sz="1000" u="none" cap="none" strike="noStrike">
              <a:solidFill>
                <a:srgbClr val="000000"/>
              </a:solidFill>
              <a:latin typeface="Arial"/>
              <a:ea typeface="Arial"/>
              <a:cs typeface="Arial"/>
              <a:sym typeface="Arial"/>
            </a:endParaRPr>
          </a:p>
        </p:txBody>
      </p:sp>
      <p:pic>
        <p:nvPicPr>
          <p:cNvPr id="1229" name="Google Shape;1229;p13"/>
          <p:cNvPicPr preferRelativeResize="0"/>
          <p:nvPr/>
        </p:nvPicPr>
        <p:blipFill rotWithShape="1">
          <a:blip r:embed="rId3">
            <a:alphaModFix/>
          </a:blip>
          <a:srcRect b="0" l="0" r="0" t="0"/>
          <a:stretch/>
        </p:blipFill>
        <p:spPr>
          <a:xfrm>
            <a:off x="930746" y="1955400"/>
            <a:ext cx="431100" cy="431100"/>
          </a:xfrm>
          <a:prstGeom prst="rect">
            <a:avLst/>
          </a:prstGeom>
          <a:noFill/>
          <a:ln>
            <a:noFill/>
          </a:ln>
        </p:spPr>
      </p:pic>
      <p:pic>
        <p:nvPicPr>
          <p:cNvPr id="1230" name="Google Shape;1230;p13"/>
          <p:cNvPicPr preferRelativeResize="0"/>
          <p:nvPr/>
        </p:nvPicPr>
        <p:blipFill rotWithShape="1">
          <a:blip r:embed="rId4">
            <a:alphaModFix/>
          </a:blip>
          <a:srcRect b="0" l="0" r="0" t="0"/>
          <a:stretch/>
        </p:blipFill>
        <p:spPr>
          <a:xfrm>
            <a:off x="965700" y="3212275"/>
            <a:ext cx="361199" cy="361201"/>
          </a:xfrm>
          <a:prstGeom prst="rect">
            <a:avLst/>
          </a:prstGeom>
          <a:noFill/>
          <a:ln>
            <a:noFill/>
          </a:ln>
        </p:spPr>
      </p:pic>
      <p:pic>
        <p:nvPicPr>
          <p:cNvPr id="1231" name="Google Shape;1231;p13"/>
          <p:cNvPicPr preferRelativeResize="0"/>
          <p:nvPr/>
        </p:nvPicPr>
        <p:blipFill rotWithShape="1">
          <a:blip r:embed="rId5">
            <a:alphaModFix/>
          </a:blip>
          <a:srcRect b="0" l="0" r="0" t="0"/>
          <a:stretch/>
        </p:blipFill>
        <p:spPr>
          <a:xfrm>
            <a:off x="901095" y="4354525"/>
            <a:ext cx="490425" cy="490425"/>
          </a:xfrm>
          <a:prstGeom prst="rect">
            <a:avLst/>
          </a:prstGeom>
          <a:noFill/>
          <a:ln>
            <a:noFill/>
          </a:ln>
        </p:spPr>
      </p:pic>
      <p:pic>
        <p:nvPicPr>
          <p:cNvPr id="1232" name="Google Shape;1232;p13"/>
          <p:cNvPicPr preferRelativeResize="0"/>
          <p:nvPr/>
        </p:nvPicPr>
        <p:blipFill rotWithShape="1">
          <a:blip r:embed="rId6">
            <a:alphaModFix/>
          </a:blip>
          <a:srcRect b="0" l="0" r="0" t="0"/>
          <a:stretch/>
        </p:blipFill>
        <p:spPr>
          <a:xfrm>
            <a:off x="2431545" y="5768324"/>
            <a:ext cx="431100" cy="431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g372a3a90f18_0_2363"/>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38" name="Google Shape;1238;g372a3a90f18_0_2363"/>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IN" sz="3200" u="none" cap="none" strike="noStrike">
                <a:solidFill>
                  <a:schemeClr val="dk1"/>
                </a:solidFill>
                <a:latin typeface="Poppins"/>
                <a:ea typeface="Poppins"/>
                <a:cs typeface="Poppins"/>
                <a:sym typeface="Poppins"/>
              </a:rPr>
              <a:t>Live Demonstrations</a:t>
            </a:r>
            <a:endParaRPr b="1" i="0" sz="3200" u="none" cap="none" strike="noStrike">
              <a:solidFill>
                <a:srgbClr val="272D45"/>
              </a:solidFill>
              <a:latin typeface="Poppins"/>
              <a:ea typeface="Poppins"/>
              <a:cs typeface="Poppins"/>
              <a:sym typeface="Poppins"/>
            </a:endParaRPr>
          </a:p>
        </p:txBody>
      </p:sp>
      <p:sp>
        <p:nvSpPr>
          <p:cNvPr id="1239" name="Google Shape;1239;g372a3a90f18_0_2363"/>
          <p:cNvSpPr txBox="1"/>
          <p:nvPr/>
        </p:nvSpPr>
        <p:spPr>
          <a:xfrm>
            <a:off x="353524" y="1290725"/>
            <a:ext cx="50928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Demo 1 : </a:t>
            </a:r>
            <a:r>
              <a:rPr b="1" i="0" lang="en-IN" sz="2200" u="none" cap="none" strike="noStrike">
                <a:solidFill>
                  <a:schemeClr val="dk1"/>
                </a:solidFill>
                <a:latin typeface="Poppins"/>
                <a:ea typeface="Poppins"/>
                <a:cs typeface="Poppins"/>
                <a:sym typeface="Poppins"/>
              </a:rPr>
              <a:t>Zero-Shot Prompt</a:t>
            </a:r>
            <a:endParaRPr b="1" i="0" sz="1600" u="none" cap="none" strike="noStrike">
              <a:solidFill>
                <a:schemeClr val="dk1"/>
              </a:solidFill>
              <a:latin typeface="Poppins"/>
              <a:ea typeface="Poppins"/>
              <a:cs typeface="Poppins"/>
              <a:sym typeface="Poppins"/>
            </a:endParaRPr>
          </a:p>
        </p:txBody>
      </p:sp>
      <p:sp>
        <p:nvSpPr>
          <p:cNvPr id="1240" name="Google Shape;1240;g372a3a90f18_0_2363"/>
          <p:cNvSpPr txBox="1"/>
          <p:nvPr/>
        </p:nvSpPr>
        <p:spPr>
          <a:xfrm>
            <a:off x="393872" y="4733126"/>
            <a:ext cx="5141100" cy="831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b="1" i="1" lang="en-IN" sz="1600" u="none" cap="none" strike="noStrike">
                <a:solidFill>
                  <a:srgbClr val="000000"/>
                </a:solidFill>
                <a:latin typeface="Poppins"/>
                <a:ea typeface="Poppins"/>
                <a:cs typeface="Poppins"/>
                <a:sym typeface="Poppins"/>
              </a:rPr>
              <a:t>Expected outcome:</a:t>
            </a:r>
            <a:endParaRPr b="1" i="1" sz="16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Generic explanation with variable details and focus areas</a:t>
            </a:r>
            <a:endParaRPr b="0" i="0" sz="1600" u="none" cap="none" strike="noStrike">
              <a:solidFill>
                <a:srgbClr val="000000"/>
              </a:solidFill>
              <a:latin typeface="Poppins"/>
              <a:ea typeface="Poppins"/>
              <a:cs typeface="Poppins"/>
              <a:sym typeface="Poppins"/>
            </a:endParaRPr>
          </a:p>
        </p:txBody>
      </p:sp>
      <p:cxnSp>
        <p:nvCxnSpPr>
          <p:cNvPr id="1241" name="Google Shape;1241;g372a3a90f18_0_2363"/>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242" name="Google Shape;1242;g372a3a90f18_0_2363"/>
          <p:cNvSpPr/>
          <p:nvPr/>
        </p:nvSpPr>
        <p:spPr>
          <a:xfrm>
            <a:off x="393875" y="1780050"/>
            <a:ext cx="5409900" cy="174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Explain quantum computing.</a:t>
            </a:r>
            <a:endParaRPr b="1" i="0" sz="1600" u="none" cap="none" strike="noStrike">
              <a:solidFill>
                <a:srgbClr val="0000FF"/>
              </a:solidFill>
              <a:latin typeface="Courier"/>
              <a:ea typeface="Courier"/>
              <a:cs typeface="Courier"/>
              <a:sym typeface="Courier"/>
            </a:endParaRPr>
          </a:p>
        </p:txBody>
      </p:sp>
      <p:sp>
        <p:nvSpPr>
          <p:cNvPr id="1243" name="Google Shape;1243;g372a3a90f18_0_2363"/>
          <p:cNvSpPr txBox="1"/>
          <p:nvPr/>
        </p:nvSpPr>
        <p:spPr>
          <a:xfrm>
            <a:off x="6563551" y="1200944"/>
            <a:ext cx="48012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Demo 2 : </a:t>
            </a:r>
            <a:r>
              <a:rPr b="1" i="0" lang="en-IN" sz="2200" u="none" cap="none" strike="noStrike">
                <a:solidFill>
                  <a:schemeClr val="dk1"/>
                </a:solidFill>
                <a:latin typeface="Poppins"/>
                <a:ea typeface="Poppins"/>
                <a:cs typeface="Poppins"/>
                <a:sym typeface="Poppins"/>
              </a:rPr>
              <a:t>One-Shot / Few-Shot Prompt</a:t>
            </a:r>
            <a:endParaRPr b="1" i="0" sz="2200" u="none" cap="none" strike="noStrike">
              <a:solidFill>
                <a:schemeClr val="dk1"/>
              </a:solidFill>
              <a:latin typeface="Poppins"/>
              <a:ea typeface="Poppins"/>
              <a:cs typeface="Poppins"/>
              <a:sym typeface="Poppins"/>
            </a:endParaRPr>
          </a:p>
        </p:txBody>
      </p:sp>
      <p:sp>
        <p:nvSpPr>
          <p:cNvPr id="1244" name="Google Shape;1244;g372a3a90f18_0_2363"/>
          <p:cNvSpPr/>
          <p:nvPr/>
        </p:nvSpPr>
        <p:spPr>
          <a:xfrm>
            <a:off x="6476850" y="2084850"/>
            <a:ext cx="5409900" cy="24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i="0" lang="en-IN" sz="1600" u="none" cap="none" strike="noStrike">
                <a:solidFill>
                  <a:srgbClr val="0000FF"/>
                </a:solidFill>
                <a:latin typeface="Courier"/>
                <a:ea typeface="Courier"/>
                <a:cs typeface="Courier"/>
                <a:sym typeface="Courier"/>
              </a:rPr>
            </a:br>
            <a:r>
              <a:rPr b="1" i="0" lang="en-IN" sz="1600" u="none" cap="none" strike="noStrike">
                <a:solidFill>
                  <a:srgbClr val="0000FF"/>
                </a:solidFill>
                <a:latin typeface="Courier"/>
                <a:ea typeface="Courier"/>
                <a:cs typeface="Courier"/>
                <a:sym typeface="Courier"/>
              </a:rPr>
              <a:t>Explain quantum computing.</a:t>
            </a:r>
            <a:br>
              <a:rPr b="1" i="0" lang="en-IN" sz="1600" u="none" cap="none" strike="noStrike">
                <a:solidFill>
                  <a:srgbClr val="0000FF"/>
                </a:solidFill>
                <a:latin typeface="Courier"/>
                <a:ea typeface="Courier"/>
                <a:cs typeface="Courier"/>
                <a:sym typeface="Courier"/>
              </a:rPr>
            </a:b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Example explanation for AI:</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AI is a technology that allows computers to mimic human intelligence through algorithms and data. It powers virtual</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assistants, recommendation systems, and self-driving cars.</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245" name="Google Shape;1245;g372a3a90f18_0_2363"/>
          <p:cNvSpPr txBox="1"/>
          <p:nvPr/>
        </p:nvSpPr>
        <p:spPr>
          <a:xfrm>
            <a:off x="645600" y="3654275"/>
            <a:ext cx="5450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Demonstrate how adding "step by step" changes output</a:t>
            </a:r>
            <a:endParaRPr b="0" i="0" sz="1200" u="none" cap="none" strike="noStrike">
              <a:solidFill>
                <a:srgbClr val="000000"/>
              </a:solidFill>
              <a:latin typeface="Poppins"/>
              <a:ea typeface="Poppins"/>
              <a:cs typeface="Poppins"/>
              <a:sym typeface="Poppins"/>
            </a:endParaRPr>
          </a:p>
        </p:txBody>
      </p:sp>
      <p:sp>
        <p:nvSpPr>
          <p:cNvPr id="1246" name="Google Shape;1246;g372a3a90f18_0_2363"/>
          <p:cNvSpPr txBox="1"/>
          <p:nvPr/>
        </p:nvSpPr>
        <p:spPr>
          <a:xfrm>
            <a:off x="6740519" y="4581350"/>
            <a:ext cx="39642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Show how adding an example improves format consistency</a:t>
            </a:r>
            <a:endParaRPr b="0" i="0" sz="1600" u="none" cap="none" strike="noStrike">
              <a:solidFill>
                <a:srgbClr val="000000"/>
              </a:solidFill>
              <a:latin typeface="Poppins"/>
              <a:ea typeface="Poppins"/>
              <a:cs typeface="Poppins"/>
              <a:sym typeface="Poppins"/>
            </a:endParaRPr>
          </a:p>
        </p:txBody>
      </p:sp>
      <p:sp>
        <p:nvSpPr>
          <p:cNvPr id="1247" name="Google Shape;1247;g372a3a90f18_0_2363"/>
          <p:cNvSpPr txBox="1"/>
          <p:nvPr/>
        </p:nvSpPr>
        <p:spPr>
          <a:xfrm>
            <a:off x="6476847" y="5458426"/>
            <a:ext cx="5141100" cy="831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b="1" i="1" lang="en-IN" sz="1600" u="none" cap="none" strike="noStrike">
                <a:solidFill>
                  <a:srgbClr val="000000"/>
                </a:solidFill>
                <a:latin typeface="Poppins"/>
                <a:ea typeface="Poppins"/>
                <a:cs typeface="Poppins"/>
                <a:sym typeface="Poppins"/>
              </a:rPr>
              <a:t>Expected outcome:</a:t>
            </a:r>
            <a:endParaRPr b="1" i="1" sz="16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More structured explanation following the provided example format</a:t>
            </a:r>
            <a:endParaRPr b="0" i="0" sz="1600" u="none" cap="none" strike="noStrike">
              <a:solidFill>
                <a:srgbClr val="000000"/>
              </a:solidFill>
              <a:latin typeface="Poppins"/>
              <a:ea typeface="Poppins"/>
              <a:cs typeface="Poppins"/>
              <a:sym typeface="Poppins"/>
            </a:endParaRPr>
          </a:p>
        </p:txBody>
      </p:sp>
      <p:pic>
        <p:nvPicPr>
          <p:cNvPr id="1248" name="Google Shape;1248;g372a3a90f18_0_2363"/>
          <p:cNvPicPr preferRelativeResize="0"/>
          <p:nvPr/>
        </p:nvPicPr>
        <p:blipFill rotWithShape="1">
          <a:blip r:embed="rId3">
            <a:alphaModFix/>
          </a:blip>
          <a:srcRect b="0" l="0" r="0" t="0"/>
          <a:stretch/>
        </p:blipFill>
        <p:spPr>
          <a:xfrm>
            <a:off x="353520" y="3654274"/>
            <a:ext cx="431100" cy="431100"/>
          </a:xfrm>
          <a:prstGeom prst="rect">
            <a:avLst/>
          </a:prstGeom>
          <a:noFill/>
          <a:ln>
            <a:noFill/>
          </a:ln>
        </p:spPr>
      </p:pic>
      <p:pic>
        <p:nvPicPr>
          <p:cNvPr id="1249" name="Google Shape;1249;g372a3a90f18_0_2363"/>
          <p:cNvPicPr preferRelativeResize="0"/>
          <p:nvPr/>
        </p:nvPicPr>
        <p:blipFill rotWithShape="1">
          <a:blip r:embed="rId3">
            <a:alphaModFix/>
          </a:blip>
          <a:srcRect b="0" l="0" r="0" t="0"/>
          <a:stretch/>
        </p:blipFill>
        <p:spPr>
          <a:xfrm>
            <a:off x="6384370" y="4609149"/>
            <a:ext cx="431100" cy="431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g372a3a90f18_0_2384"/>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55" name="Google Shape;1255;g372a3a90f18_0_2384"/>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chemeClr val="dk1"/>
                </a:solidFill>
                <a:latin typeface="Poppins"/>
                <a:ea typeface="Poppins"/>
                <a:cs typeface="Poppins"/>
                <a:sym typeface="Poppins"/>
              </a:rPr>
              <a:t>Live Demonstrations</a:t>
            </a:r>
            <a:endParaRPr b="1" i="0" sz="3200" u="none" cap="none" strike="noStrike">
              <a:solidFill>
                <a:srgbClr val="272D45"/>
              </a:solidFill>
              <a:latin typeface="Poppins"/>
              <a:ea typeface="Poppins"/>
              <a:cs typeface="Poppins"/>
              <a:sym typeface="Poppins"/>
            </a:endParaRPr>
          </a:p>
        </p:txBody>
      </p:sp>
      <p:sp>
        <p:nvSpPr>
          <p:cNvPr id="1256" name="Google Shape;1256;g372a3a90f18_0_2384"/>
          <p:cNvSpPr txBox="1"/>
          <p:nvPr/>
        </p:nvSpPr>
        <p:spPr>
          <a:xfrm>
            <a:off x="353525" y="1290725"/>
            <a:ext cx="56256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Demo 3 : </a:t>
            </a:r>
            <a:r>
              <a:rPr b="1" i="0" lang="en-IN" sz="2200" u="none" cap="none" strike="noStrike">
                <a:solidFill>
                  <a:schemeClr val="dk1"/>
                </a:solidFill>
                <a:latin typeface="Poppins"/>
                <a:ea typeface="Poppins"/>
                <a:cs typeface="Poppins"/>
                <a:sym typeface="Poppins"/>
              </a:rPr>
              <a:t>Chain-of-thought Reasoning</a:t>
            </a:r>
            <a:endParaRPr b="1" i="0" sz="1600" u="none" cap="none" strike="noStrike">
              <a:solidFill>
                <a:schemeClr val="dk1"/>
              </a:solidFill>
              <a:latin typeface="Poppins"/>
              <a:ea typeface="Poppins"/>
              <a:cs typeface="Poppins"/>
              <a:sym typeface="Poppins"/>
            </a:endParaRPr>
          </a:p>
        </p:txBody>
      </p:sp>
      <p:sp>
        <p:nvSpPr>
          <p:cNvPr id="1257" name="Google Shape;1257;g372a3a90f18_0_2384"/>
          <p:cNvSpPr txBox="1"/>
          <p:nvPr/>
        </p:nvSpPr>
        <p:spPr>
          <a:xfrm>
            <a:off x="393872" y="4733126"/>
            <a:ext cx="5141100" cy="831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b="1" i="1" lang="en-IN" sz="1600" u="none" cap="none" strike="noStrike">
                <a:solidFill>
                  <a:srgbClr val="000000"/>
                </a:solidFill>
                <a:latin typeface="Poppins"/>
                <a:ea typeface="Poppins"/>
                <a:cs typeface="Poppins"/>
                <a:sym typeface="Poppins"/>
              </a:rPr>
              <a:t>Expected outcome:</a:t>
            </a:r>
            <a:endParaRPr b="1" i="1" sz="16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More methodical explanation breaking concepts into logical progression</a:t>
            </a:r>
            <a:endParaRPr b="0" i="0" sz="1600" u="none" cap="none" strike="noStrike">
              <a:solidFill>
                <a:srgbClr val="000000"/>
              </a:solidFill>
              <a:latin typeface="Poppins"/>
              <a:ea typeface="Poppins"/>
              <a:cs typeface="Poppins"/>
              <a:sym typeface="Poppins"/>
            </a:endParaRPr>
          </a:p>
        </p:txBody>
      </p:sp>
      <p:cxnSp>
        <p:nvCxnSpPr>
          <p:cNvPr id="1258" name="Google Shape;1258;g372a3a90f18_0_2384"/>
          <p:cNvCxnSpPr/>
          <p:nvPr/>
        </p:nvCxnSpPr>
        <p:spPr>
          <a:xfrm>
            <a:off x="6065134" y="1290725"/>
            <a:ext cx="0" cy="5052300"/>
          </a:xfrm>
          <a:prstGeom prst="straightConnector1">
            <a:avLst/>
          </a:prstGeom>
          <a:noFill/>
          <a:ln cap="flat" cmpd="sng" w="57150">
            <a:solidFill>
              <a:srgbClr val="00B0F2"/>
            </a:solidFill>
            <a:prstDash val="solid"/>
            <a:round/>
            <a:headEnd len="sm" w="sm" type="none"/>
            <a:tailEnd len="sm" w="sm" type="none"/>
          </a:ln>
        </p:spPr>
      </p:cxnSp>
      <p:sp>
        <p:nvSpPr>
          <p:cNvPr id="1259" name="Google Shape;1259;g372a3a90f18_0_2384"/>
          <p:cNvSpPr/>
          <p:nvPr/>
        </p:nvSpPr>
        <p:spPr>
          <a:xfrm>
            <a:off x="393875" y="2136433"/>
            <a:ext cx="5409900" cy="174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Explain quantum computing. Let's think step by step.</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FF"/>
                </a:solidFill>
                <a:latin typeface="Courier"/>
                <a:ea typeface="Courier"/>
                <a:cs typeface="Courier"/>
                <a:sym typeface="Courier"/>
              </a:rPr>
              <a:t>Demonstrate how adding "step by step" changes output</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260" name="Google Shape;1260;g372a3a90f18_0_2384"/>
          <p:cNvSpPr txBox="1"/>
          <p:nvPr/>
        </p:nvSpPr>
        <p:spPr>
          <a:xfrm>
            <a:off x="6563551" y="1200944"/>
            <a:ext cx="48012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accent1"/>
                </a:solidFill>
                <a:latin typeface="Poppins"/>
                <a:ea typeface="Poppins"/>
                <a:cs typeface="Poppins"/>
                <a:sym typeface="Poppins"/>
              </a:rPr>
              <a:t>Demo 4 : </a:t>
            </a:r>
            <a:r>
              <a:rPr b="1" i="0" lang="en-IN" sz="2200" u="none" cap="none" strike="noStrike">
                <a:solidFill>
                  <a:schemeClr val="dk1"/>
                </a:solidFill>
                <a:latin typeface="Poppins"/>
                <a:ea typeface="Poppins"/>
                <a:cs typeface="Poppins"/>
                <a:sym typeface="Poppins"/>
              </a:rPr>
              <a:t>Compare Multiple Models</a:t>
            </a:r>
            <a:endParaRPr b="1" i="0" sz="2200" u="none" cap="none" strike="noStrike">
              <a:solidFill>
                <a:schemeClr val="dk1"/>
              </a:solidFill>
              <a:latin typeface="Poppins"/>
              <a:ea typeface="Poppins"/>
              <a:cs typeface="Poppins"/>
              <a:sym typeface="Poppins"/>
            </a:endParaRPr>
          </a:p>
        </p:txBody>
      </p:sp>
      <p:sp>
        <p:nvSpPr>
          <p:cNvPr id="1261" name="Google Shape;1261;g372a3a90f18_0_2384"/>
          <p:cNvSpPr/>
          <p:nvPr/>
        </p:nvSpPr>
        <p:spPr>
          <a:xfrm>
            <a:off x="6476850" y="2084850"/>
            <a:ext cx="5409900" cy="24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i="0" lang="en-IN" sz="1600" u="none" cap="none" strike="noStrike">
                <a:solidFill>
                  <a:srgbClr val="0000FF"/>
                </a:solidFill>
                <a:latin typeface="Courier"/>
                <a:ea typeface="Courier"/>
                <a:cs typeface="Courier"/>
                <a:sym typeface="Courier"/>
              </a:rPr>
            </a:br>
            <a:r>
              <a:rPr b="1" i="0" lang="en-IN" sz="1600" u="none" cap="none" strike="noStrike">
                <a:solidFill>
                  <a:srgbClr val="0000FF"/>
                </a:solidFill>
                <a:latin typeface="Courier"/>
                <a:ea typeface="Courier"/>
                <a:cs typeface="Courier"/>
                <a:sym typeface="Courier"/>
              </a:rPr>
              <a:t>Prompt : "Write a short poem about prompt engineering.”</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262" name="Google Shape;1262;g372a3a90f18_0_2384"/>
          <p:cNvSpPr txBox="1"/>
          <p:nvPr/>
        </p:nvSpPr>
        <p:spPr>
          <a:xfrm>
            <a:off x="645600" y="3959075"/>
            <a:ext cx="5450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Poppins"/>
                <a:ea typeface="Poppins"/>
                <a:cs typeface="Poppins"/>
                <a:sym typeface="Poppins"/>
              </a:rPr>
              <a:t>Show basic model response without specific guidance</a:t>
            </a:r>
            <a:endParaRPr b="0" i="0" sz="1200" u="none" cap="none" strike="noStrike">
              <a:solidFill>
                <a:srgbClr val="000000"/>
              </a:solidFill>
              <a:latin typeface="Poppins"/>
              <a:ea typeface="Poppins"/>
              <a:cs typeface="Poppins"/>
              <a:sym typeface="Poppins"/>
            </a:endParaRPr>
          </a:p>
        </p:txBody>
      </p:sp>
      <p:sp>
        <p:nvSpPr>
          <p:cNvPr id="1263" name="Google Shape;1263;g372a3a90f18_0_2384"/>
          <p:cNvSpPr txBox="1"/>
          <p:nvPr/>
        </p:nvSpPr>
        <p:spPr>
          <a:xfrm>
            <a:off x="6740519" y="4581350"/>
            <a:ext cx="396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Compare responses across models:</a:t>
            </a:r>
            <a:endParaRPr b="0" i="0" sz="1600" u="none" cap="none" strike="noStrike">
              <a:solidFill>
                <a:srgbClr val="000000"/>
              </a:solidFill>
              <a:latin typeface="Poppins"/>
              <a:ea typeface="Poppins"/>
              <a:cs typeface="Poppins"/>
              <a:sym typeface="Poppins"/>
            </a:endParaRPr>
          </a:p>
        </p:txBody>
      </p:sp>
      <p:sp>
        <p:nvSpPr>
          <p:cNvPr id="1264" name="Google Shape;1264;g372a3a90f18_0_2384"/>
          <p:cNvSpPr txBox="1"/>
          <p:nvPr/>
        </p:nvSpPr>
        <p:spPr>
          <a:xfrm>
            <a:off x="6476847" y="5512026"/>
            <a:ext cx="5141100" cy="831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b="1" i="1" lang="en-IN" sz="1600" u="none" cap="none" strike="noStrike">
                <a:solidFill>
                  <a:srgbClr val="000000"/>
                </a:solidFill>
                <a:latin typeface="Poppins"/>
                <a:ea typeface="Poppins"/>
                <a:cs typeface="Poppins"/>
                <a:sym typeface="Poppins"/>
              </a:rPr>
              <a:t>Expected outcome:</a:t>
            </a:r>
            <a:endParaRPr b="1" i="1" sz="16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Poppins"/>
                <a:ea typeface="Poppins"/>
                <a:cs typeface="Poppins"/>
                <a:sym typeface="Poppins"/>
              </a:rPr>
              <a:t>Different styles, structures, and creative approaches between models</a:t>
            </a:r>
            <a:endParaRPr b="0" i="0" sz="1600" u="none" cap="none" strike="noStrike">
              <a:solidFill>
                <a:srgbClr val="000000"/>
              </a:solidFill>
              <a:latin typeface="Poppins"/>
              <a:ea typeface="Poppins"/>
              <a:cs typeface="Poppins"/>
              <a:sym typeface="Poppins"/>
            </a:endParaRPr>
          </a:p>
        </p:txBody>
      </p:sp>
      <p:pic>
        <p:nvPicPr>
          <p:cNvPr id="1265" name="Google Shape;1265;g372a3a90f18_0_2384"/>
          <p:cNvPicPr preferRelativeResize="0"/>
          <p:nvPr/>
        </p:nvPicPr>
        <p:blipFill rotWithShape="1">
          <a:blip r:embed="rId3">
            <a:alphaModFix/>
          </a:blip>
          <a:srcRect b="0" l="0" r="0" t="0"/>
          <a:stretch/>
        </p:blipFill>
        <p:spPr>
          <a:xfrm>
            <a:off x="353520" y="3959074"/>
            <a:ext cx="431100" cy="431100"/>
          </a:xfrm>
          <a:prstGeom prst="rect">
            <a:avLst/>
          </a:prstGeom>
          <a:noFill/>
          <a:ln>
            <a:noFill/>
          </a:ln>
        </p:spPr>
      </p:pic>
      <p:pic>
        <p:nvPicPr>
          <p:cNvPr id="1266" name="Google Shape;1266;g372a3a90f18_0_2384"/>
          <p:cNvPicPr preferRelativeResize="0"/>
          <p:nvPr/>
        </p:nvPicPr>
        <p:blipFill rotWithShape="1">
          <a:blip r:embed="rId3">
            <a:alphaModFix/>
          </a:blip>
          <a:srcRect b="0" l="0" r="0" t="0"/>
          <a:stretch/>
        </p:blipFill>
        <p:spPr>
          <a:xfrm>
            <a:off x="6384370" y="4609149"/>
            <a:ext cx="431100" cy="431100"/>
          </a:xfrm>
          <a:prstGeom prst="rect">
            <a:avLst/>
          </a:prstGeom>
          <a:noFill/>
          <a:ln>
            <a:noFill/>
          </a:ln>
        </p:spPr>
      </p:pic>
      <p:sp>
        <p:nvSpPr>
          <p:cNvPr id="1267" name="Google Shape;1267;g372a3a90f18_0_2384"/>
          <p:cNvSpPr txBox="1"/>
          <p:nvPr/>
        </p:nvSpPr>
        <p:spPr>
          <a:xfrm>
            <a:off x="7002850" y="4917775"/>
            <a:ext cx="11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ChatGPT</a:t>
            </a:r>
            <a:endParaRPr b="1" i="0" sz="1400" u="none" cap="none" strike="noStrike">
              <a:solidFill>
                <a:srgbClr val="000000"/>
              </a:solidFill>
              <a:latin typeface="Arial"/>
              <a:ea typeface="Arial"/>
              <a:cs typeface="Arial"/>
              <a:sym typeface="Arial"/>
            </a:endParaRPr>
          </a:p>
        </p:txBody>
      </p:sp>
      <p:sp>
        <p:nvSpPr>
          <p:cNvPr id="1268" name="Google Shape;1268;g372a3a90f18_0_2384"/>
          <p:cNvSpPr txBox="1"/>
          <p:nvPr/>
        </p:nvSpPr>
        <p:spPr>
          <a:xfrm>
            <a:off x="8764975" y="4917775"/>
            <a:ext cx="11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Claude</a:t>
            </a:r>
            <a:endParaRPr b="1" i="0" sz="1400" u="none" cap="none" strike="noStrike">
              <a:solidFill>
                <a:srgbClr val="000000"/>
              </a:solidFill>
              <a:latin typeface="Arial"/>
              <a:ea typeface="Arial"/>
              <a:cs typeface="Arial"/>
              <a:sym typeface="Arial"/>
            </a:endParaRPr>
          </a:p>
        </p:txBody>
      </p:sp>
      <p:sp>
        <p:nvSpPr>
          <p:cNvPr id="1269" name="Google Shape;1269;g372a3a90f18_0_2384"/>
          <p:cNvSpPr txBox="1"/>
          <p:nvPr/>
        </p:nvSpPr>
        <p:spPr>
          <a:xfrm>
            <a:off x="10430275" y="4917763"/>
            <a:ext cx="11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Gemini</a:t>
            </a:r>
            <a:endParaRPr b="1" i="0" sz="1400" u="none" cap="none" strike="noStrike">
              <a:solidFill>
                <a:srgbClr val="000000"/>
              </a:solidFill>
              <a:latin typeface="Arial"/>
              <a:ea typeface="Arial"/>
              <a:cs typeface="Arial"/>
              <a:sym typeface="Arial"/>
            </a:endParaRPr>
          </a:p>
        </p:txBody>
      </p:sp>
      <p:pic>
        <p:nvPicPr>
          <p:cNvPr id="1270" name="Google Shape;1270;g372a3a90f18_0_2384"/>
          <p:cNvPicPr preferRelativeResize="0"/>
          <p:nvPr/>
        </p:nvPicPr>
        <p:blipFill rotWithShape="1">
          <a:blip r:embed="rId4">
            <a:alphaModFix/>
          </a:blip>
          <a:srcRect b="0" l="0" r="0" t="0"/>
          <a:stretch/>
        </p:blipFill>
        <p:spPr>
          <a:xfrm>
            <a:off x="6780869" y="5005912"/>
            <a:ext cx="303550" cy="303550"/>
          </a:xfrm>
          <a:prstGeom prst="rect">
            <a:avLst/>
          </a:prstGeom>
          <a:noFill/>
          <a:ln>
            <a:noFill/>
          </a:ln>
        </p:spPr>
      </p:pic>
      <p:pic>
        <p:nvPicPr>
          <p:cNvPr id="1271" name="Google Shape;1271;g372a3a90f18_0_2384"/>
          <p:cNvPicPr preferRelativeResize="0"/>
          <p:nvPr/>
        </p:nvPicPr>
        <p:blipFill rotWithShape="1">
          <a:blip r:embed="rId5">
            <a:alphaModFix/>
          </a:blip>
          <a:srcRect b="0" l="0" r="0" t="0"/>
          <a:stretch/>
        </p:blipFill>
        <p:spPr>
          <a:xfrm>
            <a:off x="8569650" y="5030460"/>
            <a:ext cx="258851" cy="258851"/>
          </a:xfrm>
          <a:prstGeom prst="rect">
            <a:avLst/>
          </a:prstGeom>
          <a:noFill/>
          <a:ln>
            <a:noFill/>
          </a:ln>
        </p:spPr>
      </p:pic>
      <p:pic>
        <p:nvPicPr>
          <p:cNvPr id="1272" name="Google Shape;1272;g372a3a90f18_0_2384"/>
          <p:cNvPicPr preferRelativeResize="0"/>
          <p:nvPr/>
        </p:nvPicPr>
        <p:blipFill rotWithShape="1">
          <a:blip r:embed="rId6">
            <a:alphaModFix/>
          </a:blip>
          <a:srcRect b="0" l="0" r="0" t="0"/>
          <a:stretch/>
        </p:blipFill>
        <p:spPr>
          <a:xfrm>
            <a:off x="10191274" y="4996854"/>
            <a:ext cx="303550" cy="303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6"/>
          <p:cNvSpPr/>
          <p:nvPr/>
        </p:nvSpPr>
        <p:spPr>
          <a:xfrm>
            <a:off x="746872"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78" name="Google Shape;1278;p16"/>
          <p:cNvSpPr txBox="1"/>
          <p:nvPr/>
        </p:nvSpPr>
        <p:spPr>
          <a:xfrm>
            <a:off x="874025" y="1585724"/>
            <a:ext cx="6984900" cy="36942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Be </a:t>
            </a:r>
            <a:r>
              <a:rPr b="1" i="0" lang="en-IN" sz="1800" u="none" cap="none" strike="noStrike">
                <a:solidFill>
                  <a:schemeClr val="accent1"/>
                </a:solidFill>
                <a:latin typeface="Poppins"/>
                <a:ea typeface="Poppins"/>
                <a:cs typeface="Poppins"/>
                <a:sym typeface="Poppins"/>
              </a:rPr>
              <a:t>explicit </a:t>
            </a:r>
            <a:r>
              <a:rPr b="0" i="0" lang="en-IN" sz="1800" u="none" cap="none" strike="noStrike">
                <a:solidFill>
                  <a:srgbClr val="000000"/>
                </a:solidFill>
                <a:latin typeface="Poppins"/>
                <a:ea typeface="Poppins"/>
                <a:cs typeface="Poppins"/>
                <a:sym typeface="Poppins"/>
              </a:rPr>
              <a:t>: specify output format, style, and length</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Put </a:t>
            </a:r>
            <a:r>
              <a:rPr b="1" i="0" lang="en-IN" sz="1800" u="none" cap="none" strike="noStrike">
                <a:solidFill>
                  <a:schemeClr val="accent1"/>
                </a:solidFill>
                <a:latin typeface="Poppins"/>
                <a:ea typeface="Poppins"/>
                <a:cs typeface="Poppins"/>
                <a:sym typeface="Poppins"/>
              </a:rPr>
              <a:t>instructions first</a:t>
            </a:r>
            <a:r>
              <a:rPr b="0" i="0" lang="en-IN" sz="1800" u="none" cap="none" strike="noStrike">
                <a:solidFill>
                  <a:srgbClr val="000000"/>
                </a:solidFill>
                <a:latin typeface="Poppins"/>
                <a:ea typeface="Poppins"/>
                <a:cs typeface="Poppins"/>
                <a:sym typeface="Poppins"/>
              </a:rPr>
              <a:t>; use </a:t>
            </a:r>
            <a:r>
              <a:rPr b="1" i="0" lang="en-IN" sz="1800" u="none" cap="none" strike="noStrike">
                <a:solidFill>
                  <a:schemeClr val="accent1"/>
                </a:solidFill>
                <a:latin typeface="Poppins"/>
                <a:ea typeface="Poppins"/>
                <a:cs typeface="Poppins"/>
                <a:sym typeface="Poppins"/>
              </a:rPr>
              <a:t>separators </a:t>
            </a:r>
            <a:r>
              <a:rPr b="0" i="0" lang="en-IN" sz="1800" u="none" cap="none" strike="noStrike">
                <a:solidFill>
                  <a:srgbClr val="000000"/>
                </a:solidFill>
                <a:latin typeface="Poppins"/>
                <a:ea typeface="Poppins"/>
                <a:cs typeface="Poppins"/>
                <a:sym typeface="Poppins"/>
              </a:rPr>
              <a:t>to structure prompt</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Provide </a:t>
            </a:r>
            <a:r>
              <a:rPr b="1" i="0" lang="en-IN" sz="1800" u="none" cap="none" strike="noStrike">
                <a:solidFill>
                  <a:schemeClr val="accent1"/>
                </a:solidFill>
                <a:latin typeface="Poppins"/>
                <a:ea typeface="Poppins"/>
                <a:cs typeface="Poppins"/>
                <a:sym typeface="Poppins"/>
              </a:rPr>
              <a:t>examples </a:t>
            </a:r>
            <a:r>
              <a:rPr b="0" i="0" lang="en-IN" sz="1800" u="none" cap="none" strike="noStrike">
                <a:solidFill>
                  <a:srgbClr val="000000"/>
                </a:solidFill>
                <a:latin typeface="Poppins"/>
                <a:ea typeface="Poppins"/>
                <a:cs typeface="Poppins"/>
                <a:sym typeface="Poppins"/>
              </a:rPr>
              <a:t>or expected output format when possible</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Use </a:t>
            </a:r>
            <a:r>
              <a:rPr b="1" i="0" lang="en-IN" sz="1800" u="none" cap="none" strike="noStrike">
                <a:solidFill>
                  <a:schemeClr val="accent1"/>
                </a:solidFill>
                <a:latin typeface="Poppins"/>
                <a:ea typeface="Poppins"/>
                <a:cs typeface="Poppins"/>
                <a:sym typeface="Poppins"/>
              </a:rPr>
              <a:t>role</a:t>
            </a:r>
            <a:r>
              <a:rPr b="0" i="0" lang="en-IN" sz="1800" u="none" cap="none" strike="noStrike">
                <a:solidFill>
                  <a:schemeClr val="dk1"/>
                </a:solidFill>
                <a:latin typeface="Poppins"/>
                <a:ea typeface="Poppins"/>
                <a:cs typeface="Poppins"/>
                <a:sym typeface="Poppins"/>
              </a:rPr>
              <a:t>/</a:t>
            </a:r>
            <a:r>
              <a:rPr b="1" i="0" lang="en-IN" sz="1800" u="none" cap="none" strike="noStrike">
                <a:solidFill>
                  <a:schemeClr val="accent1"/>
                </a:solidFill>
                <a:latin typeface="Poppins"/>
                <a:ea typeface="Poppins"/>
                <a:cs typeface="Poppins"/>
                <a:sym typeface="Poppins"/>
              </a:rPr>
              <a:t>persona</a:t>
            </a:r>
            <a:r>
              <a:rPr b="0" i="0" lang="en-IN" sz="1800" u="none" cap="none" strike="noStrike">
                <a:solidFill>
                  <a:srgbClr val="000000"/>
                </a:solidFill>
                <a:latin typeface="Poppins"/>
                <a:ea typeface="Poppins"/>
                <a:cs typeface="Poppins"/>
                <a:sym typeface="Poppins"/>
              </a:rPr>
              <a:t> prompts to set context</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i="0" lang="en-IN" sz="1800" u="none" cap="none" strike="noStrike">
                <a:solidFill>
                  <a:schemeClr val="accent1"/>
                </a:solidFill>
                <a:latin typeface="Poppins"/>
                <a:ea typeface="Poppins"/>
                <a:cs typeface="Poppins"/>
                <a:sym typeface="Poppins"/>
              </a:rPr>
              <a:t>Iterate</a:t>
            </a:r>
            <a:r>
              <a:rPr b="0" i="0" lang="en-IN" sz="1800" u="none" cap="none" strike="noStrike">
                <a:solidFill>
                  <a:srgbClr val="000000"/>
                </a:solidFill>
                <a:latin typeface="Poppins"/>
                <a:ea typeface="Poppins"/>
                <a:cs typeface="Poppins"/>
                <a:sym typeface="Poppins"/>
              </a:rPr>
              <a:t>: start simple, then add examples or reword</a:t>
            </a:r>
            <a:endParaRPr b="0" i="0" sz="1800" u="none" cap="none" strike="noStrike">
              <a:solidFill>
                <a:srgbClr val="000000"/>
              </a:solidFill>
              <a:latin typeface="Poppins"/>
              <a:ea typeface="Poppins"/>
              <a:cs typeface="Poppins"/>
              <a:sym typeface="Poppi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0" i="0" lang="en-IN" sz="1800" u="none" cap="none" strike="noStrike">
                <a:solidFill>
                  <a:srgbClr val="000000"/>
                </a:solidFill>
                <a:latin typeface="Poppins"/>
                <a:ea typeface="Poppins"/>
                <a:cs typeface="Poppins"/>
                <a:sym typeface="Poppins"/>
              </a:rPr>
              <a:t>Avoid </a:t>
            </a:r>
            <a:r>
              <a:rPr b="1" i="0" lang="en-IN" sz="1800" u="none" cap="none" strike="noStrike">
                <a:solidFill>
                  <a:schemeClr val="accent1"/>
                </a:solidFill>
                <a:latin typeface="Poppins"/>
                <a:ea typeface="Poppins"/>
                <a:cs typeface="Poppins"/>
                <a:sym typeface="Poppins"/>
              </a:rPr>
              <a:t>ambiguity</a:t>
            </a:r>
            <a:r>
              <a:rPr b="0" i="0" lang="en-IN" sz="1800" u="none" cap="none" strike="noStrike">
                <a:solidFill>
                  <a:srgbClr val="000000"/>
                </a:solidFill>
                <a:latin typeface="Poppins"/>
                <a:ea typeface="Poppins"/>
                <a:cs typeface="Poppins"/>
                <a:sym typeface="Poppins"/>
              </a:rPr>
              <a:t>; phrase instructions </a:t>
            </a:r>
            <a:r>
              <a:rPr b="1" i="0" lang="en-IN" sz="1800" u="none" cap="none" strike="noStrike">
                <a:solidFill>
                  <a:schemeClr val="accent1"/>
                </a:solidFill>
                <a:latin typeface="Poppins"/>
                <a:ea typeface="Poppins"/>
                <a:cs typeface="Poppins"/>
                <a:sym typeface="Poppins"/>
              </a:rPr>
              <a:t>positively</a:t>
            </a:r>
            <a:endParaRPr b="1" i="0" sz="1800" u="none" cap="none" strike="noStrike">
              <a:solidFill>
                <a:schemeClr val="accent1"/>
              </a:solidFill>
              <a:latin typeface="Poppins"/>
              <a:ea typeface="Poppins"/>
              <a:cs typeface="Poppins"/>
              <a:sym typeface="Poppins"/>
            </a:endParaRPr>
          </a:p>
        </p:txBody>
      </p:sp>
      <p:sp>
        <p:nvSpPr>
          <p:cNvPr id="1279" name="Google Shape;1279;p16"/>
          <p:cNvSpPr txBox="1"/>
          <p:nvPr/>
        </p:nvSpPr>
        <p:spPr>
          <a:xfrm>
            <a:off x="746872" y="475796"/>
            <a:ext cx="5958600" cy="8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IN" sz="3200" u="none" cap="none" strike="noStrike">
                <a:solidFill>
                  <a:srgbClr val="000000"/>
                </a:solidFill>
                <a:latin typeface="Poppins"/>
                <a:ea typeface="Poppins"/>
                <a:cs typeface="Poppins"/>
                <a:sym typeface="Poppins"/>
              </a:rPr>
              <a:t>Tips &amp; Best Practices</a:t>
            </a:r>
            <a:endParaRPr b="0" i="0" sz="32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7"/>
          <p:cNvSpPr/>
          <p:nvPr/>
        </p:nvSpPr>
        <p:spPr>
          <a:xfrm>
            <a:off x="746872"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85" name="Google Shape;1285;p17"/>
          <p:cNvSpPr txBox="1"/>
          <p:nvPr/>
        </p:nvSpPr>
        <p:spPr>
          <a:xfrm>
            <a:off x="2033501" y="1459525"/>
            <a:ext cx="82029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Models can </a:t>
            </a:r>
            <a:r>
              <a:rPr b="1" i="0" lang="en-IN" sz="1800" u="none" cap="none" strike="noStrike">
                <a:solidFill>
                  <a:schemeClr val="accent1"/>
                </a:solidFill>
                <a:latin typeface="Poppins"/>
                <a:ea typeface="Poppins"/>
                <a:cs typeface="Poppins"/>
                <a:sym typeface="Poppins"/>
              </a:rPr>
              <a:t>hallucinate</a:t>
            </a:r>
            <a:r>
              <a:rPr b="0" i="0" lang="en-IN" sz="1800" u="none" cap="none" strike="noStrike">
                <a:solidFill>
                  <a:srgbClr val="000000"/>
                </a:solidFill>
                <a:latin typeface="Poppins"/>
                <a:ea typeface="Poppins"/>
                <a:cs typeface="Poppins"/>
                <a:sym typeface="Poppins"/>
              </a:rPr>
              <a:t>: produce plausible-sounding but false info</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Struggle with </a:t>
            </a:r>
            <a:r>
              <a:rPr b="1" i="0" lang="en-IN" sz="1800" u="none" cap="none" strike="noStrike">
                <a:solidFill>
                  <a:schemeClr val="accent1"/>
                </a:solidFill>
                <a:latin typeface="Poppins"/>
                <a:ea typeface="Poppins"/>
                <a:cs typeface="Poppins"/>
                <a:sym typeface="Poppins"/>
              </a:rPr>
              <a:t>complex math</a:t>
            </a:r>
            <a:r>
              <a:rPr b="0" i="0" lang="en-IN" sz="1800" u="none" cap="none" strike="noStrike">
                <a:solidFill>
                  <a:srgbClr val="000000"/>
                </a:solidFill>
                <a:latin typeface="Poppins"/>
                <a:ea typeface="Poppins"/>
                <a:cs typeface="Poppins"/>
                <a:sym typeface="Poppins"/>
              </a:rPr>
              <a:t> or multi-step logic problems</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r>
              <a:rPr b="1" i="0" lang="en-IN" sz="1800" u="none" cap="none" strike="noStrike">
                <a:solidFill>
                  <a:schemeClr val="accent1"/>
                </a:solidFill>
                <a:latin typeface="Poppins"/>
                <a:ea typeface="Poppins"/>
                <a:cs typeface="Poppins"/>
                <a:sym typeface="Poppins"/>
              </a:rPr>
              <a:t>Finite context window</a:t>
            </a:r>
            <a:r>
              <a:rPr b="0" i="0" lang="en-IN" sz="1800" u="none" cap="none" strike="noStrike">
                <a:solidFill>
                  <a:srgbClr val="000000"/>
                </a:solidFill>
                <a:latin typeface="Poppins"/>
                <a:ea typeface="Poppins"/>
                <a:cs typeface="Poppins"/>
                <a:sym typeface="Poppins"/>
              </a:rPr>
              <a:t> : very long texts may be truncated or forgotten</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r>
              <a:rPr b="1" i="0" lang="en-IN" sz="1800" u="none" cap="none" strike="noStrike">
                <a:solidFill>
                  <a:schemeClr val="accent1"/>
                </a:solidFill>
                <a:latin typeface="Poppins"/>
                <a:ea typeface="Poppins"/>
                <a:cs typeface="Poppins"/>
                <a:sym typeface="Poppins"/>
              </a:rPr>
              <a:t>Knowledge cutoff</a:t>
            </a:r>
            <a:r>
              <a:rPr b="0" i="0" lang="en-IN" sz="1800" u="none" cap="none" strike="noStrike">
                <a:solidFill>
                  <a:srgbClr val="000000"/>
                </a:solidFill>
                <a:latin typeface="Poppins"/>
                <a:ea typeface="Poppins"/>
                <a:cs typeface="Poppins"/>
                <a:sym typeface="Poppins"/>
              </a:rPr>
              <a:t> : no access to information beyond training data</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r>
              <a:rPr b="0" i="0" lang="en-IN" sz="1800" u="none" cap="none" strike="noStrike">
                <a:solidFill>
                  <a:srgbClr val="000000"/>
                </a:solidFill>
                <a:latin typeface="Poppins"/>
                <a:ea typeface="Poppins"/>
                <a:cs typeface="Poppins"/>
                <a:sym typeface="Poppins"/>
              </a:rPr>
              <a:t>May reflect </a:t>
            </a:r>
            <a:r>
              <a:rPr b="1" i="0" lang="en-IN" sz="1800" u="none" cap="none" strike="noStrike">
                <a:solidFill>
                  <a:schemeClr val="accent1"/>
                </a:solidFill>
                <a:latin typeface="Poppins"/>
                <a:ea typeface="Poppins"/>
                <a:cs typeface="Poppins"/>
                <a:sym typeface="Poppins"/>
              </a:rPr>
              <a:t>biases </a:t>
            </a:r>
            <a:r>
              <a:rPr b="0" i="0" lang="en-IN" sz="1800" u="none" cap="none" strike="noStrike">
                <a:solidFill>
                  <a:srgbClr val="000000"/>
                </a:solidFill>
                <a:latin typeface="Poppins"/>
                <a:ea typeface="Poppins"/>
                <a:cs typeface="Poppins"/>
                <a:sym typeface="Poppins"/>
              </a:rPr>
              <a:t>present in training data</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r>
              <a:rPr b="0" i="0" lang="en-IN" sz="1800" u="none" cap="none" strike="noStrike">
                <a:solidFill>
                  <a:srgbClr val="000000"/>
                </a:solidFill>
                <a:latin typeface="Poppins"/>
                <a:ea typeface="Poppins"/>
                <a:cs typeface="Poppins"/>
                <a:sym typeface="Poppins"/>
              </a:rPr>
              <a:t>Prompt engineering alone </a:t>
            </a:r>
            <a:r>
              <a:rPr b="1" i="0" lang="en-IN" sz="1800" u="none" cap="none" strike="noStrike">
                <a:solidFill>
                  <a:schemeClr val="accent1"/>
                </a:solidFill>
                <a:latin typeface="Poppins"/>
                <a:ea typeface="Poppins"/>
                <a:cs typeface="Poppins"/>
                <a:sym typeface="Poppins"/>
              </a:rPr>
              <a:t>can't fix</a:t>
            </a:r>
            <a:r>
              <a:rPr b="0" i="0" lang="en-IN" sz="1800" u="none" cap="none" strike="noStrike">
                <a:solidFill>
                  <a:srgbClr val="000000"/>
                </a:solidFill>
                <a:latin typeface="Poppins"/>
                <a:ea typeface="Poppins"/>
                <a:cs typeface="Poppins"/>
                <a:sym typeface="Poppins"/>
              </a:rPr>
              <a:t> fundamental model flaws</a:t>
            </a:r>
            <a:endParaRPr b="0" i="0" sz="1800" u="none" cap="none" strike="noStrike">
              <a:solidFill>
                <a:srgbClr val="000000"/>
              </a:solidFill>
              <a:latin typeface="Poppins"/>
              <a:ea typeface="Poppins"/>
              <a:cs typeface="Poppins"/>
              <a:sym typeface="Poppins"/>
            </a:endParaRPr>
          </a:p>
        </p:txBody>
      </p:sp>
      <p:sp>
        <p:nvSpPr>
          <p:cNvPr id="1286" name="Google Shape;1286;p17"/>
          <p:cNvSpPr txBox="1"/>
          <p:nvPr/>
        </p:nvSpPr>
        <p:spPr>
          <a:xfrm>
            <a:off x="746875" y="475797"/>
            <a:ext cx="3195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Limitations</a:t>
            </a:r>
            <a:endParaRPr b="1" i="0" sz="4400" u="none" cap="none" strike="noStrike">
              <a:solidFill>
                <a:srgbClr val="000000"/>
              </a:solidFill>
              <a:latin typeface="Arial"/>
              <a:ea typeface="Arial"/>
              <a:cs typeface="Arial"/>
              <a:sym typeface="Arial"/>
            </a:endParaRPr>
          </a:p>
        </p:txBody>
      </p:sp>
      <p:pic>
        <p:nvPicPr>
          <p:cNvPr id="1287" name="Google Shape;1287;p17"/>
          <p:cNvPicPr preferRelativeResize="0"/>
          <p:nvPr/>
        </p:nvPicPr>
        <p:blipFill rotWithShape="1">
          <a:blip r:embed="rId3">
            <a:alphaModFix/>
          </a:blip>
          <a:srcRect b="0" l="0" r="0" t="0"/>
          <a:stretch/>
        </p:blipFill>
        <p:spPr>
          <a:xfrm>
            <a:off x="1295550" y="1459525"/>
            <a:ext cx="391800" cy="391800"/>
          </a:xfrm>
          <a:prstGeom prst="rect">
            <a:avLst/>
          </a:prstGeom>
          <a:noFill/>
          <a:ln>
            <a:noFill/>
          </a:ln>
        </p:spPr>
      </p:pic>
      <p:pic>
        <p:nvPicPr>
          <p:cNvPr id="1288" name="Google Shape;1288;p17"/>
          <p:cNvPicPr preferRelativeResize="0"/>
          <p:nvPr/>
        </p:nvPicPr>
        <p:blipFill rotWithShape="1">
          <a:blip r:embed="rId4">
            <a:alphaModFix/>
          </a:blip>
          <a:srcRect b="0" l="0" r="0" t="0"/>
          <a:stretch/>
        </p:blipFill>
        <p:spPr>
          <a:xfrm>
            <a:off x="1295550" y="2355125"/>
            <a:ext cx="446425" cy="446425"/>
          </a:xfrm>
          <a:prstGeom prst="rect">
            <a:avLst/>
          </a:prstGeom>
          <a:noFill/>
          <a:ln>
            <a:noFill/>
          </a:ln>
        </p:spPr>
      </p:pic>
      <p:pic>
        <p:nvPicPr>
          <p:cNvPr id="1289" name="Google Shape;1289;p17"/>
          <p:cNvPicPr preferRelativeResize="0"/>
          <p:nvPr/>
        </p:nvPicPr>
        <p:blipFill rotWithShape="1">
          <a:blip r:embed="rId5">
            <a:alphaModFix/>
          </a:blip>
          <a:srcRect b="0" l="0" r="0" t="0"/>
          <a:stretch/>
        </p:blipFill>
        <p:spPr>
          <a:xfrm>
            <a:off x="1295550" y="3178175"/>
            <a:ext cx="391800" cy="391800"/>
          </a:xfrm>
          <a:prstGeom prst="rect">
            <a:avLst/>
          </a:prstGeom>
          <a:noFill/>
          <a:ln>
            <a:noFill/>
          </a:ln>
        </p:spPr>
      </p:pic>
      <p:pic>
        <p:nvPicPr>
          <p:cNvPr id="1290" name="Google Shape;1290;p17"/>
          <p:cNvPicPr preferRelativeResize="0"/>
          <p:nvPr/>
        </p:nvPicPr>
        <p:blipFill rotWithShape="1">
          <a:blip r:embed="rId6">
            <a:alphaModFix/>
          </a:blip>
          <a:srcRect b="0" l="0" r="0" t="0"/>
          <a:stretch/>
        </p:blipFill>
        <p:spPr>
          <a:xfrm>
            <a:off x="1337525" y="3946600"/>
            <a:ext cx="446425" cy="446425"/>
          </a:xfrm>
          <a:prstGeom prst="rect">
            <a:avLst/>
          </a:prstGeom>
          <a:noFill/>
          <a:ln>
            <a:noFill/>
          </a:ln>
        </p:spPr>
      </p:pic>
      <p:pic>
        <p:nvPicPr>
          <p:cNvPr id="1291" name="Google Shape;1291;p17"/>
          <p:cNvPicPr preferRelativeResize="0"/>
          <p:nvPr/>
        </p:nvPicPr>
        <p:blipFill rotWithShape="1">
          <a:blip r:embed="rId7">
            <a:alphaModFix/>
          </a:blip>
          <a:srcRect b="0" l="0" r="0" t="0"/>
          <a:stretch/>
        </p:blipFill>
        <p:spPr>
          <a:xfrm>
            <a:off x="1388619" y="4680875"/>
            <a:ext cx="344231" cy="446425"/>
          </a:xfrm>
          <a:prstGeom prst="rect">
            <a:avLst/>
          </a:prstGeom>
          <a:noFill/>
          <a:ln>
            <a:noFill/>
          </a:ln>
        </p:spPr>
      </p:pic>
      <p:pic>
        <p:nvPicPr>
          <p:cNvPr id="1292" name="Google Shape;1292;p17"/>
          <p:cNvPicPr preferRelativeResize="0"/>
          <p:nvPr/>
        </p:nvPicPr>
        <p:blipFill rotWithShape="1">
          <a:blip r:embed="rId8">
            <a:alphaModFix/>
          </a:blip>
          <a:srcRect b="0" l="0" r="0" t="0"/>
          <a:stretch/>
        </p:blipFill>
        <p:spPr>
          <a:xfrm>
            <a:off x="1388625" y="5589900"/>
            <a:ext cx="344225" cy="344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8"/>
          <p:cNvSpPr txBox="1"/>
          <p:nvPr/>
        </p:nvSpPr>
        <p:spPr>
          <a:xfrm>
            <a:off x="583871" y="370200"/>
            <a:ext cx="2366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8"/>
          <p:cNvSpPr/>
          <p:nvPr/>
        </p:nvSpPr>
        <p:spPr>
          <a:xfrm>
            <a:off x="746872"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299" name="Google Shape;1299;p18"/>
          <p:cNvSpPr/>
          <p:nvPr/>
        </p:nvSpPr>
        <p:spPr>
          <a:xfrm>
            <a:off x="1360975" y="1395631"/>
            <a:ext cx="9183300" cy="508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Poppins"/>
                <a:ea typeface="Poppins"/>
                <a:cs typeface="Poppins"/>
                <a:sym typeface="Poppins"/>
              </a:rPr>
              <a:t>Clear, structured prompts</a:t>
            </a:r>
            <a:r>
              <a:rPr b="0" i="0" lang="en-IN" sz="1800" u="none" cap="none" strike="noStrike">
                <a:solidFill>
                  <a:srgbClr val="000000"/>
                </a:solidFill>
                <a:latin typeface="Poppins"/>
                <a:ea typeface="Poppins"/>
                <a:cs typeface="Poppins"/>
                <a:sym typeface="Poppins"/>
              </a:rPr>
              <a:t> = better AI results</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Use </a:t>
            </a:r>
            <a:r>
              <a:rPr b="1" i="0" lang="en-IN" sz="1800" u="none" cap="none" strike="noStrike">
                <a:solidFill>
                  <a:schemeClr val="accent1"/>
                </a:solidFill>
                <a:latin typeface="Poppins"/>
                <a:ea typeface="Poppins"/>
                <a:cs typeface="Poppins"/>
                <a:sym typeface="Poppins"/>
              </a:rPr>
              <a:t>patterns </a:t>
            </a:r>
            <a:r>
              <a:rPr b="0" i="0" lang="en-IN" sz="1800" u="none" cap="none" strike="noStrike">
                <a:solidFill>
                  <a:srgbClr val="000000"/>
                </a:solidFill>
                <a:latin typeface="Poppins"/>
                <a:ea typeface="Poppins"/>
                <a:cs typeface="Poppins"/>
                <a:sym typeface="Poppins"/>
              </a:rPr>
              <a:t>(examples, roles, step-by-step) for complex tasks</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Poppins"/>
                <a:ea typeface="Poppins"/>
                <a:cs typeface="Poppins"/>
                <a:sym typeface="Poppins"/>
              </a:rPr>
              <a:t>Adjust prompts</a:t>
            </a:r>
            <a:r>
              <a:rPr b="0" i="0" lang="en-IN" sz="1800" u="none" cap="none" strike="noStrike">
                <a:solidFill>
                  <a:srgbClr val="000000"/>
                </a:solidFill>
                <a:latin typeface="Poppins"/>
                <a:ea typeface="Poppins"/>
                <a:cs typeface="Poppins"/>
                <a:sym typeface="Poppins"/>
              </a:rPr>
              <a:t> to the specific AI model (style, strengths)</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Poppins"/>
                <a:ea typeface="Poppins"/>
                <a:cs typeface="Poppins"/>
                <a:sym typeface="Poppins"/>
              </a:rPr>
              <a:t>Iterate</a:t>
            </a:r>
            <a:r>
              <a:rPr b="0" i="0" lang="en-IN" sz="1800" u="none" cap="none" strike="noStrike">
                <a:solidFill>
                  <a:srgbClr val="000000"/>
                </a:solidFill>
                <a:latin typeface="Poppins"/>
                <a:ea typeface="Poppins"/>
                <a:cs typeface="Poppins"/>
                <a:sym typeface="Poppins"/>
              </a:rPr>
              <a:t> and </a:t>
            </a:r>
            <a:r>
              <a:rPr b="1" i="0" lang="en-IN" sz="1800" u="none" cap="none" strike="noStrike">
                <a:solidFill>
                  <a:schemeClr val="accent1"/>
                </a:solidFill>
                <a:latin typeface="Poppins"/>
                <a:ea typeface="Poppins"/>
                <a:cs typeface="Poppins"/>
                <a:sym typeface="Poppins"/>
              </a:rPr>
              <a:t>refine </a:t>
            </a:r>
            <a:r>
              <a:rPr b="0" i="0" lang="en-IN" sz="1800" u="none" cap="none" strike="noStrike">
                <a:solidFill>
                  <a:srgbClr val="000000"/>
                </a:solidFill>
                <a:latin typeface="Poppins"/>
                <a:ea typeface="Poppins"/>
                <a:cs typeface="Poppins"/>
                <a:sym typeface="Poppins"/>
              </a:rPr>
              <a:t>prompts based on the output</a:t>
            </a: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Poppins"/>
                <a:ea typeface="Poppins"/>
                <a:cs typeface="Poppins"/>
                <a:sym typeface="Poppins"/>
              </a:rPr>
              <a:t>Be mindful of AI limitations; </a:t>
            </a:r>
            <a:r>
              <a:rPr b="1" i="0" lang="en-IN" sz="1800" u="none" cap="none" strike="noStrike">
                <a:solidFill>
                  <a:schemeClr val="accent1"/>
                </a:solidFill>
                <a:latin typeface="Poppins"/>
                <a:ea typeface="Poppins"/>
                <a:cs typeface="Poppins"/>
                <a:sym typeface="Poppins"/>
              </a:rPr>
              <a:t>verify important responses</a:t>
            </a:r>
            <a:endParaRPr b="1" i="0" sz="1800" u="none" cap="none" strike="noStrike">
              <a:solidFill>
                <a:schemeClr val="accent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br>
              <a:rPr b="0" i="0" lang="en-IN" sz="1800" u="none" cap="none" strike="noStrike">
                <a:solidFill>
                  <a:srgbClr val="000000"/>
                </a:solidFill>
                <a:latin typeface="Poppins"/>
                <a:ea typeface="Poppins"/>
                <a:cs typeface="Poppins"/>
                <a:sym typeface="Poppins"/>
              </a:rPr>
            </a:br>
            <a:endParaRPr b="0" i="0" sz="1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accent1"/>
                </a:solidFill>
                <a:latin typeface="Poppins"/>
                <a:ea typeface="Poppins"/>
                <a:cs typeface="Poppins"/>
                <a:sym typeface="Poppins"/>
              </a:rPr>
              <a:t>Practice </a:t>
            </a:r>
            <a:r>
              <a:rPr b="0" i="0" lang="en-IN" sz="1800" u="none" cap="none" strike="noStrike">
                <a:solidFill>
                  <a:srgbClr val="000000"/>
                </a:solidFill>
                <a:latin typeface="Poppins"/>
                <a:ea typeface="Poppins"/>
                <a:cs typeface="Poppins"/>
                <a:sym typeface="Poppins"/>
              </a:rPr>
              <a:t>and </a:t>
            </a:r>
            <a:r>
              <a:rPr b="1" i="0" lang="en-IN" sz="1800" u="none" cap="none" strike="noStrike">
                <a:solidFill>
                  <a:schemeClr val="accent1"/>
                </a:solidFill>
                <a:latin typeface="Poppins"/>
                <a:ea typeface="Poppins"/>
                <a:cs typeface="Poppins"/>
                <a:sym typeface="Poppins"/>
              </a:rPr>
              <a:t>experimentation </a:t>
            </a:r>
            <a:r>
              <a:rPr b="0" i="0" lang="en-IN" sz="1800" u="none" cap="none" strike="noStrike">
                <a:solidFill>
                  <a:srgbClr val="000000"/>
                </a:solidFill>
                <a:latin typeface="Poppins"/>
                <a:ea typeface="Poppins"/>
                <a:cs typeface="Poppins"/>
                <a:sym typeface="Poppins"/>
              </a:rPr>
              <a:t>are essential to improve skills</a:t>
            </a:r>
            <a:endParaRPr b="0" i="0" sz="1800" u="none" cap="none" strike="noStrike">
              <a:solidFill>
                <a:srgbClr val="000000"/>
              </a:solidFill>
              <a:latin typeface="Poppins"/>
              <a:ea typeface="Poppins"/>
              <a:cs typeface="Poppins"/>
              <a:sym typeface="Poppins"/>
            </a:endParaRPr>
          </a:p>
        </p:txBody>
      </p:sp>
      <p:sp>
        <p:nvSpPr>
          <p:cNvPr id="1300" name="Google Shape;1300;p18"/>
          <p:cNvSpPr txBox="1"/>
          <p:nvPr/>
        </p:nvSpPr>
        <p:spPr>
          <a:xfrm>
            <a:off x="644472" y="442825"/>
            <a:ext cx="6776100" cy="8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Poppins"/>
                <a:ea typeface="Poppins"/>
                <a:cs typeface="Poppins"/>
                <a:sym typeface="Poppins"/>
              </a:rPr>
              <a:t>Recap &amp; Key Takeaways</a:t>
            </a:r>
            <a:endParaRPr b="1" i="0" sz="32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301" name="Google Shape;1301;p18"/>
          <p:cNvSpPr/>
          <p:nvPr/>
        </p:nvSpPr>
        <p:spPr>
          <a:xfrm>
            <a:off x="1014400" y="13733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2" name="Google Shape;1302;p18"/>
          <p:cNvSpPr/>
          <p:nvPr/>
        </p:nvSpPr>
        <p:spPr>
          <a:xfrm>
            <a:off x="1014400" y="22035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3" name="Google Shape;1303;p18"/>
          <p:cNvSpPr/>
          <p:nvPr/>
        </p:nvSpPr>
        <p:spPr>
          <a:xfrm>
            <a:off x="1014400" y="30337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4" name="Google Shape;1304;p18"/>
          <p:cNvSpPr/>
          <p:nvPr/>
        </p:nvSpPr>
        <p:spPr>
          <a:xfrm>
            <a:off x="1014400" y="38639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5" name="Google Shape;1305;p18"/>
          <p:cNvSpPr/>
          <p:nvPr/>
        </p:nvSpPr>
        <p:spPr>
          <a:xfrm>
            <a:off x="1014400" y="46941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6" name="Google Shape;1306;p18"/>
          <p:cNvSpPr/>
          <p:nvPr/>
        </p:nvSpPr>
        <p:spPr>
          <a:xfrm>
            <a:off x="1014400" y="5475857"/>
            <a:ext cx="267600" cy="307800"/>
          </a:xfrm>
          <a:prstGeom prst="star5">
            <a:avLst>
              <a:gd fmla="val 19098" name="adj"/>
              <a:gd fmla="val 105146" name="hf"/>
              <a:gd fmla="val 110557" name="vf"/>
            </a:avLst>
          </a:prstGeom>
          <a:solidFill>
            <a:srgbClr val="E06666"/>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19"/>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12" name="Google Shape;1312;p19"/>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Q / A</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g372a3a90f18_0_2407"/>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318" name="Google Shape;1318;g372a3a90f18_0_2407"/>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Thanks</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HOME</dc:creator>
</cp:coreProperties>
</file>