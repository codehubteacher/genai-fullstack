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embeddedFontLst>
    <p:embeddedFont>
      <p:font typeface="Poppins"/>
      <p:regular r:id="rId36"/>
      <p:bold r:id="rId37"/>
      <p:italic r:id="rId38"/>
      <p:boldItalic r:id="rId39"/>
    </p:embeddedFont>
    <p:embeddedFont>
      <p:font typeface="IBM Plex Mono Light"/>
      <p:regular r:id="rId40"/>
      <p:bold r:id="rId41"/>
      <p:italic r:id="rId42"/>
      <p:boldItalic r:id="rId43"/>
    </p:embeddedFont>
    <p:embeddedFont>
      <p:font typeface="Poppins Medium"/>
      <p:regular r:id="rId44"/>
      <p:bold r:id="rId45"/>
      <p:italic r:id="rId46"/>
      <p:boldItalic r:id="rId47"/>
    </p:embeddedFont>
    <p:embeddedFont>
      <p:font typeface="Open Sans Light"/>
      <p:regular r:id="rId48"/>
      <p:bold r:id="rId49"/>
      <p:italic r:id="rId50"/>
      <p:boldItalic r:id="rId51"/>
    </p:embeddedFont>
    <p:embeddedFont>
      <p:font typeface="Open Sa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34">
          <p15:clr>
            <a:srgbClr val="A4A3A4"/>
          </p15:clr>
        </p15:guide>
        <p15:guide id="2" pos="7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34" orient="horz"/>
        <p:guide pos="7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MonoLight-regular.fntdata"/><Relationship Id="rId42" Type="http://schemas.openxmlformats.org/officeDocument/2006/relationships/font" Target="fonts/IBMPlexMonoLight-italic.fntdata"/><Relationship Id="rId41" Type="http://schemas.openxmlformats.org/officeDocument/2006/relationships/font" Target="fonts/IBMPlexMonoLight-bold.fntdata"/><Relationship Id="rId44" Type="http://schemas.openxmlformats.org/officeDocument/2006/relationships/font" Target="fonts/PoppinsMedium-regular.fntdata"/><Relationship Id="rId43" Type="http://schemas.openxmlformats.org/officeDocument/2006/relationships/font" Target="fonts/IBMPlexMonoLight-boldItalic.fntdata"/><Relationship Id="rId46" Type="http://schemas.openxmlformats.org/officeDocument/2006/relationships/font" Target="fonts/PoppinsMedium-italic.fntdata"/><Relationship Id="rId45" Type="http://schemas.openxmlformats.org/officeDocument/2006/relationships/font" Target="fonts/Poppins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Light-regular.fntdata"/><Relationship Id="rId47" Type="http://schemas.openxmlformats.org/officeDocument/2006/relationships/font" Target="fonts/PoppinsMedium-boldItalic.fntdata"/><Relationship Id="rId49" Type="http://schemas.openxmlformats.org/officeDocument/2006/relationships/font" Target="fonts/OpenSans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Poppins-bold.fntdata"/><Relationship Id="rId36" Type="http://schemas.openxmlformats.org/officeDocument/2006/relationships/font" Target="fonts/Poppins-regular.fntdata"/><Relationship Id="rId39" Type="http://schemas.openxmlformats.org/officeDocument/2006/relationships/font" Target="fonts/Poppins-boldItalic.fntdata"/><Relationship Id="rId38" Type="http://schemas.openxmlformats.org/officeDocument/2006/relationships/font" Target="fonts/Poppins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Light-boldItalic.fntdata"/><Relationship Id="rId50" Type="http://schemas.openxmlformats.org/officeDocument/2006/relationships/font" Target="fonts/OpenSansLight-italic.fntdata"/><Relationship Id="rId53" Type="http://schemas.openxmlformats.org/officeDocument/2006/relationships/font" Target="fonts/OpenSans-bold.fntdata"/><Relationship Id="rId52" Type="http://schemas.openxmlformats.org/officeDocument/2006/relationships/font" Target="fonts/OpenSans-regular.fntdata"/><Relationship Id="rId11" Type="http://schemas.openxmlformats.org/officeDocument/2006/relationships/slide" Target="slides/slide6.xml"/><Relationship Id="rId55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54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7271c6c3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7271c6c3d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3ad1dca8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3ad1dca89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80de1b814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80de1b814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81778fac87_0_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81778fac8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77a497b5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g377a497b51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81778fac87_0_1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81778fac87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81778fac87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g381778fac87_0_6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80e9a0359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g380e9a03596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81778fac87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381778fac87_0_2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80e9a0359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g380e9a03596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81778fac87_0_1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381778fac87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81778fac87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g381778fac87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81778fac87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g381778fac87_0_4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84610f170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g384610f1706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84610f1706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g384610f1706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84610f170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g384610f1706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81778fac87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g381778fac87_0_1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84610f1706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g384610f1706_0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84610f1706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384610f170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84610f1706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g384610f1706_0_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84610f1706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g384610f1706_0_1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84610f1706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g384610f1706_0_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84610f1706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384610f1706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84610f1706_1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384610f1706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84610f1706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84610f1706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81778fac87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g381778fac87_0_5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84610f1706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g384610f1706_0_2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72a7ed5a81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" name="Google Shape;966;g372a7ed5a8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48c93a3e68_1_3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3" name="Google Shape;973;g348c93a3e68_1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1068777" y="837967"/>
            <a:ext cx="2873830" cy="518206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10" name="Google Shape;10;p2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11" name="Google Shape;11;p2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" name="Google Shape;15;p2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" name="Google Shape;17;p2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" name="Google Shape;21;p2"/>
          <p:cNvGrpSpPr/>
          <p:nvPr/>
        </p:nvGrpSpPr>
        <p:grpSpPr>
          <a:xfrm>
            <a:off x="10058981" y="-228028"/>
            <a:ext cx="4669343" cy="7413455"/>
            <a:chOff x="7392021" y="-171025"/>
            <a:chExt cx="3502095" cy="5560230"/>
          </a:xfrm>
        </p:grpSpPr>
        <p:grpSp>
          <p:nvGrpSpPr>
            <p:cNvPr id="22" name="Google Shape;22;p2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23" name="Google Shape;23;p2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Google Shape;25;p2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" name="Google Shape;26;p2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" name="Google Shape;28;p2"/>
              <p:cNvGrpSpPr/>
              <p:nvPr/>
            </p:nvGrpSpPr>
            <p:grpSpPr>
              <a:xfrm>
                <a:off x="8192875" y="4736396"/>
                <a:ext cx="134004" cy="134004"/>
                <a:chOff x="8356813" y="1074288"/>
                <a:chExt cx="351900" cy="3519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5568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" name="Google Shape;31;p2"/>
              <p:cNvGrpSpPr/>
              <p:nvPr/>
            </p:nvGrpSpPr>
            <p:grpSpPr>
              <a:xfrm>
                <a:off x="8788200" y="3794721"/>
                <a:ext cx="134004" cy="134004"/>
                <a:chOff x="8356813" y="1074288"/>
                <a:chExt cx="351900" cy="351900"/>
              </a:xfrm>
            </p:grpSpPr>
            <p:sp>
              <p:nvSpPr>
                <p:cNvPr id="32" name="Google Shape;32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27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" name="Google Shape;34;p2"/>
              <p:cNvGrpSpPr/>
              <p:nvPr/>
            </p:nvGrpSpPr>
            <p:grpSpPr>
              <a:xfrm>
                <a:off x="8654175" y="2424671"/>
                <a:ext cx="134004" cy="134004"/>
                <a:chOff x="8356813" y="1074288"/>
                <a:chExt cx="351900" cy="351900"/>
              </a:xfrm>
            </p:grpSpPr>
            <p:sp>
              <p:nvSpPr>
                <p:cNvPr id="35" name="Google Shape;35;p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F50403">
                        <a:alpha val="2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 cap="flat" cmpd="sng" w="9525">
                  <a:solidFill>
                    <a:srgbClr val="F5040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37" name="Google Shape;37;p2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>
            <a:off x="9819959" y="-1595786"/>
            <a:ext cx="4977375" cy="379883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2" name="Google Shape;42;p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3" name="Google Shape;43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" name="Google Shape;48;p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9" name="Google Shape;4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0" name="Google Shape;5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1" name="Google Shape;5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52" name="Google Shape;5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Google Shape;5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" name="Google Shape;5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" name="Google Shape;5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" name="Google Shape;5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7" name="Google Shape;5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59" name="Google Shape;5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" name="Google Shape;6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2" name="Google Shape;6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" name="Google Shape;6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" name="Google Shape;6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" name="Google Shape;6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" name="Google Shape;6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7" name="Google Shape;6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69" name="Google Shape;69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0" name="Google Shape;70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1" name="Google Shape;71;p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2" name="Google Shape;72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3" name="Google Shape;73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" name="Google Shape;74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5" name="Google Shape;75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6" name="Google Shape;76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77" name="Google Shape;77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79" name="Google Shape;79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" name="Google Shape;82;p3"/>
          <p:cNvSpPr txBox="1"/>
          <p:nvPr/>
        </p:nvSpPr>
        <p:spPr>
          <a:xfrm>
            <a:off x="7489150" y="2225275"/>
            <a:ext cx="1952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84" name="Google Shape;84;p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-528423" y="-2138180"/>
            <a:ext cx="5862778" cy="5562070"/>
            <a:chOff x="-494405" y="-1584824"/>
            <a:chExt cx="4397194" cy="4171657"/>
          </a:xfrm>
        </p:grpSpPr>
        <p:grpSp>
          <p:nvGrpSpPr>
            <p:cNvPr id="87" name="Google Shape;87;p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88" name="Google Shape;88;p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p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91" name="Google Shape;91;p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93;p4"/>
            <p:cNvGrpSpPr/>
            <p:nvPr/>
          </p:nvGrpSpPr>
          <p:grpSpPr>
            <a:xfrm>
              <a:off x="441575" y="-36652"/>
              <a:ext cx="699940" cy="478601"/>
              <a:chOff x="39723" y="4349022"/>
              <a:chExt cx="1061963" cy="726143"/>
            </a:xfrm>
          </p:grpSpPr>
          <p:grpSp>
            <p:nvGrpSpPr>
              <p:cNvPr id="94" name="Google Shape;9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" name="Google Shape;9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6" name="Google Shape;9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97" name="Google Shape;9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" name="Google Shape;9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" name="Google Shape;9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" name="Google Shape;10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1" name="Google Shape;10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2" name="Google Shape;10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" name="Google Shape;103;p4"/>
            <p:cNvGrpSpPr/>
            <p:nvPr/>
          </p:nvGrpSpPr>
          <p:grpSpPr>
            <a:xfrm>
              <a:off x="955673" y="14"/>
              <a:ext cx="592576" cy="405260"/>
              <a:chOff x="39723" y="4349022"/>
              <a:chExt cx="1061963" cy="726143"/>
            </a:xfrm>
          </p:grpSpPr>
          <p:grpSp>
            <p:nvGrpSpPr>
              <p:cNvPr id="104" name="Google Shape;10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5" name="Google Shape;10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6" name="Google Shape;10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" name="Google Shape;10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12" name="Google Shape;11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" name="Google Shape;113;p4"/>
            <p:cNvGrpSpPr/>
            <p:nvPr/>
          </p:nvGrpSpPr>
          <p:grpSpPr>
            <a:xfrm>
              <a:off x="0" y="621223"/>
              <a:ext cx="699940" cy="478601"/>
              <a:chOff x="39723" y="4349022"/>
              <a:chExt cx="1061963" cy="726143"/>
            </a:xfrm>
          </p:grpSpPr>
          <p:grpSp>
            <p:nvGrpSpPr>
              <p:cNvPr id="114" name="Google Shape;114;p4"/>
              <p:cNvGrpSpPr/>
              <p:nvPr/>
            </p:nvGrpSpPr>
            <p:grpSpPr>
              <a:xfrm rot="2700000">
                <a:off x="140502" y="4460925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5" name="Google Shape;115;p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6" name="Google Shape;116;p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17" name="Google Shape;117;p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" name="Google Shape;118;p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" name="Google Shape;119;p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" name="Google Shape;120;p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1" name="Google Shape;121;p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22" name="Google Shape;122;p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24" name="Google Shape;124;p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7" name="Google Shape;127;p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4" name="Google Shape;134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7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143" name="Google Shape;143;p7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" name="Google Shape;149;p7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7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153" name="Google Shape;153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p7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156" name="Google Shape;156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7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159" name="Google Shape;1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7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162" name="Google Shape;1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4" name="Google Shape;164;p7"/>
          <p:cNvSpPr/>
          <p:nvPr/>
        </p:nvSpPr>
        <p:spPr>
          <a:xfrm rot="10800000">
            <a:off x="10148865" y="418381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1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64"/>
                  <a:pt x="23632" y="11321"/>
                  <a:pt x="23632" y="11808"/>
                </a:cubicBezTo>
                <a:cubicBezTo>
                  <a:pt x="23632" y="12311"/>
                  <a:pt x="23434" y="12768"/>
                  <a:pt x="23098" y="13104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5"/>
                </a:lnTo>
                <a:cubicBezTo>
                  <a:pt x="16547" y="11489"/>
                  <a:pt x="16029" y="11260"/>
                  <a:pt x="15435" y="11260"/>
                </a:cubicBezTo>
                <a:cubicBezTo>
                  <a:pt x="14841" y="11260"/>
                  <a:pt x="14307" y="11489"/>
                  <a:pt x="13911" y="11885"/>
                </a:cubicBezTo>
                <a:lnTo>
                  <a:pt x="12525" y="13271"/>
                </a:lnTo>
                <a:cubicBezTo>
                  <a:pt x="12129" y="13698"/>
                  <a:pt x="11900" y="14231"/>
                  <a:pt x="11900" y="14795"/>
                </a:cubicBezTo>
                <a:cubicBezTo>
                  <a:pt x="11900" y="15374"/>
                  <a:pt x="12129" y="15922"/>
                  <a:pt x="12525" y="16318"/>
                </a:cubicBezTo>
                <a:cubicBezTo>
                  <a:pt x="12860" y="16669"/>
                  <a:pt x="13058" y="17126"/>
                  <a:pt x="13058" y="17629"/>
                </a:cubicBezTo>
                <a:cubicBezTo>
                  <a:pt x="13058" y="18116"/>
                  <a:pt x="12860" y="18573"/>
                  <a:pt x="12525" y="18924"/>
                </a:cubicBezTo>
                <a:lnTo>
                  <a:pt x="11489" y="19944"/>
                </a:lnTo>
                <a:cubicBezTo>
                  <a:pt x="11154" y="20295"/>
                  <a:pt x="10696" y="20478"/>
                  <a:pt x="10209" y="20478"/>
                </a:cubicBezTo>
                <a:lnTo>
                  <a:pt x="9569" y="20478"/>
                </a:lnTo>
                <a:cubicBezTo>
                  <a:pt x="8990" y="20478"/>
                  <a:pt x="8457" y="20706"/>
                  <a:pt x="8045" y="21102"/>
                </a:cubicBezTo>
                <a:lnTo>
                  <a:pt x="3353" y="25810"/>
                </a:lnTo>
                <a:cubicBezTo>
                  <a:pt x="2515" y="26648"/>
                  <a:pt x="2515" y="28004"/>
                  <a:pt x="3353" y="28842"/>
                </a:cubicBezTo>
                <a:lnTo>
                  <a:pt x="10529" y="36018"/>
                </a:lnTo>
                <a:cubicBezTo>
                  <a:pt x="10864" y="36369"/>
                  <a:pt x="11062" y="36826"/>
                  <a:pt x="11062" y="37313"/>
                </a:cubicBezTo>
                <a:cubicBezTo>
                  <a:pt x="11062" y="37801"/>
                  <a:pt x="10864" y="38273"/>
                  <a:pt x="10529" y="38608"/>
                </a:cubicBezTo>
                <a:lnTo>
                  <a:pt x="8198" y="40940"/>
                </a:lnTo>
                <a:cubicBezTo>
                  <a:pt x="7802" y="41351"/>
                  <a:pt x="7573" y="41884"/>
                  <a:pt x="7573" y="42463"/>
                </a:cubicBezTo>
                <a:lnTo>
                  <a:pt x="7573" y="47720"/>
                </a:lnTo>
                <a:cubicBezTo>
                  <a:pt x="7573" y="48207"/>
                  <a:pt x="7390" y="48664"/>
                  <a:pt x="7040" y="49015"/>
                </a:cubicBezTo>
                <a:lnTo>
                  <a:pt x="1" y="56054"/>
                </a:lnTo>
                <a:lnTo>
                  <a:pt x="199" y="56267"/>
                </a:lnTo>
                <a:lnTo>
                  <a:pt x="7268" y="49274"/>
                </a:lnTo>
                <a:cubicBezTo>
                  <a:pt x="7664" y="48862"/>
                  <a:pt x="7893" y="48329"/>
                  <a:pt x="7893" y="47750"/>
                </a:cubicBezTo>
                <a:lnTo>
                  <a:pt x="7893" y="42494"/>
                </a:lnTo>
                <a:cubicBezTo>
                  <a:pt x="7893" y="42006"/>
                  <a:pt x="8091" y="41549"/>
                  <a:pt x="8426" y="41199"/>
                </a:cubicBezTo>
                <a:lnTo>
                  <a:pt x="10757" y="38883"/>
                </a:lnTo>
                <a:cubicBezTo>
                  <a:pt x="11154" y="38456"/>
                  <a:pt x="11382" y="37923"/>
                  <a:pt x="11382" y="37359"/>
                </a:cubicBezTo>
                <a:cubicBezTo>
                  <a:pt x="11382" y="36765"/>
                  <a:pt x="11154" y="36232"/>
                  <a:pt x="10757" y="35835"/>
                </a:cubicBezTo>
                <a:lnTo>
                  <a:pt x="3581" y="28644"/>
                </a:lnTo>
                <a:cubicBezTo>
                  <a:pt x="2850" y="27943"/>
                  <a:pt x="2850" y="26785"/>
                  <a:pt x="3581" y="26054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67"/>
                </a:lnTo>
                <a:cubicBezTo>
                  <a:pt x="13149" y="18741"/>
                  <a:pt x="13378" y="18208"/>
                  <a:pt x="13378" y="17644"/>
                </a:cubicBezTo>
                <a:cubicBezTo>
                  <a:pt x="13378" y="17050"/>
                  <a:pt x="13149" y="16516"/>
                  <a:pt x="12753" y="16120"/>
                </a:cubicBezTo>
                <a:cubicBezTo>
                  <a:pt x="12418" y="15770"/>
                  <a:pt x="12220" y="15313"/>
                  <a:pt x="12220" y="14825"/>
                </a:cubicBezTo>
                <a:cubicBezTo>
                  <a:pt x="12220" y="14322"/>
                  <a:pt x="12418" y="13865"/>
                  <a:pt x="12753" y="13530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8" y="11595"/>
                  <a:pt x="16395" y="11793"/>
                  <a:pt x="16730" y="12128"/>
                </a:cubicBezTo>
                <a:lnTo>
                  <a:pt x="19107" y="14520"/>
                </a:lnTo>
                <a:cubicBezTo>
                  <a:pt x="19526" y="14939"/>
                  <a:pt x="20074" y="15149"/>
                  <a:pt x="20623" y="15149"/>
                </a:cubicBezTo>
                <a:cubicBezTo>
                  <a:pt x="21171" y="15149"/>
                  <a:pt x="21720" y="14939"/>
                  <a:pt x="22139" y="14520"/>
                </a:cubicBezTo>
                <a:lnTo>
                  <a:pt x="23297" y="13347"/>
                </a:lnTo>
                <a:cubicBezTo>
                  <a:pt x="23708" y="12936"/>
                  <a:pt x="23936" y="12403"/>
                  <a:pt x="23936" y="11824"/>
                </a:cubicBezTo>
                <a:cubicBezTo>
                  <a:pt x="23936" y="11260"/>
                  <a:pt x="23708" y="10711"/>
                  <a:pt x="23297" y="10300"/>
                </a:cubicBezTo>
                <a:lnTo>
                  <a:pt x="12997" y="1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 rot="10800000">
            <a:off x="10361327" y="4184630"/>
            <a:ext cx="1309035" cy="3077055"/>
          </a:xfrm>
          <a:custGeom>
            <a:rect b="b" l="l" r="r" t="t"/>
            <a:pathLst>
              <a:path extrusionOk="0" h="56267" w="23937">
                <a:moveTo>
                  <a:pt x="12997" y="0"/>
                </a:moveTo>
                <a:lnTo>
                  <a:pt x="12784" y="214"/>
                </a:lnTo>
                <a:lnTo>
                  <a:pt x="23098" y="10513"/>
                </a:lnTo>
                <a:cubicBezTo>
                  <a:pt x="23434" y="10848"/>
                  <a:pt x="23632" y="11305"/>
                  <a:pt x="23632" y="11808"/>
                </a:cubicBezTo>
                <a:cubicBezTo>
                  <a:pt x="23632" y="12296"/>
                  <a:pt x="23434" y="12753"/>
                  <a:pt x="23098" y="13103"/>
                </a:cubicBezTo>
                <a:lnTo>
                  <a:pt x="21925" y="14261"/>
                </a:lnTo>
                <a:cubicBezTo>
                  <a:pt x="21575" y="14627"/>
                  <a:pt x="21110" y="14810"/>
                  <a:pt x="20642" y="14810"/>
                </a:cubicBezTo>
                <a:cubicBezTo>
                  <a:pt x="20173" y="14810"/>
                  <a:pt x="19701" y="14627"/>
                  <a:pt x="19335" y="14261"/>
                </a:cubicBezTo>
                <a:lnTo>
                  <a:pt x="16958" y="11884"/>
                </a:lnTo>
                <a:cubicBezTo>
                  <a:pt x="16547" y="11488"/>
                  <a:pt x="16029" y="11260"/>
                  <a:pt x="15435" y="11260"/>
                </a:cubicBezTo>
                <a:cubicBezTo>
                  <a:pt x="14840" y="11260"/>
                  <a:pt x="14307" y="11488"/>
                  <a:pt x="13911" y="11884"/>
                </a:cubicBezTo>
                <a:lnTo>
                  <a:pt x="12525" y="13271"/>
                </a:lnTo>
                <a:cubicBezTo>
                  <a:pt x="11687" y="14109"/>
                  <a:pt x="11687" y="15465"/>
                  <a:pt x="12525" y="16303"/>
                </a:cubicBezTo>
                <a:cubicBezTo>
                  <a:pt x="12860" y="16638"/>
                  <a:pt x="13058" y="17095"/>
                  <a:pt x="13058" y="17598"/>
                </a:cubicBezTo>
                <a:cubicBezTo>
                  <a:pt x="13058" y="18085"/>
                  <a:pt x="12860" y="18543"/>
                  <a:pt x="12525" y="18893"/>
                </a:cubicBezTo>
                <a:lnTo>
                  <a:pt x="11489" y="19914"/>
                </a:lnTo>
                <a:cubicBezTo>
                  <a:pt x="11153" y="20264"/>
                  <a:pt x="10696" y="20447"/>
                  <a:pt x="10193" y="20447"/>
                </a:cubicBezTo>
                <a:lnTo>
                  <a:pt x="9569" y="20447"/>
                </a:lnTo>
                <a:cubicBezTo>
                  <a:pt x="8975" y="20447"/>
                  <a:pt x="8441" y="20676"/>
                  <a:pt x="8045" y="21087"/>
                </a:cubicBezTo>
                <a:lnTo>
                  <a:pt x="3337" y="25780"/>
                </a:lnTo>
                <a:cubicBezTo>
                  <a:pt x="2941" y="26206"/>
                  <a:pt x="2713" y="26739"/>
                  <a:pt x="2713" y="27303"/>
                </a:cubicBezTo>
                <a:cubicBezTo>
                  <a:pt x="2713" y="27897"/>
                  <a:pt x="2941" y="28431"/>
                  <a:pt x="3337" y="28827"/>
                </a:cubicBezTo>
                <a:lnTo>
                  <a:pt x="10529" y="36018"/>
                </a:lnTo>
                <a:cubicBezTo>
                  <a:pt x="11245" y="36719"/>
                  <a:pt x="11245" y="37877"/>
                  <a:pt x="10529" y="38608"/>
                </a:cubicBezTo>
                <a:lnTo>
                  <a:pt x="8198" y="40924"/>
                </a:lnTo>
                <a:cubicBezTo>
                  <a:pt x="7801" y="41351"/>
                  <a:pt x="7573" y="41884"/>
                  <a:pt x="7573" y="42448"/>
                </a:cubicBezTo>
                <a:lnTo>
                  <a:pt x="7573" y="47704"/>
                </a:lnTo>
                <a:cubicBezTo>
                  <a:pt x="7573" y="48207"/>
                  <a:pt x="7375" y="48664"/>
                  <a:pt x="7040" y="48999"/>
                </a:cubicBezTo>
                <a:lnTo>
                  <a:pt x="1" y="56053"/>
                </a:lnTo>
                <a:lnTo>
                  <a:pt x="199" y="56267"/>
                </a:lnTo>
                <a:lnTo>
                  <a:pt x="7268" y="49212"/>
                </a:lnTo>
                <a:cubicBezTo>
                  <a:pt x="7664" y="48801"/>
                  <a:pt x="7893" y="48268"/>
                  <a:pt x="7893" y="47689"/>
                </a:cubicBezTo>
                <a:lnTo>
                  <a:pt x="7893" y="42432"/>
                </a:lnTo>
                <a:cubicBezTo>
                  <a:pt x="7893" y="41945"/>
                  <a:pt x="8091" y="41473"/>
                  <a:pt x="8426" y="41137"/>
                </a:cubicBezTo>
                <a:lnTo>
                  <a:pt x="10757" y="38806"/>
                </a:lnTo>
                <a:cubicBezTo>
                  <a:pt x="11595" y="37984"/>
                  <a:pt x="11595" y="36628"/>
                  <a:pt x="10757" y="35790"/>
                </a:cubicBezTo>
                <a:lnTo>
                  <a:pt x="3581" y="28598"/>
                </a:lnTo>
                <a:cubicBezTo>
                  <a:pt x="3231" y="28263"/>
                  <a:pt x="3048" y="27806"/>
                  <a:pt x="3048" y="27318"/>
                </a:cubicBezTo>
                <a:cubicBezTo>
                  <a:pt x="3048" y="26816"/>
                  <a:pt x="3231" y="26359"/>
                  <a:pt x="3581" y="26023"/>
                </a:cubicBezTo>
                <a:lnTo>
                  <a:pt x="8274" y="21346"/>
                </a:lnTo>
                <a:cubicBezTo>
                  <a:pt x="8624" y="21011"/>
                  <a:pt x="9081" y="20813"/>
                  <a:pt x="9569" y="20813"/>
                </a:cubicBezTo>
                <a:lnTo>
                  <a:pt x="10209" y="20813"/>
                </a:lnTo>
                <a:cubicBezTo>
                  <a:pt x="10788" y="20813"/>
                  <a:pt x="11321" y="20584"/>
                  <a:pt x="11732" y="20188"/>
                </a:cubicBezTo>
                <a:lnTo>
                  <a:pt x="12753" y="19152"/>
                </a:lnTo>
                <a:cubicBezTo>
                  <a:pt x="13149" y="18741"/>
                  <a:pt x="13378" y="18207"/>
                  <a:pt x="13378" y="17628"/>
                </a:cubicBezTo>
                <a:cubicBezTo>
                  <a:pt x="13378" y="17049"/>
                  <a:pt x="13149" y="16516"/>
                  <a:pt x="12753" y="16105"/>
                </a:cubicBezTo>
                <a:cubicBezTo>
                  <a:pt x="12037" y="15404"/>
                  <a:pt x="12037" y="14246"/>
                  <a:pt x="12753" y="13515"/>
                </a:cubicBezTo>
                <a:lnTo>
                  <a:pt x="14140" y="12128"/>
                </a:lnTo>
                <a:cubicBezTo>
                  <a:pt x="14490" y="11793"/>
                  <a:pt x="14947" y="11595"/>
                  <a:pt x="15435" y="11595"/>
                </a:cubicBezTo>
                <a:cubicBezTo>
                  <a:pt x="15937" y="11595"/>
                  <a:pt x="16395" y="11793"/>
                  <a:pt x="16730" y="12128"/>
                </a:cubicBezTo>
                <a:lnTo>
                  <a:pt x="19106" y="14505"/>
                </a:lnTo>
                <a:cubicBezTo>
                  <a:pt x="19525" y="14924"/>
                  <a:pt x="20074" y="15133"/>
                  <a:pt x="20622" y="15133"/>
                </a:cubicBezTo>
                <a:cubicBezTo>
                  <a:pt x="21171" y="15133"/>
                  <a:pt x="21719" y="14924"/>
                  <a:pt x="22138" y="14505"/>
                </a:cubicBezTo>
                <a:lnTo>
                  <a:pt x="23296" y="13347"/>
                </a:lnTo>
                <a:cubicBezTo>
                  <a:pt x="23708" y="12936"/>
                  <a:pt x="23936" y="12402"/>
                  <a:pt x="23936" y="11823"/>
                </a:cubicBezTo>
                <a:cubicBezTo>
                  <a:pt x="23936" y="11229"/>
                  <a:pt x="23708" y="10696"/>
                  <a:pt x="23296" y="10300"/>
                </a:cubicBezTo>
                <a:lnTo>
                  <a:pt x="12997" y="0"/>
                </a:lnTo>
                <a:close/>
              </a:path>
            </a:pathLst>
          </a:custGeom>
          <a:gradFill>
            <a:gsLst>
              <a:gs pos="0">
                <a:srgbClr val="EB9109"/>
              </a:gs>
              <a:gs pos="40000">
                <a:srgbClr val="FF9900">
                  <a:alpha val="40392"/>
                </a:srgbClr>
              </a:gs>
              <a:gs pos="100000">
                <a:srgbClr val="FFFFFF">
                  <a:alpha val="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7"/>
          <p:cNvGrpSpPr/>
          <p:nvPr/>
        </p:nvGrpSpPr>
        <p:grpSpPr>
          <a:xfrm>
            <a:off x="9808800" y="5221734"/>
            <a:ext cx="776067" cy="776567"/>
            <a:chOff x="959750" y="3039275"/>
            <a:chExt cx="582050" cy="582425"/>
          </a:xfrm>
        </p:grpSpPr>
        <p:sp>
          <p:nvSpPr>
            <p:cNvPr id="167" name="Google Shape;167;p7"/>
            <p:cNvSpPr/>
            <p:nvPr/>
          </p:nvSpPr>
          <p:spPr>
            <a:xfrm>
              <a:off x="959750" y="3498275"/>
              <a:ext cx="123450" cy="123425"/>
            </a:xfrm>
            <a:custGeom>
              <a:rect b="b" l="l" r="r" t="t"/>
              <a:pathLst>
                <a:path extrusionOk="0" h="4937" w="4938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1035950" y="3421700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1112500" y="3345525"/>
              <a:ext cx="123825" cy="123450"/>
            </a:xfrm>
            <a:custGeom>
              <a:rect b="b" l="l" r="r" t="t"/>
              <a:pathLst>
                <a:path extrusionOk="0" h="4938" w="4953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1188675" y="3268975"/>
              <a:ext cx="123825" cy="123425"/>
            </a:xfrm>
            <a:custGeom>
              <a:rect b="b" l="l" r="r" t="t"/>
              <a:pathLst>
                <a:path extrusionOk="0" h="4937" w="4953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265625" y="3192800"/>
              <a:ext cx="123425" cy="123425"/>
            </a:xfrm>
            <a:custGeom>
              <a:rect b="b" l="l" r="r" t="t"/>
              <a:pathLst>
                <a:path extrusionOk="0" h="4937" w="4937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341800" y="3116225"/>
              <a:ext cx="123450" cy="123450"/>
            </a:xfrm>
            <a:custGeom>
              <a:rect b="b" l="l" r="r" t="t"/>
              <a:pathLst>
                <a:path extrusionOk="0" h="4938" w="4938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1418375" y="3039275"/>
              <a:ext cx="123425" cy="123825"/>
            </a:xfrm>
            <a:custGeom>
              <a:rect b="b" l="l" r="r" t="t"/>
              <a:pathLst>
                <a:path extrusionOk="0" h="4953" w="4937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37254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7"/>
          <p:cNvSpPr/>
          <p:nvPr/>
        </p:nvSpPr>
        <p:spPr>
          <a:xfrm>
            <a:off x="11342634" y="4052934"/>
            <a:ext cx="641191" cy="634437"/>
          </a:xfrm>
          <a:custGeom>
            <a:rect b="b" l="l" r="r" t="t"/>
            <a:pathLst>
              <a:path extrusionOk="0" h="35790" w="36171">
                <a:moveTo>
                  <a:pt x="34030" y="1"/>
                </a:moveTo>
                <a:cubicBezTo>
                  <a:pt x="33531" y="1"/>
                  <a:pt x="33032" y="191"/>
                  <a:pt x="32651" y="572"/>
                </a:cubicBezTo>
                <a:cubicBezTo>
                  <a:pt x="31890" y="1334"/>
                  <a:pt x="31890" y="2568"/>
                  <a:pt x="32651" y="3330"/>
                </a:cubicBezTo>
                <a:cubicBezTo>
                  <a:pt x="33032" y="3711"/>
                  <a:pt x="33531" y="3901"/>
                  <a:pt x="34030" y="3901"/>
                </a:cubicBezTo>
                <a:cubicBezTo>
                  <a:pt x="34529" y="3901"/>
                  <a:pt x="35028" y="3711"/>
                  <a:pt x="35409" y="3330"/>
                </a:cubicBezTo>
                <a:cubicBezTo>
                  <a:pt x="36171" y="2568"/>
                  <a:pt x="36171" y="1334"/>
                  <a:pt x="35409" y="572"/>
                </a:cubicBezTo>
                <a:cubicBezTo>
                  <a:pt x="35028" y="191"/>
                  <a:pt x="34529" y="1"/>
                  <a:pt x="34030" y="1"/>
                </a:cubicBezTo>
                <a:close/>
                <a:moveTo>
                  <a:pt x="27662" y="6385"/>
                </a:moveTo>
                <a:cubicBezTo>
                  <a:pt x="27163" y="6385"/>
                  <a:pt x="26664" y="6575"/>
                  <a:pt x="26283" y="6956"/>
                </a:cubicBezTo>
                <a:cubicBezTo>
                  <a:pt x="25521" y="7718"/>
                  <a:pt x="25521" y="8952"/>
                  <a:pt x="26283" y="9714"/>
                </a:cubicBezTo>
                <a:cubicBezTo>
                  <a:pt x="26664" y="10095"/>
                  <a:pt x="27163" y="10285"/>
                  <a:pt x="27662" y="10285"/>
                </a:cubicBezTo>
                <a:cubicBezTo>
                  <a:pt x="28161" y="10285"/>
                  <a:pt x="28660" y="10095"/>
                  <a:pt x="29040" y="9714"/>
                </a:cubicBezTo>
                <a:cubicBezTo>
                  <a:pt x="29802" y="8952"/>
                  <a:pt x="29802" y="7718"/>
                  <a:pt x="29040" y="6956"/>
                </a:cubicBezTo>
                <a:cubicBezTo>
                  <a:pt x="28660" y="6575"/>
                  <a:pt x="28161" y="6385"/>
                  <a:pt x="27662" y="6385"/>
                </a:cubicBezTo>
                <a:close/>
                <a:moveTo>
                  <a:pt x="21285" y="12753"/>
                </a:moveTo>
                <a:cubicBezTo>
                  <a:pt x="20783" y="12753"/>
                  <a:pt x="20280" y="12944"/>
                  <a:pt x="19899" y="13325"/>
                </a:cubicBezTo>
                <a:cubicBezTo>
                  <a:pt x="19137" y="14086"/>
                  <a:pt x="19137" y="15336"/>
                  <a:pt x="19899" y="16097"/>
                </a:cubicBezTo>
                <a:cubicBezTo>
                  <a:pt x="20280" y="16478"/>
                  <a:pt x="20783" y="16669"/>
                  <a:pt x="21285" y="16669"/>
                </a:cubicBezTo>
                <a:cubicBezTo>
                  <a:pt x="21788" y="16669"/>
                  <a:pt x="22291" y="16478"/>
                  <a:pt x="22672" y="16097"/>
                </a:cubicBezTo>
                <a:cubicBezTo>
                  <a:pt x="23434" y="15336"/>
                  <a:pt x="23434" y="14086"/>
                  <a:pt x="22672" y="13325"/>
                </a:cubicBezTo>
                <a:cubicBezTo>
                  <a:pt x="22291" y="12944"/>
                  <a:pt x="21788" y="12753"/>
                  <a:pt x="21285" y="12753"/>
                </a:cubicBezTo>
                <a:close/>
                <a:moveTo>
                  <a:pt x="14917" y="19128"/>
                </a:moveTo>
                <a:cubicBezTo>
                  <a:pt x="14415" y="19128"/>
                  <a:pt x="13913" y="19318"/>
                  <a:pt x="13530" y="19693"/>
                </a:cubicBezTo>
                <a:cubicBezTo>
                  <a:pt x="12768" y="20455"/>
                  <a:pt x="12768" y="21689"/>
                  <a:pt x="13530" y="22451"/>
                </a:cubicBezTo>
                <a:cubicBezTo>
                  <a:pt x="13911" y="22832"/>
                  <a:pt x="14410" y="23022"/>
                  <a:pt x="14909" y="23022"/>
                </a:cubicBezTo>
                <a:cubicBezTo>
                  <a:pt x="15408" y="23022"/>
                  <a:pt x="15907" y="22832"/>
                  <a:pt x="16288" y="22451"/>
                </a:cubicBezTo>
                <a:cubicBezTo>
                  <a:pt x="17050" y="21689"/>
                  <a:pt x="17050" y="20455"/>
                  <a:pt x="16288" y="19693"/>
                </a:cubicBezTo>
                <a:cubicBezTo>
                  <a:pt x="15909" y="19314"/>
                  <a:pt x="15413" y="19128"/>
                  <a:pt x="14917" y="19128"/>
                </a:cubicBezTo>
                <a:close/>
                <a:moveTo>
                  <a:pt x="8525" y="25506"/>
                </a:moveTo>
                <a:cubicBezTo>
                  <a:pt x="8026" y="25506"/>
                  <a:pt x="7527" y="25696"/>
                  <a:pt x="7146" y="26077"/>
                </a:cubicBezTo>
                <a:cubicBezTo>
                  <a:pt x="6385" y="26839"/>
                  <a:pt x="6385" y="28073"/>
                  <a:pt x="7146" y="28835"/>
                </a:cubicBezTo>
                <a:cubicBezTo>
                  <a:pt x="7527" y="29216"/>
                  <a:pt x="8026" y="29406"/>
                  <a:pt x="8525" y="29406"/>
                </a:cubicBezTo>
                <a:cubicBezTo>
                  <a:pt x="9024" y="29406"/>
                  <a:pt x="9523" y="29216"/>
                  <a:pt x="9904" y="28835"/>
                </a:cubicBezTo>
                <a:cubicBezTo>
                  <a:pt x="10666" y="28073"/>
                  <a:pt x="10666" y="26839"/>
                  <a:pt x="9904" y="26077"/>
                </a:cubicBezTo>
                <a:cubicBezTo>
                  <a:pt x="9523" y="25696"/>
                  <a:pt x="9024" y="25506"/>
                  <a:pt x="8525" y="25506"/>
                </a:cubicBezTo>
                <a:close/>
                <a:moveTo>
                  <a:pt x="2141" y="31874"/>
                </a:moveTo>
                <a:cubicBezTo>
                  <a:pt x="1642" y="31874"/>
                  <a:pt x="1143" y="32065"/>
                  <a:pt x="763" y="32446"/>
                </a:cubicBezTo>
                <a:cubicBezTo>
                  <a:pt x="1" y="33207"/>
                  <a:pt x="1" y="34457"/>
                  <a:pt x="763" y="35219"/>
                </a:cubicBezTo>
                <a:cubicBezTo>
                  <a:pt x="1143" y="35599"/>
                  <a:pt x="1642" y="35790"/>
                  <a:pt x="2141" y="35790"/>
                </a:cubicBezTo>
                <a:cubicBezTo>
                  <a:pt x="2640" y="35790"/>
                  <a:pt x="3139" y="35599"/>
                  <a:pt x="3520" y="35219"/>
                </a:cubicBezTo>
                <a:cubicBezTo>
                  <a:pt x="4282" y="34457"/>
                  <a:pt x="4282" y="33207"/>
                  <a:pt x="3520" y="32446"/>
                </a:cubicBezTo>
                <a:cubicBezTo>
                  <a:pt x="3139" y="32065"/>
                  <a:pt x="2640" y="31874"/>
                  <a:pt x="2141" y="31874"/>
                </a:cubicBezTo>
                <a:close/>
              </a:path>
            </a:pathLst>
          </a:custGeom>
          <a:gradFill>
            <a:gsLst>
              <a:gs pos="0">
                <a:srgbClr val="EB9109">
                  <a:alpha val="46666"/>
                </a:srgbClr>
              </a:gs>
              <a:gs pos="78000">
                <a:srgbClr val="F5F8FF">
                  <a:alpha val="46666"/>
                </a:srgbClr>
              </a:gs>
              <a:gs pos="100000">
                <a:srgbClr val="F5F8FF">
                  <a:alpha val="4666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1D1D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7"/>
          <p:cNvGrpSpPr/>
          <p:nvPr/>
        </p:nvGrpSpPr>
        <p:grpSpPr>
          <a:xfrm>
            <a:off x="11218683" y="4918944"/>
            <a:ext cx="933237" cy="2201365"/>
            <a:chOff x="8337812" y="3492483"/>
            <a:chExt cx="699928" cy="1651024"/>
          </a:xfrm>
        </p:grpSpPr>
        <p:sp>
          <p:nvSpPr>
            <p:cNvPr id="176" name="Google Shape;176;p7"/>
            <p:cNvSpPr/>
            <p:nvPr/>
          </p:nvSpPr>
          <p:spPr>
            <a:xfrm>
              <a:off x="8337812" y="3492483"/>
              <a:ext cx="483116" cy="1013645"/>
            </a:xfrm>
            <a:custGeom>
              <a:rect b="b" l="l" r="r" t="t"/>
              <a:pathLst>
                <a:path extrusionOk="0" h="24714" w="11779">
                  <a:moveTo>
                    <a:pt x="6735" y="1"/>
                  </a:moveTo>
                  <a:lnTo>
                    <a:pt x="1" y="6750"/>
                  </a:lnTo>
                  <a:lnTo>
                    <a:pt x="229" y="6964"/>
                  </a:lnTo>
                  <a:lnTo>
                    <a:pt x="6415" y="763"/>
                  </a:lnTo>
                  <a:lnTo>
                    <a:pt x="6415" y="13165"/>
                  </a:lnTo>
                  <a:lnTo>
                    <a:pt x="11458" y="13165"/>
                  </a:lnTo>
                  <a:lnTo>
                    <a:pt x="11458" y="24713"/>
                  </a:lnTo>
                  <a:lnTo>
                    <a:pt x="11778" y="24713"/>
                  </a:lnTo>
                  <a:lnTo>
                    <a:pt x="11778" y="12860"/>
                  </a:lnTo>
                  <a:lnTo>
                    <a:pt x="6735" y="12860"/>
                  </a:lnTo>
                  <a:lnTo>
                    <a:pt x="6735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8698380" y="3916789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6"/>
                  </a:lnTo>
                  <a:lnTo>
                    <a:pt x="5699" y="306"/>
                  </a:lnTo>
                  <a:lnTo>
                    <a:pt x="5699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8790871" y="3823684"/>
              <a:ext cx="246869" cy="1226718"/>
            </a:xfrm>
            <a:custGeom>
              <a:rect b="b" l="l" r="r" t="t"/>
              <a:pathLst>
                <a:path extrusionOk="0" h="29909" w="6019">
                  <a:moveTo>
                    <a:pt x="1" y="1"/>
                  </a:moveTo>
                  <a:lnTo>
                    <a:pt x="1" y="305"/>
                  </a:lnTo>
                  <a:lnTo>
                    <a:pt x="5714" y="305"/>
                  </a:lnTo>
                  <a:lnTo>
                    <a:pt x="5714" y="29909"/>
                  </a:lnTo>
                  <a:lnTo>
                    <a:pt x="6019" y="29909"/>
                  </a:lnTo>
                  <a:lnTo>
                    <a:pt x="6019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7"/>
          <p:cNvGrpSpPr/>
          <p:nvPr/>
        </p:nvGrpSpPr>
        <p:grpSpPr>
          <a:xfrm>
            <a:off x="10695234" y="5998301"/>
            <a:ext cx="1206221" cy="968161"/>
            <a:chOff x="7945225" y="4302000"/>
            <a:chExt cx="904666" cy="726121"/>
          </a:xfrm>
        </p:grpSpPr>
        <p:sp>
          <p:nvSpPr>
            <p:cNvPr id="180" name="Google Shape;180;p7"/>
            <p:cNvSpPr/>
            <p:nvPr/>
          </p:nvSpPr>
          <p:spPr>
            <a:xfrm>
              <a:off x="8176775" y="4445200"/>
              <a:ext cx="673116" cy="582921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8164350" y="43020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7945225" y="4445200"/>
              <a:ext cx="480925" cy="416483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7"/>
          <p:cNvGrpSpPr/>
          <p:nvPr/>
        </p:nvGrpSpPr>
        <p:grpSpPr>
          <a:xfrm>
            <a:off x="-413180" y="4823208"/>
            <a:ext cx="1931765" cy="2985073"/>
            <a:chOff x="-309885" y="3617406"/>
            <a:chExt cx="1448824" cy="2238805"/>
          </a:xfrm>
        </p:grpSpPr>
        <p:grpSp>
          <p:nvGrpSpPr>
            <p:cNvPr id="184" name="Google Shape;184;p7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185" name="Google Shape;185;p7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" name="Google Shape;187;p7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188" name="Google Shape;188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89" name="Google Shape;189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0" name="Google Shape;190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91" name="Google Shape;191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2" name="Google Shape;192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4" name="Google Shape;194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5" name="Google Shape;195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96" name="Google Shape;196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7"/>
            <p:cNvGrpSpPr/>
            <p:nvPr/>
          </p:nvGrpSpPr>
          <p:grpSpPr>
            <a:xfrm rot="-5400000">
              <a:off x="-461872" y="3769394"/>
              <a:ext cx="1351491" cy="1047516"/>
              <a:chOff x="-2460210" y="2758494"/>
              <a:chExt cx="1351491" cy="1047516"/>
            </a:xfrm>
          </p:grpSpPr>
          <p:sp>
            <p:nvSpPr>
              <p:cNvPr id="198" name="Google Shape;198;p7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7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7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7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7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203" name="Google Shape;20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4" name="Google Shape;20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5" name="Google Shape;20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06" name="Google Shape;20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7" name="Google Shape;20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" name="Google Shape;20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" name="Google Shape;20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0" name="Google Shape;21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11" name="Google Shape;21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7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213" name="Google Shape;213;p7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14" name="Google Shape;214;p7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5" name="Google Shape;215;p7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16" name="Google Shape;216;p7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" name="Google Shape;217;p7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" name="Google Shape;218;p7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" name="Google Shape;219;p7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" name="Google Shape;220;p7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21" name="Google Shape;221;p7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22" name="Google Shape;222;p7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>
            <p:ph idx="2" type="pic"/>
          </p:nvPr>
        </p:nvSpPr>
        <p:spPr>
          <a:xfrm>
            <a:off x="5841479" y="953468"/>
            <a:ext cx="4868084" cy="495106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26" name="Google Shape;22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8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228" name="Google Shape;228;p8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229" name="Google Shape;229;p8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8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" name="Google Shape;231;p8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232" name="Google Shape;232;p8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8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8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235" name="Google Shape;23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36" name="Google Shape;23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37" name="Google Shape;23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38" name="Google Shape;23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39" name="Google Shape;23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0" name="Google Shape;24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1" name="Google Shape;24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2" name="Google Shape;24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43" name="Google Shape;24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" name="Google Shape;244;p8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245" name="Google Shape;24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46" name="Google Shape;24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47" name="Google Shape;24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48" name="Google Shape;24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49" name="Google Shape;24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0" name="Google Shape;25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1" name="Google Shape;25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2" name="Google Shape;25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53" name="Google Shape;25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8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255" name="Google Shape;255;p8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56" name="Google Shape;256;p8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57" name="Google Shape;257;p8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258" name="Google Shape;258;p8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9" name="Google Shape;259;p8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0" name="Google Shape;260;p8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1" name="Google Shape;261;p8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2" name="Google Shape;262;p8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263" name="Google Shape;263;p8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8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265" name="Google Shape;265;p8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8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8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/>
          <p:nvPr>
            <p:ph idx="2" type="pic"/>
          </p:nvPr>
        </p:nvSpPr>
        <p:spPr>
          <a:xfrm>
            <a:off x="4310745" y="2238827"/>
            <a:ext cx="4920335" cy="329828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71" name="Google Shape;27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2" name="Google Shape;272;p9"/>
          <p:cNvGrpSpPr/>
          <p:nvPr/>
        </p:nvGrpSpPr>
        <p:grpSpPr>
          <a:xfrm>
            <a:off x="-1607561" y="-3646040"/>
            <a:ext cx="10823409" cy="7799545"/>
            <a:chOff x="-1180406" y="-2565680"/>
            <a:chExt cx="8117556" cy="5849659"/>
          </a:xfrm>
        </p:grpSpPr>
        <p:sp>
          <p:nvSpPr>
            <p:cNvPr id="273" name="Google Shape;273;p9"/>
            <p:cNvSpPr/>
            <p:nvPr/>
          </p:nvSpPr>
          <p:spPr>
            <a:xfrm rot="10221728">
              <a:off x="-981122" y="-549008"/>
              <a:ext cx="3045481" cy="263739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F5F8FF"/>
                </a:gs>
                <a:gs pos="22000">
                  <a:srgbClr val="F5F8FF"/>
                </a:gs>
                <a:gs pos="45000">
                  <a:srgbClr val="FFFFFF">
                    <a:alpha val="0"/>
                  </a:srgbClr>
                </a:gs>
                <a:gs pos="100000">
                  <a:srgbClr val="F50403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9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EB9109"/>
                </a:gs>
                <a:gs pos="78000">
                  <a:srgbClr val="F5F8FF"/>
                </a:gs>
                <a:gs pos="100000">
                  <a:srgbClr val="F5F8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rgbClr val="F504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" name="Google Shape;279;p9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280" name="Google Shape;280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2" name="Google Shape;282;p9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83" name="Google Shape;283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5" name="Google Shape;285;p9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86" name="Google Shape;286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8" name="Google Shape;288;p9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9" name="Google Shape;289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" name="Google Shape;291;p9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292" name="Google Shape;292;p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94" name="Google Shape;294;p9"/>
          <p:cNvPicPr preferRelativeResize="0"/>
          <p:nvPr/>
        </p:nvPicPr>
        <p:blipFill rotWithShape="1">
          <a:blip r:embed="rId3">
            <a:alphaModFix/>
          </a:blip>
          <a:srcRect b="17662" l="0" r="0" t="17657"/>
          <a:stretch/>
        </p:blipFill>
        <p:spPr>
          <a:xfrm rot="-7778255">
            <a:off x="-3534446" y="-1919228"/>
            <a:ext cx="7140905" cy="545010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/>
          <p:nvPr>
            <p:ph idx="2" type="pic"/>
          </p:nvPr>
        </p:nvSpPr>
        <p:spPr>
          <a:xfrm>
            <a:off x="610699" y="0"/>
            <a:ext cx="3680335" cy="398246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298" name="Google Shape;29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0"/>
          <p:cNvGrpSpPr/>
          <p:nvPr/>
        </p:nvGrpSpPr>
        <p:grpSpPr>
          <a:xfrm>
            <a:off x="-693530" y="-764219"/>
            <a:ext cx="2003055" cy="3742456"/>
            <a:chOff x="-367748" y="-573164"/>
            <a:chExt cx="1502291" cy="2806842"/>
          </a:xfrm>
        </p:grpSpPr>
        <p:grpSp>
          <p:nvGrpSpPr>
            <p:cNvPr id="300" name="Google Shape;300;p10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301" name="Google Shape;301;p1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>
                      <a:alpha val="45882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F50403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4" name="Google Shape;304;p10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F50403"/>
                </a:gs>
                <a:gs pos="40000">
                  <a:srgbClr val="F50403">
                    <a:alpha val="4196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F50403">
                    <a:alpha val="6196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6" name="Google Shape;306;p10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307" name="Google Shape;307;p1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6862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0" name="Google Shape;310;p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"/>
          <p:cNvSpPr/>
          <p:nvPr>
            <p:ph idx="2" type="pic"/>
          </p:nvPr>
        </p:nvSpPr>
        <p:spPr>
          <a:xfrm>
            <a:off x="727217" y="622898"/>
            <a:ext cx="8333385" cy="28701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13" name="Google Shape;31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12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18" name="Google Shape;318;p12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19" name="Google Shape;319;p1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1" name="Google Shape;321;p12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22" name="Google Shape;322;p1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" name="Google Shape;324;p12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25" name="Google Shape;32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27" name="Google Shape;32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28" name="Google Shape;32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9" name="Google Shape;32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0" name="Google Shape;33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1" name="Google Shape;33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2" name="Google Shape;33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33" name="Google Shape;33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4" name="Google Shape;334;p12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35" name="Google Shape;33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36" name="Google Shape;33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37" name="Google Shape;33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38" name="Google Shape;33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9" name="Google Shape;33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0" name="Google Shape;34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1" name="Google Shape;34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2" name="Google Shape;34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43" name="Google Shape;34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4" name="Google Shape;344;p12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45" name="Google Shape;345;p1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46" name="Google Shape;346;p1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7" name="Google Shape;347;p12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48" name="Google Shape;348;p1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9" name="Google Shape;349;p1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0" name="Google Shape;350;p1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1" name="Google Shape;351;p1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1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53" name="Google Shape;353;p1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p12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355" name="Google Shape;355;p1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8" name="Google Shape;358;p1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"/>
          <p:cNvSpPr/>
          <p:nvPr>
            <p:ph idx="2" type="pic"/>
          </p:nvPr>
        </p:nvSpPr>
        <p:spPr>
          <a:xfrm>
            <a:off x="0" y="3061252"/>
            <a:ext cx="2969753" cy="37967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61" name="Google Shape;361;p13"/>
          <p:cNvSpPr/>
          <p:nvPr>
            <p:ph idx="3" type="pic"/>
          </p:nvPr>
        </p:nvSpPr>
        <p:spPr>
          <a:xfrm>
            <a:off x="6870763" y="-3517"/>
            <a:ext cx="3838800" cy="31629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2" name="Google Shape;36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/>
          <p:nvPr>
            <p:ph idx="2" type="pic"/>
          </p:nvPr>
        </p:nvSpPr>
        <p:spPr>
          <a:xfrm>
            <a:off x="6524779" y="742950"/>
            <a:ext cx="3488597" cy="43092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366" name="Google Shape;36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14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368" name="Google Shape;368;p14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369" name="Google Shape;369;p14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4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14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372" name="Google Shape;372;p14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4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" name="Google Shape;374;p14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375" name="Google Shape;37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76" name="Google Shape;37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77" name="Google Shape;37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78" name="Google Shape;37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79" name="Google Shape;37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0" name="Google Shape;38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1" name="Google Shape;38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2" name="Google Shape;38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83" name="Google Shape;38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p14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385" name="Google Shape;38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86" name="Google Shape;38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87" name="Google Shape;38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88" name="Google Shape;38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89" name="Google Shape;38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0" name="Google Shape;39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1" name="Google Shape;39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2" name="Google Shape;39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393" name="Google Shape;39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14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395" name="Google Shape;395;p14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96" name="Google Shape;396;p14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97" name="Google Shape;397;p14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398" name="Google Shape;398;p14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99" name="Google Shape;399;p14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0" name="Google Shape;400;p14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1" name="Google Shape;401;p14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02" name="Google Shape;402;p14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03" name="Google Shape;403;p14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" name="Google Shape;404;p14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05" name="Google Shape;405;p14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4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4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" name="Google Shape;408;p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/>
          <p:nvPr>
            <p:ph idx="2" type="pic"/>
          </p:nvPr>
        </p:nvSpPr>
        <p:spPr>
          <a:xfrm>
            <a:off x="-1" y="622897"/>
            <a:ext cx="9337882" cy="219703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1" name="Google Shape;4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/>
          <p:nvPr>
            <p:ph idx="2" type="pic"/>
          </p:nvPr>
        </p:nvSpPr>
        <p:spPr>
          <a:xfrm>
            <a:off x="148126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5" name="Google Shape;415;p16"/>
          <p:cNvSpPr/>
          <p:nvPr>
            <p:ph idx="3" type="pic"/>
          </p:nvPr>
        </p:nvSpPr>
        <p:spPr>
          <a:xfrm>
            <a:off x="4169396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6" name="Google Shape;416;p16"/>
          <p:cNvSpPr/>
          <p:nvPr>
            <p:ph idx="4" type="pic"/>
          </p:nvPr>
        </p:nvSpPr>
        <p:spPr>
          <a:xfrm>
            <a:off x="6857527" y="3350560"/>
            <a:ext cx="2370770" cy="237077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17" name="Google Shape;4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/>
          <p:nvPr>
            <p:ph idx="2" type="pic"/>
          </p:nvPr>
        </p:nvSpPr>
        <p:spPr>
          <a:xfrm>
            <a:off x="5653560" y="672033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1" name="Google Shape;421;p17"/>
          <p:cNvSpPr/>
          <p:nvPr>
            <p:ph idx="3" type="pic"/>
          </p:nvPr>
        </p:nvSpPr>
        <p:spPr>
          <a:xfrm>
            <a:off x="5653560" y="2583602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2" name="Google Shape;422;p17"/>
          <p:cNvSpPr/>
          <p:nvPr>
            <p:ph idx="4" type="pic"/>
          </p:nvPr>
        </p:nvSpPr>
        <p:spPr>
          <a:xfrm>
            <a:off x="5653560" y="4495171"/>
            <a:ext cx="1690792" cy="16907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3" name="Google Shape;4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"/>
          <p:cNvSpPr/>
          <p:nvPr>
            <p:ph idx="2" type="pic"/>
          </p:nvPr>
        </p:nvSpPr>
        <p:spPr>
          <a:xfrm>
            <a:off x="8231618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7" name="Google Shape;427;p18"/>
          <p:cNvSpPr/>
          <p:nvPr>
            <p:ph idx="3" type="pic"/>
          </p:nvPr>
        </p:nvSpPr>
        <p:spPr>
          <a:xfrm>
            <a:off x="5935846" y="728382"/>
            <a:ext cx="2099690" cy="209969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28" name="Google Shape;428;p18"/>
          <p:cNvSpPr/>
          <p:nvPr>
            <p:ph idx="4" type="pic"/>
          </p:nvPr>
        </p:nvSpPr>
        <p:spPr>
          <a:xfrm>
            <a:off x="-1" y="3366773"/>
            <a:ext cx="4525530" cy="243547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29" name="Google Shape;4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9"/>
          <p:cNvSpPr/>
          <p:nvPr>
            <p:ph idx="2" type="pic"/>
          </p:nvPr>
        </p:nvSpPr>
        <p:spPr>
          <a:xfrm>
            <a:off x="889964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3" name="Google Shape;433;p19"/>
          <p:cNvSpPr/>
          <p:nvPr>
            <p:ph idx="3" type="pic"/>
          </p:nvPr>
        </p:nvSpPr>
        <p:spPr>
          <a:xfrm>
            <a:off x="3210142" y="1372128"/>
            <a:ext cx="2137654" cy="411374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4" name="Google Shape;43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"/>
          <p:cNvSpPr/>
          <p:nvPr>
            <p:ph idx="2" type="pic"/>
          </p:nvPr>
        </p:nvSpPr>
        <p:spPr>
          <a:xfrm>
            <a:off x="6896192" y="1655804"/>
            <a:ext cx="2800470" cy="520219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38" name="Google Shape;43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1"/>
          <p:cNvSpPr/>
          <p:nvPr>
            <p:ph idx="2" type="pic"/>
          </p:nvPr>
        </p:nvSpPr>
        <p:spPr>
          <a:xfrm>
            <a:off x="1179006" y="1014481"/>
            <a:ext cx="2768300" cy="412251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2" name="Google Shape;44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2"/>
          <p:cNvSpPr/>
          <p:nvPr>
            <p:ph idx="2" type="pic"/>
          </p:nvPr>
        </p:nvSpPr>
        <p:spPr>
          <a:xfrm>
            <a:off x="4930282" y="1031838"/>
            <a:ext cx="5779279" cy="293482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46" name="Google Shape;44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"/>
          <p:cNvSpPr/>
          <p:nvPr>
            <p:ph idx="2" type="pic"/>
          </p:nvPr>
        </p:nvSpPr>
        <p:spPr>
          <a:xfrm>
            <a:off x="3220234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0" name="Google Shape;450;p23"/>
          <p:cNvSpPr/>
          <p:nvPr>
            <p:ph idx="3" type="pic"/>
          </p:nvPr>
        </p:nvSpPr>
        <p:spPr>
          <a:xfrm>
            <a:off x="5712651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1" name="Google Shape;451;p23"/>
          <p:cNvSpPr/>
          <p:nvPr>
            <p:ph idx="4" type="pic"/>
          </p:nvPr>
        </p:nvSpPr>
        <p:spPr>
          <a:xfrm>
            <a:off x="8205068" y="2120348"/>
            <a:ext cx="2279374" cy="22793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52" name="Google Shape;45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3" name="Google Shape;453;p23"/>
          <p:cNvGrpSpPr/>
          <p:nvPr/>
        </p:nvGrpSpPr>
        <p:grpSpPr>
          <a:xfrm>
            <a:off x="-680840" y="-2290632"/>
            <a:ext cx="5862925" cy="5562209"/>
            <a:chOff x="-494405" y="-1584825"/>
            <a:chExt cx="4397193" cy="4171657"/>
          </a:xfrm>
        </p:grpSpPr>
        <p:grpSp>
          <p:nvGrpSpPr>
            <p:cNvPr id="454" name="Google Shape;454;p23"/>
            <p:cNvGrpSpPr/>
            <p:nvPr/>
          </p:nvGrpSpPr>
          <p:grpSpPr>
            <a:xfrm>
              <a:off x="-494405" y="-252396"/>
              <a:ext cx="1741563" cy="1288563"/>
              <a:chOff x="-494405" y="-252396"/>
              <a:chExt cx="1741563" cy="1288563"/>
            </a:xfrm>
          </p:grpSpPr>
          <p:sp>
            <p:nvSpPr>
              <p:cNvPr id="455" name="Google Shape;455;p2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/>
                  </a:gs>
                  <a:gs pos="18000">
                    <a:srgbClr val="F5F8FF"/>
                  </a:gs>
                  <a:gs pos="56000">
                    <a:srgbClr val="FFFFFF">
                      <a:alpha val="0"/>
                    </a:srgbClr>
                  </a:gs>
                  <a:gs pos="74000">
                    <a:srgbClr val="F5F8FF"/>
                  </a:gs>
                  <a:gs pos="100000">
                    <a:srgbClr val="F50403"/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2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458" name="Google Shape;458;p2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0" name="Google Shape;460;p23"/>
            <p:cNvGrpSpPr/>
            <p:nvPr/>
          </p:nvGrpSpPr>
          <p:grpSpPr>
            <a:xfrm>
              <a:off x="441574" y="-36652"/>
              <a:ext cx="699940" cy="478601"/>
              <a:chOff x="39723" y="4349021"/>
              <a:chExt cx="1061964" cy="726143"/>
            </a:xfrm>
          </p:grpSpPr>
          <p:grpSp>
            <p:nvGrpSpPr>
              <p:cNvPr id="461" name="Google Shape;46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62" name="Google Shape;46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63" name="Google Shape;46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64" name="Google Shape;46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5" name="Google Shape;46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6" name="Google Shape;46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7" name="Google Shape;46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8" name="Google Shape;46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69" name="Google Shape;46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p23"/>
            <p:cNvGrpSpPr/>
            <p:nvPr/>
          </p:nvGrpSpPr>
          <p:grpSpPr>
            <a:xfrm>
              <a:off x="955673" y="11"/>
              <a:ext cx="592576" cy="405260"/>
              <a:chOff x="39723" y="4349021"/>
              <a:chExt cx="1061964" cy="726143"/>
            </a:xfrm>
          </p:grpSpPr>
          <p:grpSp>
            <p:nvGrpSpPr>
              <p:cNvPr id="471" name="Google Shape;47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72" name="Google Shape;47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3" name="Google Shape;47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74" name="Google Shape;47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" name="Google Shape;47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" name="Google Shape;47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7" name="Google Shape;47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8" name="Google Shape;47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79" name="Google Shape;47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0" name="Google Shape;480;p23"/>
            <p:cNvGrpSpPr/>
            <p:nvPr/>
          </p:nvGrpSpPr>
          <p:grpSpPr>
            <a:xfrm>
              <a:off x="-1" y="621223"/>
              <a:ext cx="699940" cy="478601"/>
              <a:chOff x="39723" y="4349021"/>
              <a:chExt cx="1061964" cy="726143"/>
            </a:xfrm>
          </p:grpSpPr>
          <p:grpSp>
            <p:nvGrpSpPr>
              <p:cNvPr id="481" name="Google Shape;481;p2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482" name="Google Shape;482;p2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5F8FF"/>
                    </a:gs>
                    <a:gs pos="18000">
                      <a:srgbClr val="F5F8FF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rgbClr val="F5F8FF"/>
                    </a:gs>
                    <a:gs pos="100000">
                      <a:srgbClr val="F50403"/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1D1D1D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3" name="Google Shape;483;p2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484" name="Google Shape;484;p2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" name="Google Shape;485;p2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6" name="Google Shape;486;p2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7" name="Google Shape;487;p2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8" name="Google Shape;488;p2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1D1D1D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489" name="Google Shape;489;p2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0" name="Google Shape;490;p2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491" name="Google Shape;491;p2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/>
                  </a:gs>
                  <a:gs pos="78000">
                    <a:srgbClr val="F5F8FF"/>
                  </a:gs>
                  <a:gs pos="100000">
                    <a:srgbClr val="F5F8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F50403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1D1D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94" name="Google Shape;494;p2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4"/>
          <p:cNvSpPr/>
          <p:nvPr>
            <p:ph idx="2" type="pic"/>
          </p:nvPr>
        </p:nvSpPr>
        <p:spPr>
          <a:xfrm>
            <a:off x="1" y="833261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97" name="Google Shape;497;p24"/>
          <p:cNvSpPr/>
          <p:nvPr>
            <p:ph idx="3" type="pic"/>
          </p:nvPr>
        </p:nvSpPr>
        <p:spPr>
          <a:xfrm>
            <a:off x="1" y="3520340"/>
            <a:ext cx="4270431" cy="25043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498" name="Google Shape;49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5"/>
          <p:cNvSpPr/>
          <p:nvPr>
            <p:ph idx="2" type="pic"/>
          </p:nvPr>
        </p:nvSpPr>
        <p:spPr>
          <a:xfrm>
            <a:off x="7405685" y="757036"/>
            <a:ext cx="3303874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2" name="Google Shape;502;p25"/>
          <p:cNvSpPr/>
          <p:nvPr>
            <p:ph idx="3" type="pic"/>
          </p:nvPr>
        </p:nvSpPr>
        <p:spPr>
          <a:xfrm>
            <a:off x="4975112" y="757036"/>
            <a:ext cx="2235200" cy="2235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3" name="Google Shape;503;p25"/>
          <p:cNvSpPr/>
          <p:nvPr>
            <p:ph idx="4" type="pic"/>
          </p:nvPr>
        </p:nvSpPr>
        <p:spPr>
          <a:xfrm>
            <a:off x="1372980" y="3265714"/>
            <a:ext cx="2430322" cy="359228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4" name="Google Shape;50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Custom Layout">
  <p:cSld name="23_Custom Layout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6"/>
          <p:cNvSpPr/>
          <p:nvPr>
            <p:ph idx="2" type="pic"/>
          </p:nvPr>
        </p:nvSpPr>
        <p:spPr>
          <a:xfrm>
            <a:off x="945565" y="4375786"/>
            <a:ext cx="1642576" cy="164257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08" name="Google Shape;508;p26"/>
          <p:cNvSpPr/>
          <p:nvPr>
            <p:ph idx="3" type="pic"/>
          </p:nvPr>
        </p:nvSpPr>
        <p:spPr>
          <a:xfrm>
            <a:off x="6786169" y="839634"/>
            <a:ext cx="2952916" cy="517872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09" name="Google Shape;50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Custom Layout">
  <p:cSld name="24_Custom Layout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"/>
          <p:cNvSpPr/>
          <p:nvPr>
            <p:ph idx="2" type="pic"/>
          </p:nvPr>
        </p:nvSpPr>
        <p:spPr>
          <a:xfrm>
            <a:off x="6231818" y="3918532"/>
            <a:ext cx="4477745" cy="20461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3" name="Google Shape;513;p27"/>
          <p:cNvSpPr/>
          <p:nvPr>
            <p:ph idx="3" type="pic"/>
          </p:nvPr>
        </p:nvSpPr>
        <p:spPr>
          <a:xfrm>
            <a:off x="1" y="512772"/>
            <a:ext cx="5393169" cy="269344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14" name="Google Shape;51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Custom Layout">
  <p:cSld name="25_Custom Layout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8"/>
          <p:cNvSpPr/>
          <p:nvPr>
            <p:ph idx="2" type="pic"/>
          </p:nvPr>
        </p:nvSpPr>
        <p:spPr>
          <a:xfrm>
            <a:off x="5370288" y="616476"/>
            <a:ext cx="2965624" cy="56250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8" name="Google Shape;518;p28"/>
          <p:cNvSpPr/>
          <p:nvPr>
            <p:ph idx="3" type="pic"/>
          </p:nvPr>
        </p:nvSpPr>
        <p:spPr>
          <a:xfrm>
            <a:off x="8505736" y="616474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19" name="Google Shape;519;p28"/>
          <p:cNvSpPr/>
          <p:nvPr>
            <p:ph idx="4" type="pic"/>
          </p:nvPr>
        </p:nvSpPr>
        <p:spPr>
          <a:xfrm>
            <a:off x="8505736" y="2539633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0" name="Google Shape;520;p28"/>
          <p:cNvSpPr/>
          <p:nvPr>
            <p:ph idx="5" type="pic"/>
          </p:nvPr>
        </p:nvSpPr>
        <p:spPr>
          <a:xfrm>
            <a:off x="8505736" y="4462792"/>
            <a:ext cx="2034005" cy="17787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1" name="Google Shape;52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Custom Layout">
  <p:cSld name="26_Custom Layout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"/>
          <p:cNvSpPr/>
          <p:nvPr>
            <p:ph idx="2" type="pic"/>
          </p:nvPr>
        </p:nvSpPr>
        <p:spPr>
          <a:xfrm>
            <a:off x="1323522" y="1123950"/>
            <a:ext cx="2120149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5" name="Google Shape;525;p29"/>
          <p:cNvSpPr/>
          <p:nvPr>
            <p:ph idx="3" type="pic"/>
          </p:nvPr>
        </p:nvSpPr>
        <p:spPr>
          <a:xfrm>
            <a:off x="7849986" y="0"/>
            <a:ext cx="2120149" cy="29707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26" name="Google Shape;52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Custom Layout">
  <p:cSld name="27_Custom Layout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0"/>
          <p:cNvSpPr/>
          <p:nvPr>
            <p:ph idx="2" type="pic"/>
          </p:nvPr>
        </p:nvSpPr>
        <p:spPr>
          <a:xfrm>
            <a:off x="1451036" y="3571877"/>
            <a:ext cx="3685820" cy="23336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0" name="Google Shape;53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Custom Layout">
  <p:cSld name="28_Custom Layout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1"/>
          <p:cNvSpPr/>
          <p:nvPr>
            <p:ph idx="2" type="pic"/>
          </p:nvPr>
        </p:nvSpPr>
        <p:spPr>
          <a:xfrm>
            <a:off x="0" y="4094373"/>
            <a:ext cx="3536627" cy="215658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34" name="Google Shape;534;p31"/>
          <p:cNvSpPr/>
          <p:nvPr>
            <p:ph idx="3" type="pic"/>
          </p:nvPr>
        </p:nvSpPr>
        <p:spPr>
          <a:xfrm>
            <a:off x="7199085" y="1"/>
            <a:ext cx="2577954" cy="33167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535" name="Google Shape;53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2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pic>
        <p:nvPicPr>
          <p:cNvPr id="539" name="Google Shape;539;p3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2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1" name="Google Shape;541;p3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5" name="Google Shape;545;p3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3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47" name="Google Shape;547;p3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2D4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p34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4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553" name="Google Shape;553;p3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5"/>
          <p:cNvSpPr txBox="1"/>
          <p:nvPr>
            <p:ph type="title"/>
          </p:nvPr>
        </p:nvSpPr>
        <p:spPr>
          <a:xfrm>
            <a:off x="960000" y="2772433"/>
            <a:ext cx="746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556" name="Google Shape;556;p35"/>
          <p:cNvSpPr txBox="1"/>
          <p:nvPr>
            <p:ph hasCustomPrompt="1" idx="2" type="title"/>
          </p:nvPr>
        </p:nvSpPr>
        <p:spPr>
          <a:xfrm>
            <a:off x="960000" y="1367634"/>
            <a:ext cx="2270100" cy="13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3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9pPr>
          </a:lstStyle>
          <a:p>
            <a:r>
              <a:t>xx%</a:t>
            </a:r>
          </a:p>
        </p:txBody>
      </p:sp>
      <p:sp>
        <p:nvSpPr>
          <p:cNvPr id="557" name="Google Shape;557;p35"/>
          <p:cNvSpPr txBox="1"/>
          <p:nvPr>
            <p:ph idx="1" type="subTitle"/>
          </p:nvPr>
        </p:nvSpPr>
        <p:spPr>
          <a:xfrm>
            <a:off x="960000" y="4336500"/>
            <a:ext cx="746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grpSp>
        <p:nvGrpSpPr>
          <p:cNvPr id="558" name="Google Shape;558;p35"/>
          <p:cNvGrpSpPr/>
          <p:nvPr/>
        </p:nvGrpSpPr>
        <p:grpSpPr>
          <a:xfrm>
            <a:off x="-718924" y="-2290580"/>
            <a:ext cx="5862778" cy="5562070"/>
            <a:chOff x="-494406" y="-1584825"/>
            <a:chExt cx="4397193" cy="4171657"/>
          </a:xfrm>
        </p:grpSpPr>
        <p:grpSp>
          <p:nvGrpSpPr>
            <p:cNvPr id="559" name="Google Shape;559;p35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560" name="Google Shape;560;p35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35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" name="Google Shape;562;p35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563" name="Google Shape;563;p35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35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5" name="Google Shape;565;p35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566" name="Google Shape;56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67" name="Google Shape;56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68" name="Google Shape;56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69" name="Google Shape;56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0" name="Google Shape;57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1" name="Google Shape;57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2" name="Google Shape;57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3" name="Google Shape;57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74" name="Google Shape;57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5" name="Google Shape;575;p35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576" name="Google Shape;57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77" name="Google Shape;57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78" name="Google Shape;57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9" name="Google Shape;57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3" name="Google Shape;58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84" name="Google Shape;58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5" name="Google Shape;585;p35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586" name="Google Shape;586;p35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88" name="Google Shape;588;p35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9" name="Google Shape;589;p3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0" name="Google Shape;590;p3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1" name="Google Shape;591;p3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2" name="Google Shape;592;p3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3" name="Google Shape;593;p3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94" name="Google Shape;594;p35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5" name="Google Shape;595;p35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596" name="Google Shape;596;p35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5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35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9" name="Google Shape;599;p3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 1">
  <p:cSld name="4_Custom Layout_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6"/>
          <p:cNvSpPr/>
          <p:nvPr>
            <p:ph idx="2" type="pic"/>
          </p:nvPr>
        </p:nvSpPr>
        <p:spPr>
          <a:xfrm>
            <a:off x="0" y="2670629"/>
            <a:ext cx="9243000" cy="4187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id="602" name="Google Shape;602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6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0562778" y="-237392"/>
            <a:ext cx="1749384" cy="174938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6"/>
          <p:cNvSpPr txBox="1"/>
          <p:nvPr/>
        </p:nvSpPr>
        <p:spPr>
          <a:xfrm>
            <a:off x="10729913" y="876583"/>
            <a:ext cx="14151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</a:rPr>
              <a:t>codehubai.com</a:t>
            </a:r>
            <a:endParaRPr sz="1200">
              <a:solidFill>
                <a:srgbClr val="7F7F7F"/>
              </a:solidFill>
            </a:endParaRPr>
          </a:p>
        </p:txBody>
      </p:sp>
      <p:sp>
        <p:nvSpPr>
          <p:cNvPr id="605" name="Google Shape;605;p3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205350" y="6441875"/>
            <a:ext cx="4053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4747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©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CodeHub AI, </a:t>
            </a:r>
            <a:r>
              <a:rPr lang="en-US" sz="1000">
                <a:solidFill>
                  <a:srgbClr val="262626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rights reserved</a:t>
            </a:r>
            <a:endParaRPr sz="1000">
              <a:solidFill>
                <a:srgbClr val="262626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29.png"/><Relationship Id="rId7" Type="http://schemas.openxmlformats.org/officeDocument/2006/relationships/image" Target="../media/image3.png"/><Relationship Id="rId8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7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28.png"/><Relationship Id="rId7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Relationship Id="rId6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Relationship Id="rId5" Type="http://schemas.openxmlformats.org/officeDocument/2006/relationships/image" Target="../media/image39.png"/><Relationship Id="rId6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Relationship Id="rId4" Type="http://schemas.openxmlformats.org/officeDocument/2006/relationships/image" Target="../media/image39.png"/><Relationship Id="rId5" Type="http://schemas.openxmlformats.org/officeDocument/2006/relationships/image" Target="../media/image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Relationship Id="rId4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323" y="760452"/>
            <a:ext cx="3742753" cy="3742753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7"/>
          <p:cNvSpPr txBox="1"/>
          <p:nvPr/>
        </p:nvSpPr>
        <p:spPr>
          <a:xfrm>
            <a:off x="3954538" y="3682248"/>
            <a:ext cx="50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rPr>
              <a:t>Generative AI </a:t>
            </a:r>
            <a:endParaRPr/>
          </a:p>
        </p:txBody>
      </p:sp>
      <p:sp>
        <p:nvSpPr>
          <p:cNvPr id="612" name="Google Shape;612;p37"/>
          <p:cNvSpPr txBox="1"/>
          <p:nvPr/>
        </p:nvSpPr>
        <p:spPr>
          <a:xfrm>
            <a:off x="4044650" y="4418675"/>
            <a:ext cx="8187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Full Stack Developer</a:t>
            </a:r>
            <a:endParaRPr sz="4800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p37"/>
          <p:cNvSpPr/>
          <p:nvPr/>
        </p:nvSpPr>
        <p:spPr>
          <a:xfrm>
            <a:off x="4080325" y="3723225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" name="Google Shape;6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7275" y="3026375"/>
            <a:ext cx="2811375" cy="21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38"/>
          <p:cNvGrpSpPr/>
          <p:nvPr/>
        </p:nvGrpSpPr>
        <p:grpSpPr>
          <a:xfrm>
            <a:off x="868426" y="2469824"/>
            <a:ext cx="11123100" cy="1631701"/>
            <a:chOff x="800251" y="1467172"/>
            <a:chExt cx="11123100" cy="1631701"/>
          </a:xfrm>
        </p:grpSpPr>
        <p:sp>
          <p:nvSpPr>
            <p:cNvPr id="621" name="Google Shape;621;p38"/>
            <p:cNvSpPr txBox="1"/>
            <p:nvPr/>
          </p:nvSpPr>
          <p:spPr>
            <a:xfrm>
              <a:off x="800251" y="1467173"/>
              <a:ext cx="11123100" cy="16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Course C</a:t>
              </a:r>
              <a:r>
                <a:rPr b="1" lang="en-US" sz="52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 : </a:t>
              </a:r>
              <a:endParaRPr b="1" sz="52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800">
                  <a:solidFill>
                    <a:srgbClr val="262626"/>
                  </a:solidFill>
                  <a:latin typeface="Poppins"/>
                  <a:ea typeface="Poppins"/>
                  <a:cs typeface="Poppins"/>
                  <a:sym typeface="Poppins"/>
                </a:rPr>
                <a:t>Developing Applications with LLM</a:t>
              </a:r>
              <a:endParaRPr b="1" sz="4800">
                <a:solidFill>
                  <a:srgbClr val="06B3F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22" name="Google Shape;622;p38"/>
            <p:cNvSpPr/>
            <p:nvPr/>
          </p:nvSpPr>
          <p:spPr>
            <a:xfrm>
              <a:off x="937845" y="1467172"/>
              <a:ext cx="995100" cy="105600"/>
            </a:xfrm>
            <a:prstGeom prst="roundRect">
              <a:avLst>
                <a:gd fmla="val 50000" name="adj"/>
              </a:avLst>
            </a:prstGeom>
            <a:solidFill>
              <a:srgbClr val="06B3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6B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3" name="Google Shape;623;p38"/>
          <p:cNvSpPr txBox="1"/>
          <p:nvPr>
            <p:ph idx="12" type="sldNum"/>
          </p:nvPr>
        </p:nvSpPr>
        <p:spPr>
          <a:xfrm>
            <a:off x="11674248" y="6428527"/>
            <a:ext cx="4665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9"/>
          <p:cNvSpPr txBox="1"/>
          <p:nvPr/>
        </p:nvSpPr>
        <p:spPr>
          <a:xfrm>
            <a:off x="2732600" y="2336100"/>
            <a:ext cx="64611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r>
              <a:rPr b="1" lang="en-US" sz="3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34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Level-2 </a:t>
            </a:r>
            <a:r>
              <a:rPr b="1" lang="en-US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 Apps</a:t>
            </a:r>
            <a:endParaRPr b="1" sz="3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with</a:t>
            </a:r>
            <a:endParaRPr sz="34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Gemini + LangChain</a:t>
            </a:r>
            <a:endParaRPr b="1" sz="3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9" name="Google Shape;629;p39"/>
          <p:cNvSpPr txBox="1"/>
          <p:nvPr>
            <p:ph idx="12" type="sldNum"/>
          </p:nvPr>
        </p:nvSpPr>
        <p:spPr>
          <a:xfrm>
            <a:off x="11676048" y="6415126"/>
            <a:ext cx="464700" cy="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0"/>
          <p:cNvSpPr txBox="1"/>
          <p:nvPr/>
        </p:nvSpPr>
        <p:spPr>
          <a:xfrm>
            <a:off x="2710875" y="5101625"/>
            <a:ext cx="8032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Objectives:</a:t>
            </a:r>
            <a:endParaRPr b="1" i="0" sz="1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 Medium"/>
              <a:buChar char="●"/>
            </a:pPr>
            <a:r>
              <a:rPr lang="en-US" sz="1200">
                <a:latin typeface="Poppins Medium"/>
                <a:ea typeface="Poppins Medium"/>
                <a:cs typeface="Poppins Medium"/>
                <a:sym typeface="Poppins Medium"/>
              </a:rPr>
              <a:t>Understand what are Text apps (Streamlit) + Chat apps (Chainlit)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 Medium"/>
              <a:buChar char="●"/>
            </a:pPr>
            <a:r>
              <a:rPr lang="en-US" sz="1200">
                <a:latin typeface="Poppins Medium"/>
                <a:ea typeface="Poppins Medium"/>
                <a:cs typeface="Poppins Medium"/>
                <a:sym typeface="Poppins Medium"/>
              </a:rPr>
              <a:t>And its Architecture, Code, and UI</a:t>
            </a:r>
            <a:endParaRPr sz="12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35" name="Google Shape;635;p40"/>
          <p:cNvSpPr txBox="1"/>
          <p:nvPr/>
        </p:nvSpPr>
        <p:spPr>
          <a:xfrm>
            <a:off x="337851" y="433775"/>
            <a:ext cx="237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36" name="Google Shape;636;p40"/>
          <p:cNvSpPr/>
          <p:nvPr/>
        </p:nvSpPr>
        <p:spPr>
          <a:xfrm>
            <a:off x="328261" y="3281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0"/>
          <p:cNvSpPr txBox="1"/>
          <p:nvPr/>
        </p:nvSpPr>
        <p:spPr>
          <a:xfrm>
            <a:off x="4043325" y="11477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a level-2 LLM app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8" name="Google Shape;63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4250" y="1245850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4252" y="1684925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4250" y="2123988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74250" y="2949287"/>
            <a:ext cx="234851" cy="23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74250" y="3812366"/>
            <a:ext cx="234851" cy="234851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0"/>
          <p:cNvSpPr txBox="1"/>
          <p:nvPr/>
        </p:nvSpPr>
        <p:spPr>
          <a:xfrm>
            <a:off x="4043325" y="1586800"/>
            <a:ext cx="394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Architecture 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4" name="Google Shape;644;p40"/>
          <p:cNvSpPr txBox="1"/>
          <p:nvPr/>
        </p:nvSpPr>
        <p:spPr>
          <a:xfrm>
            <a:off x="4053554" y="3717775"/>
            <a:ext cx="572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Code snippets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(Gemini via langchain_google_genai)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p40"/>
          <p:cNvSpPr txBox="1"/>
          <p:nvPr/>
        </p:nvSpPr>
        <p:spPr>
          <a:xfrm>
            <a:off x="4043325" y="2025875"/>
            <a:ext cx="4304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 apps: 	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Recipe Generator,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	Study Buddy, 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	History Bot (Streamlit)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6" name="Google Shape;646;p40"/>
          <p:cNvSpPr txBox="1"/>
          <p:nvPr/>
        </p:nvSpPr>
        <p:spPr>
          <a:xfrm>
            <a:off x="4043325" y="2826975"/>
            <a:ext cx="5367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Chat apps: 	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Summarize, 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Classify, 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Generate names (Chainlit)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p4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8" name="Google Shape;648;p40"/>
          <p:cNvSpPr txBox="1"/>
          <p:nvPr/>
        </p:nvSpPr>
        <p:spPr>
          <a:xfrm>
            <a:off x="4043325" y="4279400"/>
            <a:ext cx="486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Deployment &amp; operational notes</a:t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9" name="Google Shape;649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74253" y="4377528"/>
            <a:ext cx="234851" cy="23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1"/>
          <p:cNvSpPr txBox="1"/>
          <p:nvPr/>
        </p:nvSpPr>
        <p:spPr>
          <a:xfrm>
            <a:off x="4623275" y="3051313"/>
            <a:ext cx="621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a level-2 LLM app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5" name="Google Shape;65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5200" y="3184500"/>
            <a:ext cx="380125" cy="380125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2"/>
          <p:cNvSpPr txBox="1"/>
          <p:nvPr/>
        </p:nvSpPr>
        <p:spPr>
          <a:xfrm>
            <a:off x="356875" y="350625"/>
            <a:ext cx="536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"Level-2"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LLM App</a:t>
            </a: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b="1" sz="2500">
              <a:solidFill>
                <a:srgbClr val="2626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p4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42"/>
          <p:cNvSpPr txBox="1"/>
          <p:nvPr/>
        </p:nvSpPr>
        <p:spPr>
          <a:xfrm>
            <a:off x="3291625" y="1979163"/>
            <a:ext cx="454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Prompt engineering + Chains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4" name="Google Shape;66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3975" y="2003237"/>
            <a:ext cx="431124" cy="431124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42"/>
          <p:cNvSpPr txBox="1"/>
          <p:nvPr/>
        </p:nvSpPr>
        <p:spPr>
          <a:xfrm>
            <a:off x="3291625" y="2738713"/>
            <a:ext cx="428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Retrieval (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vector DB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6" name="Google Shape;666;p4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7" name="Google Shape;667;p42"/>
          <p:cNvSpPr txBox="1"/>
          <p:nvPr/>
        </p:nvSpPr>
        <p:spPr>
          <a:xfrm>
            <a:off x="2483600" y="1292263"/>
            <a:ext cx="664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Not a single-prompt assistant — layered system with: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8" name="Google Shape;668;p42"/>
          <p:cNvSpPr txBox="1"/>
          <p:nvPr/>
        </p:nvSpPr>
        <p:spPr>
          <a:xfrm>
            <a:off x="3312925" y="3446188"/>
            <a:ext cx="439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Lightweight orchestration (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LangChain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9" name="Google Shape;669;p42"/>
          <p:cNvSpPr txBox="1"/>
          <p:nvPr/>
        </p:nvSpPr>
        <p:spPr>
          <a:xfrm>
            <a:off x="3291625" y="4153663"/>
            <a:ext cx="512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UI for user interaction (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Streamlit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 / </a:t>
            </a: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Chainlit</a:t>
            </a: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0" name="Google Shape;670;p42"/>
          <p:cNvSpPr txBox="1"/>
          <p:nvPr/>
        </p:nvSpPr>
        <p:spPr>
          <a:xfrm>
            <a:off x="3142325" y="4972300"/>
            <a:ext cx="678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Goal: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reliable, explainable responses and small toy UI for demos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71" name="Google Shape;67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5200" y="5122287"/>
            <a:ext cx="377125" cy="37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69025" y="2720513"/>
            <a:ext cx="496076" cy="49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01512" y="3499625"/>
            <a:ext cx="431100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55825" y="4173487"/>
            <a:ext cx="322476" cy="32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3"/>
          <p:cNvSpPr txBox="1"/>
          <p:nvPr/>
        </p:nvSpPr>
        <p:spPr>
          <a:xfrm>
            <a:off x="4877000" y="3043688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Architecture 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80" name="Google Shape;68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449" y="3186688"/>
            <a:ext cx="360525" cy="360525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4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4"/>
          <p:cNvSpPr txBox="1"/>
          <p:nvPr/>
        </p:nvSpPr>
        <p:spPr>
          <a:xfrm>
            <a:off x="356875" y="350625"/>
            <a:ext cx="616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 Level - </a:t>
            </a:r>
            <a:r>
              <a:rPr lang="en-US" sz="27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Architecture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7" name="Google Shape;687;p4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4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9" name="Google Shape;689;p44"/>
          <p:cNvSpPr/>
          <p:nvPr/>
        </p:nvSpPr>
        <p:spPr>
          <a:xfrm>
            <a:off x="4411125" y="1569175"/>
            <a:ext cx="28923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44"/>
          <p:cNvSpPr/>
          <p:nvPr/>
        </p:nvSpPr>
        <p:spPr>
          <a:xfrm>
            <a:off x="2486625" y="2789625"/>
            <a:ext cx="67413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4"/>
          <p:cNvSpPr/>
          <p:nvPr/>
        </p:nvSpPr>
        <p:spPr>
          <a:xfrm>
            <a:off x="2523525" y="4122475"/>
            <a:ext cx="18876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92" name="Google Shape;692;p44"/>
          <p:cNvSpPr/>
          <p:nvPr/>
        </p:nvSpPr>
        <p:spPr>
          <a:xfrm>
            <a:off x="4851550" y="4122475"/>
            <a:ext cx="18876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44"/>
          <p:cNvSpPr/>
          <p:nvPr/>
        </p:nvSpPr>
        <p:spPr>
          <a:xfrm>
            <a:off x="7241550" y="4122475"/>
            <a:ext cx="1887600" cy="87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44"/>
          <p:cNvSpPr/>
          <p:nvPr/>
        </p:nvSpPr>
        <p:spPr>
          <a:xfrm>
            <a:off x="2486625" y="5313200"/>
            <a:ext cx="6741300" cy="55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5" name="Google Shape;69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2463" y="1276925"/>
            <a:ext cx="685775" cy="6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9959" y="2933675"/>
            <a:ext cx="1029049" cy="5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44"/>
          <p:cNvSpPr txBox="1"/>
          <p:nvPr/>
        </p:nvSpPr>
        <p:spPr>
          <a:xfrm>
            <a:off x="4349213" y="2789625"/>
            <a:ext cx="289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LanChain Orchestration</a:t>
            </a:r>
            <a:endParaRPr b="1"/>
          </a:p>
        </p:txBody>
      </p:sp>
      <p:sp>
        <p:nvSpPr>
          <p:cNvPr id="698" name="Google Shape;698;p44"/>
          <p:cNvSpPr/>
          <p:nvPr/>
        </p:nvSpPr>
        <p:spPr>
          <a:xfrm>
            <a:off x="3943950" y="3276000"/>
            <a:ext cx="1098600" cy="30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Chains</a:t>
            </a:r>
            <a:endParaRPr b="1"/>
          </a:p>
        </p:txBody>
      </p:sp>
      <p:sp>
        <p:nvSpPr>
          <p:cNvPr id="699" name="Google Shape;699;p44"/>
          <p:cNvSpPr/>
          <p:nvPr/>
        </p:nvSpPr>
        <p:spPr>
          <a:xfrm>
            <a:off x="5357500" y="3275700"/>
            <a:ext cx="1098600" cy="30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Agents</a:t>
            </a:r>
            <a:endParaRPr b="1"/>
          </a:p>
        </p:txBody>
      </p:sp>
      <p:sp>
        <p:nvSpPr>
          <p:cNvPr id="700" name="Google Shape;700;p44"/>
          <p:cNvSpPr/>
          <p:nvPr/>
        </p:nvSpPr>
        <p:spPr>
          <a:xfrm>
            <a:off x="6771050" y="3275700"/>
            <a:ext cx="1098600" cy="30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Retrievers</a:t>
            </a:r>
            <a:endParaRPr b="1"/>
          </a:p>
        </p:txBody>
      </p:sp>
      <p:sp>
        <p:nvSpPr>
          <p:cNvPr id="701" name="Google Shape;701;p44"/>
          <p:cNvSpPr/>
          <p:nvPr/>
        </p:nvSpPr>
        <p:spPr>
          <a:xfrm>
            <a:off x="4663600" y="2074175"/>
            <a:ext cx="1098600" cy="30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Streamlit</a:t>
            </a:r>
            <a:endParaRPr b="1"/>
          </a:p>
        </p:txBody>
      </p:sp>
      <p:sp>
        <p:nvSpPr>
          <p:cNvPr id="702" name="Google Shape;702;p44"/>
          <p:cNvSpPr/>
          <p:nvPr/>
        </p:nvSpPr>
        <p:spPr>
          <a:xfrm>
            <a:off x="5965825" y="2074175"/>
            <a:ext cx="1098600" cy="30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Chainlit</a:t>
            </a:r>
            <a:endParaRPr b="1"/>
          </a:p>
        </p:txBody>
      </p:sp>
      <p:sp>
        <p:nvSpPr>
          <p:cNvPr id="703" name="Google Shape;703;p44"/>
          <p:cNvSpPr txBox="1"/>
          <p:nvPr/>
        </p:nvSpPr>
        <p:spPr>
          <a:xfrm>
            <a:off x="4851575" y="4122475"/>
            <a:ext cx="18876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Vector Database</a:t>
            </a:r>
            <a:endParaRPr b="1" sz="1200"/>
          </a:p>
        </p:txBody>
      </p:sp>
      <p:sp>
        <p:nvSpPr>
          <p:cNvPr id="704" name="Google Shape;704;p44"/>
          <p:cNvSpPr/>
          <p:nvPr/>
        </p:nvSpPr>
        <p:spPr>
          <a:xfrm>
            <a:off x="4924200" y="4532225"/>
            <a:ext cx="915600" cy="30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Chroma</a:t>
            </a:r>
            <a:endParaRPr b="1"/>
          </a:p>
        </p:txBody>
      </p:sp>
      <p:sp>
        <p:nvSpPr>
          <p:cNvPr id="705" name="Google Shape;705;p44"/>
          <p:cNvSpPr/>
          <p:nvPr/>
        </p:nvSpPr>
        <p:spPr>
          <a:xfrm>
            <a:off x="5889175" y="4532225"/>
            <a:ext cx="783600" cy="30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FAISS</a:t>
            </a:r>
            <a:endParaRPr b="1"/>
          </a:p>
        </p:txBody>
      </p:sp>
      <p:sp>
        <p:nvSpPr>
          <p:cNvPr id="706" name="Google Shape;706;p44"/>
          <p:cNvSpPr txBox="1"/>
          <p:nvPr/>
        </p:nvSpPr>
        <p:spPr>
          <a:xfrm>
            <a:off x="7574550" y="4370875"/>
            <a:ext cx="15546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External Tools</a:t>
            </a:r>
            <a:endParaRPr b="1" sz="1200"/>
          </a:p>
        </p:txBody>
      </p:sp>
      <p:pic>
        <p:nvPicPr>
          <p:cNvPr id="707" name="Google Shape;707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7175" y="4259875"/>
            <a:ext cx="554100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44"/>
          <p:cNvSpPr txBox="1"/>
          <p:nvPr/>
        </p:nvSpPr>
        <p:spPr>
          <a:xfrm>
            <a:off x="3342325" y="4273775"/>
            <a:ext cx="8724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Gemini LLM</a:t>
            </a:r>
            <a:endParaRPr b="1" sz="1200"/>
          </a:p>
        </p:txBody>
      </p:sp>
      <p:pic>
        <p:nvPicPr>
          <p:cNvPr id="709" name="Google Shape;709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03425" y="4316200"/>
            <a:ext cx="486450" cy="48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57000" y="5360150"/>
            <a:ext cx="431100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44"/>
          <p:cNvSpPr txBox="1"/>
          <p:nvPr/>
        </p:nvSpPr>
        <p:spPr>
          <a:xfrm>
            <a:off x="4750550" y="5424200"/>
            <a:ext cx="27624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Monitoring &amp; Alerting</a:t>
            </a:r>
            <a:endParaRPr b="1"/>
          </a:p>
        </p:txBody>
      </p:sp>
      <p:sp>
        <p:nvSpPr>
          <p:cNvPr id="712" name="Google Shape;712;p44"/>
          <p:cNvSpPr/>
          <p:nvPr/>
        </p:nvSpPr>
        <p:spPr>
          <a:xfrm>
            <a:off x="5865400" y="2515925"/>
            <a:ext cx="82800" cy="219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44"/>
          <p:cNvSpPr/>
          <p:nvPr/>
        </p:nvSpPr>
        <p:spPr>
          <a:xfrm>
            <a:off x="5815875" y="3783200"/>
            <a:ext cx="82800" cy="219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44"/>
          <p:cNvSpPr/>
          <p:nvPr/>
        </p:nvSpPr>
        <p:spPr>
          <a:xfrm>
            <a:off x="5789288" y="5039164"/>
            <a:ext cx="82800" cy="219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44"/>
          <p:cNvSpPr txBox="1"/>
          <p:nvPr/>
        </p:nvSpPr>
        <p:spPr>
          <a:xfrm>
            <a:off x="444600" y="876725"/>
            <a:ext cx="381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ata flow through system components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5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Architecture: </a:t>
            </a:r>
            <a:r>
              <a:rPr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component details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1" name="Google Shape;721;p45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45"/>
          <p:cNvSpPr txBox="1"/>
          <p:nvPr/>
        </p:nvSpPr>
        <p:spPr>
          <a:xfrm>
            <a:off x="1778250" y="2360825"/>
            <a:ext cx="8580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UI (toy):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Streamlit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text utilities; </a:t>
            </a: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Chainlit 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chat.</a:t>
            </a: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LangChain layer: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Prompt templates, Chains, Tools/Agents, Retriever/RAG.</a:t>
            </a: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★"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Gemini LLM: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via </a:t>
            </a:r>
            <a:r>
              <a:rPr lang="en-US" sz="1600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langchain_google_genai.ChatGoogleGenerativeAI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★"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Vector DB: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FAISS</a:t>
            </a:r>
            <a:b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★"/>
            </a:pP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Ops</a:t>
            </a:r>
            <a:r>
              <a:rPr b="1" lang="en-US" sz="1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API keys, caching, safety settings.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3" name="Google Shape;723;p45"/>
          <p:cNvSpPr txBox="1"/>
          <p:nvPr/>
        </p:nvSpPr>
        <p:spPr>
          <a:xfrm>
            <a:off x="1462730" y="18428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Callback Fundamentals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4" name="Google Shape;724;p4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6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Quick setup - </a:t>
            </a:r>
            <a:r>
              <a:rPr lang="en-US"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checklist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0" name="Google Shape;730;p46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46"/>
          <p:cNvSpPr/>
          <p:nvPr/>
        </p:nvSpPr>
        <p:spPr>
          <a:xfrm>
            <a:off x="1643875" y="2107050"/>
            <a:ext cx="8115600" cy="525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pip install -U langchain-google-genai langchain faiss-cpu streamlit chainlit</a:t>
            </a:r>
            <a:endParaRPr/>
          </a:p>
        </p:txBody>
      </p:sp>
      <p:sp>
        <p:nvSpPr>
          <p:cNvPr id="732" name="Google Shape;732;p4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3" name="Google Shape;733;p46"/>
          <p:cNvSpPr txBox="1"/>
          <p:nvPr/>
        </p:nvSpPr>
        <p:spPr>
          <a:xfrm>
            <a:off x="1567625" y="1706850"/>
            <a:ext cx="29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Install required packages: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4" name="Google Shape;734;p46"/>
          <p:cNvSpPr/>
          <p:nvPr/>
        </p:nvSpPr>
        <p:spPr>
          <a:xfrm>
            <a:off x="1682000" y="3193600"/>
            <a:ext cx="8115600" cy="525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GOOGLE_API_KEY </a:t>
            </a: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Google AI Studio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5" name="Google Shape;735;p46"/>
          <p:cNvSpPr txBox="1"/>
          <p:nvPr/>
        </p:nvSpPr>
        <p:spPr>
          <a:xfrm>
            <a:off x="1605750" y="2793400"/>
            <a:ext cx="36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Set API key in your environment: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6" name="Google Shape;736;p46"/>
          <p:cNvSpPr/>
          <p:nvPr/>
        </p:nvSpPr>
        <p:spPr>
          <a:xfrm>
            <a:off x="1720125" y="4633800"/>
            <a:ext cx="8115600" cy="525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Optional: </a:t>
            </a:r>
            <a:r>
              <a:rPr b="1" lang="en-US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pip install sentence-transformers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737" name="Google Shape;737;p46"/>
          <p:cNvSpPr txBox="1"/>
          <p:nvPr/>
        </p:nvSpPr>
        <p:spPr>
          <a:xfrm>
            <a:off x="1643875" y="4233600"/>
            <a:ext cx="36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Additional options</a:t>
            </a:r>
            <a:r>
              <a:rPr lang="en-US">
                <a:latin typeface="Poppins"/>
                <a:ea typeface="Poppins"/>
                <a:cs typeface="Poppins"/>
                <a:sym typeface="Poppins"/>
              </a:rPr>
              <a:t>: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38" name="Google Shape;73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5375" y="1768650"/>
            <a:ext cx="276600" cy="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1700" y="2909175"/>
            <a:ext cx="276600" cy="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1700" y="4354250"/>
            <a:ext cx="353251" cy="35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7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LangChain + Gemini: </a:t>
            </a:r>
            <a:r>
              <a:rPr lang="en-US" sz="2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minimal example</a:t>
            </a:r>
            <a:endParaRPr sz="2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6" name="Google Shape;746;p4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7"/>
          <p:cNvSpPr txBox="1"/>
          <p:nvPr/>
        </p:nvSpPr>
        <p:spPr>
          <a:xfrm>
            <a:off x="2707988" y="4832650"/>
            <a:ext cx="7130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   Key points: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This minimal example shows the basic pattern for using </a:t>
            </a:r>
            <a:r>
              <a:rPr b="1" lang="en-US" sz="1300"/>
              <a:t>Gemini </a:t>
            </a:r>
            <a:r>
              <a:rPr lang="en-US" sz="1300"/>
              <a:t>via </a:t>
            </a:r>
            <a:r>
              <a:rPr b="1" lang="en-US" sz="1300"/>
              <a:t>LangChain</a:t>
            </a:r>
            <a:r>
              <a:rPr lang="en-US" sz="1300"/>
              <a:t>. 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The low </a:t>
            </a:r>
            <a:r>
              <a:rPr b="1" lang="en-US" sz="1300"/>
              <a:t>temperature </a:t>
            </a:r>
            <a:r>
              <a:rPr lang="en-US" sz="1300"/>
              <a:t>(0.2) setting ensures more deterministic outputs, ideal for functional applications.</a:t>
            </a:r>
            <a:endParaRPr sz="1300"/>
          </a:p>
        </p:txBody>
      </p:sp>
      <p:pic>
        <p:nvPicPr>
          <p:cNvPr id="748" name="Google Shape;74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3612" y="4963262"/>
            <a:ext cx="354374" cy="354374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4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0" name="Google Shape;750;p47"/>
          <p:cNvSpPr/>
          <p:nvPr/>
        </p:nvSpPr>
        <p:spPr>
          <a:xfrm>
            <a:off x="1181100" y="1543275"/>
            <a:ext cx="8115600" cy="26508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Import the Gemini wrapper for LangChain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langchain_google_genai import ChatGoogleGenerativeAI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Initialize the model with parameters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llm = ChatGoogleGenerativeAI(model="gemini-2.5-flash", temperature=0.2)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Create a simple prompt and invoke the model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resp = llm.invoke("Write a 2-line friendly recipe for omelette.")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Output the response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print(resp)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8"/>
          <p:cNvSpPr txBox="1"/>
          <p:nvPr/>
        </p:nvSpPr>
        <p:spPr>
          <a:xfrm>
            <a:off x="4802475" y="3043688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 Apps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56" name="Google Shape;75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9525" y="3186694"/>
            <a:ext cx="360525" cy="360525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4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9"/>
          <p:cNvSpPr txBox="1"/>
          <p:nvPr/>
        </p:nvSpPr>
        <p:spPr>
          <a:xfrm>
            <a:off x="356875" y="350625"/>
            <a:ext cx="666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Text apps- </a:t>
            </a:r>
            <a:r>
              <a:rPr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3" name="Google Shape;763;p49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49"/>
          <p:cNvSpPr txBox="1"/>
          <p:nvPr/>
        </p:nvSpPr>
        <p:spPr>
          <a:xfrm>
            <a:off x="2567925" y="2906839"/>
            <a:ext cx="74112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Recipe Generator: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Create customized recipes from ingredients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Study Buddy: 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Generate summaries, quizzes, and flashcards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History Bot: </a:t>
            </a:r>
            <a:endParaRPr b="1"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Answer questions with retrieval from historical sources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5" name="Google Shape;765;p49"/>
          <p:cNvSpPr txBox="1"/>
          <p:nvPr/>
        </p:nvSpPr>
        <p:spPr>
          <a:xfrm>
            <a:off x="1511875" y="1441575"/>
            <a:ext cx="523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Streamlit </a:t>
            </a:r>
            <a:r>
              <a:rPr b="1" lang="en-US" sz="1800">
                <a:solidFill>
                  <a:schemeClr val="dk1"/>
                </a:solidFill>
              </a:rPr>
              <a:t>for interactive utilities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766" name="Google Shape;766;p4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7" name="Google Shape;767;p49"/>
          <p:cNvSpPr txBox="1"/>
          <p:nvPr/>
        </p:nvSpPr>
        <p:spPr>
          <a:xfrm>
            <a:off x="2593113" y="2463125"/>
            <a:ext cx="212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Three toy apps:</a:t>
            </a:r>
            <a:endParaRPr b="1"/>
          </a:p>
        </p:txBody>
      </p:sp>
      <p:pic>
        <p:nvPicPr>
          <p:cNvPr id="768" name="Google Shape;76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615" y="1430790"/>
            <a:ext cx="483250" cy="48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49"/>
          <p:cNvSpPr txBox="1"/>
          <p:nvPr/>
        </p:nvSpPr>
        <p:spPr>
          <a:xfrm>
            <a:off x="467625" y="1452350"/>
            <a:ext cx="64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Use</a:t>
            </a:r>
            <a:endParaRPr/>
          </a:p>
        </p:txBody>
      </p:sp>
      <p:pic>
        <p:nvPicPr>
          <p:cNvPr id="770" name="Google Shape;77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122" y="3046022"/>
            <a:ext cx="362525" cy="3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3136" y="3960766"/>
            <a:ext cx="438500" cy="4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31136" y="5007673"/>
            <a:ext cx="362525" cy="3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50"/>
          <p:cNvSpPr/>
          <p:nvPr/>
        </p:nvSpPr>
        <p:spPr>
          <a:xfrm>
            <a:off x="6536700" y="2206113"/>
            <a:ext cx="5227500" cy="2568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50"/>
          <p:cNvSpPr/>
          <p:nvPr/>
        </p:nvSpPr>
        <p:spPr>
          <a:xfrm>
            <a:off x="608325" y="2179813"/>
            <a:ext cx="5227500" cy="2568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0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Recipe Generator (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UX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0" name="Google Shape;780;p50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50"/>
          <p:cNvSpPr txBox="1"/>
          <p:nvPr/>
        </p:nvSpPr>
        <p:spPr>
          <a:xfrm>
            <a:off x="608325" y="2198498"/>
            <a:ext cx="5227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Ingredients (comma separated list)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Dietary preferences (vegetarian, vegan, etc.)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Maximum cooking time</a:t>
            </a: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2" name="Google Shape;782;p50"/>
          <p:cNvSpPr txBox="1"/>
          <p:nvPr/>
        </p:nvSpPr>
        <p:spPr>
          <a:xfrm>
            <a:off x="1054375" y="1744413"/>
            <a:ext cx="9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accent1"/>
                </a:solidFill>
              </a:rPr>
              <a:t>Inputs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783" name="Google Shape;783;p50"/>
          <p:cNvSpPr txBox="1"/>
          <p:nvPr/>
        </p:nvSpPr>
        <p:spPr>
          <a:xfrm>
            <a:off x="6658600" y="2206101"/>
            <a:ext cx="5227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Stepwise recipe instructions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Shopping list with additional ingredients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Estimated preparation &amp; cooking time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4" name="Google Shape;784;p50"/>
          <p:cNvSpPr txBox="1"/>
          <p:nvPr/>
        </p:nvSpPr>
        <p:spPr>
          <a:xfrm>
            <a:off x="7104625" y="1744408"/>
            <a:ext cx="164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Outputs</a:t>
            </a:r>
            <a:endParaRPr b="1" sz="1800">
              <a:solidFill>
                <a:schemeClr val="accent1"/>
              </a:solidFill>
            </a:endParaRPr>
          </a:p>
        </p:txBody>
      </p:sp>
      <p:pic>
        <p:nvPicPr>
          <p:cNvPr id="785" name="Google Shape;78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087" y="1836820"/>
            <a:ext cx="276900" cy="276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8875" y="1792387"/>
            <a:ext cx="365750" cy="3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5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8" name="Google Shape;788;p50"/>
          <p:cNvSpPr txBox="1"/>
          <p:nvPr/>
        </p:nvSpPr>
        <p:spPr>
          <a:xfrm>
            <a:off x="7199200" y="3622100"/>
            <a:ext cx="3587400" cy="1073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Sample Output Preview: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Recipe: Quick Veggie Stir Fry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Time: 20 mins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Steps: 1. Heat oil... 2. Add vegetables...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51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Recipe Generator </a:t>
            </a:r>
            <a:r>
              <a:rPr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4" name="Google Shape;794;p51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51"/>
          <p:cNvSpPr txBox="1"/>
          <p:nvPr/>
        </p:nvSpPr>
        <p:spPr>
          <a:xfrm>
            <a:off x="2707999" y="5098400"/>
            <a:ext cx="65559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   Key points: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This Streamlit app creates a simple recipe generator UI with input fields for ingredients and dietary preferences. 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When the user clicks "Generate", it calls Gemini through LangChain with a formatted prompt and displays the response directly in the Streamlit interface.</a:t>
            </a:r>
            <a:endParaRPr sz="1300"/>
          </a:p>
        </p:txBody>
      </p:sp>
      <p:pic>
        <p:nvPicPr>
          <p:cNvPr id="796" name="Google Shape;79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3612" y="5229012"/>
            <a:ext cx="354374" cy="354374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5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8" name="Google Shape;798;p51"/>
          <p:cNvSpPr/>
          <p:nvPr/>
        </p:nvSpPr>
        <p:spPr>
          <a:xfrm>
            <a:off x="1181100" y="1257425"/>
            <a:ext cx="9769200" cy="35364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Import required libraries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streamlit as st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langchain_google_genai import ChatGoogleGenerativeAI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Create streamlit UI elements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st.title("Toy Recipe Generator")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ingredients = st.text_input("Ingredients (comma separated)")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prefs = st.selectbox("Diet", ["Any","Vegetarian","Vegan","Gluten-free"])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Generate recipe when button is clicked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 st.button("Generate"):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llm = ChatGoogleGenerativeAI(model="gemini-2.5-flash", temperature=0.2)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prompt = f"Create a recipe using: {ingredients}. Diet: {prefs}."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out = llm.invoke(prompt)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st.markdown(out)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2"/>
          <p:cNvSpPr/>
          <p:nvPr/>
        </p:nvSpPr>
        <p:spPr>
          <a:xfrm>
            <a:off x="336575" y="1776096"/>
            <a:ext cx="5227500" cy="1740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52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Study Buddy (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UX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+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5" name="Google Shape;805;p52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52"/>
          <p:cNvSpPr txBox="1"/>
          <p:nvPr/>
        </p:nvSpPr>
        <p:spPr>
          <a:xfrm>
            <a:off x="336575" y="1794773"/>
            <a:ext cx="5227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Topic (e.g., Photosynthesis, Machine Learning)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Difficulty (Beginner, Intermediate, Advanced)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Format (summary, quiz, flashcards)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52"/>
          <p:cNvSpPr txBox="1"/>
          <p:nvPr/>
        </p:nvSpPr>
        <p:spPr>
          <a:xfrm>
            <a:off x="782625" y="1340688"/>
            <a:ext cx="91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Inputs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808" name="Google Shape;808;p52"/>
          <p:cNvSpPr txBox="1"/>
          <p:nvPr/>
        </p:nvSpPr>
        <p:spPr>
          <a:xfrm>
            <a:off x="6327525" y="1688226"/>
            <a:ext cx="164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Outputs</a:t>
            </a:r>
            <a:endParaRPr b="1" sz="1800">
              <a:solidFill>
                <a:schemeClr val="accent1"/>
              </a:solidFill>
            </a:endParaRPr>
          </a:p>
        </p:txBody>
      </p:sp>
      <p:pic>
        <p:nvPicPr>
          <p:cNvPr id="809" name="Google Shape;80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37" y="1433095"/>
            <a:ext cx="276900" cy="276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1775" y="1731455"/>
            <a:ext cx="365750" cy="32953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52"/>
          <p:cNvSpPr txBox="1"/>
          <p:nvPr>
            <p:ph idx="12" type="sldNum"/>
          </p:nvPr>
        </p:nvSpPr>
        <p:spPr>
          <a:xfrm>
            <a:off x="11409049" y="5818028"/>
            <a:ext cx="731700" cy="4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2" name="Google Shape;812;p52"/>
          <p:cNvSpPr/>
          <p:nvPr/>
        </p:nvSpPr>
        <p:spPr>
          <a:xfrm>
            <a:off x="300800" y="4255846"/>
            <a:ext cx="5227500" cy="1740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52"/>
          <p:cNvSpPr txBox="1"/>
          <p:nvPr/>
        </p:nvSpPr>
        <p:spPr>
          <a:xfrm>
            <a:off x="300800" y="4274523"/>
            <a:ext cx="5227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Concise summary (150 words)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5 multiple-choice quiz questions with answers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Key concept flashcards with definitions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52"/>
          <p:cNvSpPr txBox="1"/>
          <p:nvPr/>
        </p:nvSpPr>
        <p:spPr>
          <a:xfrm>
            <a:off x="746850" y="3820450"/>
            <a:ext cx="21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Features</a:t>
            </a:r>
            <a:endParaRPr b="1" sz="1800">
              <a:solidFill>
                <a:schemeClr val="accent1"/>
              </a:solidFill>
            </a:endParaRPr>
          </a:p>
        </p:txBody>
      </p:sp>
      <p:pic>
        <p:nvPicPr>
          <p:cNvPr id="815" name="Google Shape;815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1775" y="2236909"/>
            <a:ext cx="6077830" cy="3419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7326" y="3912851"/>
            <a:ext cx="276900" cy="27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3"/>
          <p:cNvSpPr txBox="1"/>
          <p:nvPr/>
        </p:nvSpPr>
        <p:spPr>
          <a:xfrm>
            <a:off x="356875" y="350625"/>
            <a:ext cx="36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Study Buddy</a:t>
            </a:r>
            <a:r>
              <a:rPr b="1" lang="en-US" sz="26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2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en-US" sz="26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5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53"/>
          <p:cNvSpPr txBox="1"/>
          <p:nvPr/>
        </p:nvSpPr>
        <p:spPr>
          <a:xfrm>
            <a:off x="3428549" y="5681025"/>
            <a:ext cx="65559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/>
              <a:t>   Key points:</a:t>
            </a:r>
            <a:endParaRPr sz="13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This implementation uses LangChain's PromptTemplate to create structured study materials.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The template expects a topic parameter and generates a summary and quiz questions.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This pattern allows for consistent, parameterized generation of educational content for any subject.</a:t>
            </a:r>
            <a:r>
              <a:rPr lang="en-US" sz="1100"/>
              <a:t> </a:t>
            </a:r>
            <a:endParaRPr sz="1100"/>
          </a:p>
        </p:txBody>
      </p:sp>
      <p:pic>
        <p:nvPicPr>
          <p:cNvPr id="824" name="Google Shape;82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4162" y="5811637"/>
            <a:ext cx="354374" cy="354374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5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6" name="Google Shape;826;p53"/>
          <p:cNvSpPr/>
          <p:nvPr/>
        </p:nvSpPr>
        <p:spPr>
          <a:xfrm>
            <a:off x="1211400" y="950800"/>
            <a:ext cx="9493500" cy="46944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Import necessary modules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langchain_google_genai import ChatGoogleGenerativeAI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langchain.prompts import PromptTemplate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Initialize the Gemini model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llm = ChatGoogleGenerativeAI(model="gemini-2.5-flash")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Create a structured prompt template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template = </a:t>
            </a:r>
            <a:r>
              <a:rPr b="1" lang="en-US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"""You are a helpful study assistant.</a:t>
            </a:r>
            <a:endParaRPr b="1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Topic: {topic}</a:t>
            </a:r>
            <a:endParaRPr b="1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Produce:</a:t>
            </a:r>
            <a:endParaRPr b="1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1) A 150-word summary.</a:t>
            </a:r>
            <a:endParaRPr b="1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2) Five multiple-choice quiz questions with answers.</a:t>
            </a:r>
            <a:endParaRPr b="1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b="1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prompt = PromptTemplate(template=template, input_variables=["topic"])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Format the prompt with specific topic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in_text = prompt.format(topic="Photosynthesis")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Generate the study materials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resp = llm.invoke(in_text)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print(resp)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4"/>
          <p:cNvSpPr txBox="1"/>
          <p:nvPr/>
        </p:nvSpPr>
        <p:spPr>
          <a:xfrm>
            <a:off x="356874" y="350625"/>
            <a:ext cx="987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History Bot (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RAG-enabled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2" name="Google Shape;832;p5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54"/>
          <p:cNvSpPr/>
          <p:nvPr/>
        </p:nvSpPr>
        <p:spPr>
          <a:xfrm>
            <a:off x="1378500" y="2495350"/>
            <a:ext cx="1482000" cy="354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>
                <a:solidFill>
                  <a:srgbClr val="0000FF"/>
                </a:solidFill>
              </a:rPr>
              <a:t>User Query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34" name="Google Shape;834;p54"/>
          <p:cNvCxnSpPr/>
          <p:nvPr/>
        </p:nvCxnSpPr>
        <p:spPr>
          <a:xfrm>
            <a:off x="2979500" y="2657525"/>
            <a:ext cx="34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5" name="Google Shape;835;p54"/>
          <p:cNvCxnSpPr/>
          <p:nvPr/>
        </p:nvCxnSpPr>
        <p:spPr>
          <a:xfrm>
            <a:off x="5269238" y="2657575"/>
            <a:ext cx="34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6" name="Google Shape;836;p54"/>
          <p:cNvSpPr txBox="1"/>
          <p:nvPr/>
        </p:nvSpPr>
        <p:spPr>
          <a:xfrm>
            <a:off x="1870035" y="3836600"/>
            <a:ext cx="2940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What RAG Solves: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Hallucination prevention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Historical accuracy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Source attribution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7" name="Google Shape;837;p54"/>
          <p:cNvSpPr/>
          <p:nvPr/>
        </p:nvSpPr>
        <p:spPr>
          <a:xfrm>
            <a:off x="3517775" y="2452875"/>
            <a:ext cx="1560600" cy="439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Retriever</a:t>
            </a:r>
            <a:endParaRPr sz="1100">
              <a:solidFill>
                <a:srgbClr val="0000FF"/>
              </a:solidFill>
            </a:endParaRPr>
          </a:p>
        </p:txBody>
      </p:sp>
      <p:sp>
        <p:nvSpPr>
          <p:cNvPr id="838" name="Google Shape;838;p54"/>
          <p:cNvSpPr/>
          <p:nvPr/>
        </p:nvSpPr>
        <p:spPr>
          <a:xfrm>
            <a:off x="5899825" y="2410450"/>
            <a:ext cx="1560600" cy="524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FF"/>
                </a:solidFill>
              </a:rPr>
              <a:t>Combine Docs into</a:t>
            </a:r>
            <a:endParaRPr b="1" sz="11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FF"/>
                </a:solidFill>
              </a:rPr>
              <a:t>Context</a:t>
            </a:r>
            <a:endParaRPr b="1" sz="1100">
              <a:solidFill>
                <a:srgbClr val="0000FF"/>
              </a:solidFill>
            </a:endParaRPr>
          </a:p>
        </p:txBody>
      </p:sp>
      <p:sp>
        <p:nvSpPr>
          <p:cNvPr id="839" name="Google Shape;839;p5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0" name="Google Shape;840;p54"/>
          <p:cNvSpPr txBox="1"/>
          <p:nvPr/>
        </p:nvSpPr>
        <p:spPr>
          <a:xfrm>
            <a:off x="356875" y="890300"/>
            <a:ext cx="830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Ground answers in history corpus for factual accuracy and citation support</a:t>
            </a:r>
            <a:endParaRPr b="1"/>
          </a:p>
        </p:txBody>
      </p:sp>
      <p:sp>
        <p:nvSpPr>
          <p:cNvPr id="841" name="Google Shape;841;p54"/>
          <p:cNvSpPr txBox="1"/>
          <p:nvPr/>
        </p:nvSpPr>
        <p:spPr>
          <a:xfrm>
            <a:off x="1348500" y="1970350"/>
            <a:ext cx="121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RAG Flow:</a:t>
            </a:r>
            <a:endParaRPr b="1"/>
          </a:p>
        </p:txBody>
      </p:sp>
      <p:cxnSp>
        <p:nvCxnSpPr>
          <p:cNvPr id="842" name="Google Shape;842;p54"/>
          <p:cNvCxnSpPr/>
          <p:nvPr/>
        </p:nvCxnSpPr>
        <p:spPr>
          <a:xfrm>
            <a:off x="7690588" y="2642650"/>
            <a:ext cx="34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3" name="Google Shape;843;p54"/>
          <p:cNvSpPr/>
          <p:nvPr/>
        </p:nvSpPr>
        <p:spPr>
          <a:xfrm>
            <a:off x="8346725" y="2310400"/>
            <a:ext cx="1560600" cy="6645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FF"/>
                </a:solidFill>
              </a:rPr>
              <a:t>Gemini Generates Answer</a:t>
            </a:r>
            <a:endParaRPr b="1" sz="11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FF"/>
                </a:solidFill>
              </a:rPr>
              <a:t>with Citations</a:t>
            </a:r>
            <a:endParaRPr b="1" sz="1100">
              <a:solidFill>
                <a:srgbClr val="0000FF"/>
              </a:solidFill>
            </a:endParaRPr>
          </a:p>
        </p:txBody>
      </p:sp>
      <p:sp>
        <p:nvSpPr>
          <p:cNvPr id="844" name="Google Shape;844;p54"/>
          <p:cNvSpPr txBox="1"/>
          <p:nvPr/>
        </p:nvSpPr>
        <p:spPr>
          <a:xfrm>
            <a:off x="5844937" y="3836600"/>
            <a:ext cx="3611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Benefits: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Verifiable answers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Clear citations to source material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Up-to-date with your history corpus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5" name="Google Shape;84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497534" y="3976698"/>
            <a:ext cx="347400" cy="34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9860" y="3950298"/>
            <a:ext cx="400200" cy="4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55"/>
          <p:cNvSpPr txBox="1"/>
          <p:nvPr/>
        </p:nvSpPr>
        <p:spPr>
          <a:xfrm>
            <a:off x="356875" y="350625"/>
            <a:ext cx="36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History Bot</a:t>
            </a:r>
            <a:r>
              <a:rPr b="1" lang="en-US" sz="26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6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2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en-US" sz="26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2" name="Google Shape;852;p55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55"/>
          <p:cNvSpPr txBox="1"/>
          <p:nvPr/>
        </p:nvSpPr>
        <p:spPr>
          <a:xfrm>
            <a:off x="3142374" y="5481725"/>
            <a:ext cx="6555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   RAG Pipeline:</a:t>
            </a:r>
            <a:endParaRPr sz="12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000"/>
              <a:t>This code demonstrates a complete RAG implementation where documents are first embedded and stored in FAISS vector database. 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000"/>
              <a:t>The retriever fetches the most relevant 3 documents for a query, which Gemini then uses as context to generate historically accurate answers with citations.</a:t>
            </a:r>
            <a:endParaRPr sz="1000"/>
          </a:p>
        </p:txBody>
      </p:sp>
      <p:pic>
        <p:nvPicPr>
          <p:cNvPr id="854" name="Google Shape;85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7987" y="5612337"/>
            <a:ext cx="354374" cy="354374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5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6" name="Google Shape;856;p55"/>
          <p:cNvSpPr/>
          <p:nvPr/>
        </p:nvSpPr>
        <p:spPr>
          <a:xfrm>
            <a:off x="1211400" y="950800"/>
            <a:ext cx="9493500" cy="43125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Import required modules for RAG implementation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langchain_google_genai import ChatGoogleGenerativeAI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langchain.embeddings import GoogleGenerativeAIEmbeddings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langchain.vectorstores import FAISS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langchain.chains import RetrievalQA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Create embeddings using Gemini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emb = GoogleGenerativeAIEmbeddings()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vectordb = FAISS.from_documents(docs, embedding=emb)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retriever = vectordb.as_retriever(search_kwargs={"k":3})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Initialize Gemini and create the RAG chain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llm = ChatGoogleGenerativeAI(model="gemini-2.5-flash")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qa_chain = RetrievalQA.from_chain_type(llm=llm, chain_type="stuff", retriever=retriever)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Run a query against the history corpus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answer = qa_chain.run("What caused the fall of the Roman Republic?")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print(answer)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56"/>
          <p:cNvSpPr txBox="1"/>
          <p:nvPr/>
        </p:nvSpPr>
        <p:spPr>
          <a:xfrm>
            <a:off x="4802475" y="3043688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Chat</a:t>
            </a: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Apps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2" name="Google Shape;862;p5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3" name="Google Shape;86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2850" y="3196927"/>
            <a:ext cx="391124" cy="391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57"/>
          <p:cNvSpPr txBox="1"/>
          <p:nvPr/>
        </p:nvSpPr>
        <p:spPr>
          <a:xfrm>
            <a:off x="356875" y="350625"/>
            <a:ext cx="666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Chat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apps- </a:t>
            </a:r>
            <a:r>
              <a:rPr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9" name="Google Shape;869;p57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57"/>
          <p:cNvSpPr txBox="1"/>
          <p:nvPr/>
        </p:nvSpPr>
        <p:spPr>
          <a:xfrm>
            <a:off x="4591575" y="2681975"/>
            <a:ext cx="3031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Summarize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Classify</a:t>
            </a: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Generate names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1" name="Google Shape;871;p57"/>
          <p:cNvSpPr txBox="1"/>
          <p:nvPr/>
        </p:nvSpPr>
        <p:spPr>
          <a:xfrm>
            <a:off x="1537425" y="1262700"/>
            <a:ext cx="366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Chain</a:t>
            </a:r>
            <a:r>
              <a:rPr b="1" lang="en-US" sz="1800">
                <a:solidFill>
                  <a:schemeClr val="accent1"/>
                </a:solidFill>
              </a:rPr>
              <a:t>lit </a:t>
            </a:r>
            <a:r>
              <a:rPr b="1" lang="en-US" sz="1800">
                <a:solidFill>
                  <a:schemeClr val="dk1"/>
                </a:solidFill>
              </a:rPr>
              <a:t>for </a:t>
            </a:r>
            <a:r>
              <a:rPr b="1" lang="en-US" sz="1800">
                <a:solidFill>
                  <a:schemeClr val="dk1"/>
                </a:solidFill>
              </a:rPr>
              <a:t>conversational UI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872" name="Google Shape;872;p5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3" name="Google Shape;873;p57"/>
          <p:cNvSpPr txBox="1"/>
          <p:nvPr/>
        </p:nvSpPr>
        <p:spPr>
          <a:xfrm>
            <a:off x="3679963" y="2110500"/>
            <a:ext cx="212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Three </a:t>
            </a:r>
            <a:r>
              <a:rPr b="1" lang="en-US"/>
              <a:t>demos:</a:t>
            </a:r>
            <a:endParaRPr b="1"/>
          </a:p>
        </p:txBody>
      </p:sp>
      <p:sp>
        <p:nvSpPr>
          <p:cNvPr id="874" name="Google Shape;874;p57"/>
          <p:cNvSpPr txBox="1"/>
          <p:nvPr/>
        </p:nvSpPr>
        <p:spPr>
          <a:xfrm>
            <a:off x="493175" y="1262700"/>
            <a:ext cx="64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Use</a:t>
            </a:r>
            <a:endParaRPr/>
          </a:p>
        </p:txBody>
      </p:sp>
      <p:pic>
        <p:nvPicPr>
          <p:cNvPr id="875" name="Google Shape;87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9075" y="1293450"/>
            <a:ext cx="400200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6888" y="2681975"/>
            <a:ext cx="358275" cy="35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1575" y="3210850"/>
            <a:ext cx="358250" cy="35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6900" y="3739700"/>
            <a:ext cx="358250" cy="358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57"/>
          <p:cNvSpPr txBox="1"/>
          <p:nvPr/>
        </p:nvSpPr>
        <p:spPr>
          <a:xfrm>
            <a:off x="3710075" y="4624775"/>
            <a:ext cx="3836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Additional features: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Supports streaming responses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Maintains conversation state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8"/>
          <p:cNvSpPr txBox="1"/>
          <p:nvPr/>
        </p:nvSpPr>
        <p:spPr>
          <a:xfrm>
            <a:off x="356875" y="350625"/>
            <a:ext cx="582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Chainlit -</a:t>
            </a:r>
            <a:r>
              <a:rPr b="1" lang="en-US" sz="26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2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basic chat usage</a:t>
            </a:r>
            <a:r>
              <a:rPr lang="en-US" sz="24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4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5" name="Google Shape;885;p58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58"/>
          <p:cNvSpPr txBox="1"/>
          <p:nvPr/>
        </p:nvSpPr>
        <p:spPr>
          <a:xfrm>
            <a:off x="2845999" y="4986625"/>
            <a:ext cx="6555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 </a:t>
            </a:r>
            <a:r>
              <a:rPr b="1" lang="en-US" sz="1200"/>
              <a:t>How it works:</a:t>
            </a:r>
            <a:endParaRPr sz="12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000"/>
              <a:t>This code creates a simple Chainlit chat interface that processes user messages with Gemini. 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000"/>
              <a:t>The @cl.on_message decorator registers the function to handle incoming messages. 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000"/>
              <a:t>Each message is formatted into a prompt, sent to the Gemini model, and the response is displayed back to the user in the chat interface.</a:t>
            </a:r>
            <a:endParaRPr sz="1000"/>
          </a:p>
        </p:txBody>
      </p:sp>
      <p:pic>
        <p:nvPicPr>
          <p:cNvPr id="887" name="Google Shape;88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2687" y="5080887"/>
            <a:ext cx="354374" cy="354374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5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9" name="Google Shape;889;p58"/>
          <p:cNvSpPr/>
          <p:nvPr/>
        </p:nvSpPr>
        <p:spPr>
          <a:xfrm>
            <a:off x="1327475" y="1155600"/>
            <a:ext cx="8416500" cy="36129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Import required libraries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from langchain_google_genai import ChatGoogleGenerativeAI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chainlit as cl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Initialize the Gemini model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llm = ChatGoogleGenerativeAI(model="gemini-2.5-flash", temperature=0.2)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Define message handler with chainlit decorator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@cl.on_message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 main(message):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prompt = f"User asked: {message}\nProvide a short helpful response."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resp = llm.invoke(prompt)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cl.send_message(resp)</a:t>
            </a:r>
            <a:endParaRPr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9"/>
          <p:cNvSpPr txBox="1"/>
          <p:nvPr/>
        </p:nvSpPr>
        <p:spPr>
          <a:xfrm>
            <a:off x="356875" y="350625"/>
            <a:ext cx="855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Summarize </a:t>
            </a:r>
            <a:r>
              <a:rPr b="1" lang="en-US" sz="2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/ </a:t>
            </a:r>
            <a:r>
              <a:rPr b="1" lang="en-US" sz="26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Classify </a:t>
            </a:r>
            <a:r>
              <a:rPr b="1" lang="en-US" sz="2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b="1" lang="en-US" sz="26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Generate names</a:t>
            </a:r>
            <a:endParaRPr sz="19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5" name="Google Shape;895;p59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59"/>
          <p:cNvSpPr/>
          <p:nvPr/>
        </p:nvSpPr>
        <p:spPr>
          <a:xfrm>
            <a:off x="2584150" y="2004825"/>
            <a:ext cx="5100600" cy="525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</a:rPr>
              <a:t>long text → 3-line TL;DR + bullet points</a:t>
            </a:r>
            <a:endParaRPr/>
          </a:p>
        </p:txBody>
      </p:sp>
      <p:sp>
        <p:nvSpPr>
          <p:cNvPr id="897" name="Google Shape;897;p5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8" name="Google Shape;898;p59"/>
          <p:cNvSpPr txBox="1"/>
          <p:nvPr/>
        </p:nvSpPr>
        <p:spPr>
          <a:xfrm>
            <a:off x="2507900" y="1604625"/>
            <a:ext cx="29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Summarize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9" name="Google Shape;899;p59"/>
          <p:cNvSpPr/>
          <p:nvPr/>
        </p:nvSpPr>
        <p:spPr>
          <a:xfrm>
            <a:off x="2584150" y="3191550"/>
            <a:ext cx="5062500" cy="525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</a:rPr>
              <a:t>text → structured label (category, tone, intent)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900" name="Google Shape;900;p59"/>
          <p:cNvSpPr txBox="1"/>
          <p:nvPr/>
        </p:nvSpPr>
        <p:spPr>
          <a:xfrm>
            <a:off x="2507900" y="2791350"/>
            <a:ext cx="102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Classify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1" name="Google Shape;901;p59"/>
          <p:cNvSpPr/>
          <p:nvPr/>
        </p:nvSpPr>
        <p:spPr>
          <a:xfrm>
            <a:off x="2584150" y="4378275"/>
            <a:ext cx="5024400" cy="525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FF"/>
                </a:solidFill>
              </a:rPr>
              <a:t>product brief → 20 creative names + rationale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902" name="Google Shape;902;p59"/>
          <p:cNvSpPr txBox="1"/>
          <p:nvPr/>
        </p:nvSpPr>
        <p:spPr>
          <a:xfrm>
            <a:off x="2507900" y="3978075"/>
            <a:ext cx="36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Poppins"/>
                <a:ea typeface="Poppins"/>
                <a:cs typeface="Poppins"/>
                <a:sym typeface="Poppins"/>
              </a:rPr>
              <a:t>Generate names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3" name="Google Shape;90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613" y="1731450"/>
            <a:ext cx="358275" cy="35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8625" y="2812337"/>
            <a:ext cx="358250" cy="35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8613" y="4116575"/>
            <a:ext cx="358250" cy="35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60"/>
          <p:cNvSpPr txBox="1"/>
          <p:nvPr/>
        </p:nvSpPr>
        <p:spPr>
          <a:xfrm>
            <a:off x="4447925" y="3043700"/>
            <a:ext cx="320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Code snippets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1" name="Google Shape;911;p6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2" name="Google Shape;91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5850" y="3206828"/>
            <a:ext cx="320250" cy="32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8" name="Google Shape;918;p61"/>
          <p:cNvSpPr txBox="1"/>
          <p:nvPr/>
        </p:nvSpPr>
        <p:spPr>
          <a:xfrm>
            <a:off x="2854550" y="2985875"/>
            <a:ext cx="764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Project code walkthrough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9" name="Google Shape;919;p61"/>
          <p:cNvSpPr/>
          <p:nvPr/>
        </p:nvSpPr>
        <p:spPr>
          <a:xfrm>
            <a:off x="2965311" y="294202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62"/>
          <p:cNvSpPr txBox="1"/>
          <p:nvPr/>
        </p:nvSpPr>
        <p:spPr>
          <a:xfrm>
            <a:off x="4469075" y="2874900"/>
            <a:ext cx="4313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Deployment &amp; operational notes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5" name="Google Shape;925;p6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6" name="Google Shape;92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0624" y="3185661"/>
            <a:ext cx="362575" cy="36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63"/>
          <p:cNvSpPr/>
          <p:nvPr/>
        </p:nvSpPr>
        <p:spPr>
          <a:xfrm>
            <a:off x="6122450" y="2027025"/>
            <a:ext cx="2661600" cy="9366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63"/>
          <p:cNvSpPr/>
          <p:nvPr/>
        </p:nvSpPr>
        <p:spPr>
          <a:xfrm>
            <a:off x="1760850" y="2027025"/>
            <a:ext cx="2661600" cy="9366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63"/>
          <p:cNvSpPr txBox="1"/>
          <p:nvPr/>
        </p:nvSpPr>
        <p:spPr>
          <a:xfrm>
            <a:off x="356875" y="350625"/>
            <a:ext cx="717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Safety, rate limits, best practices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4" name="Google Shape;934;p63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6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6" name="Google Shape;936;p63"/>
          <p:cNvSpPr txBox="1"/>
          <p:nvPr/>
        </p:nvSpPr>
        <p:spPr>
          <a:xfrm>
            <a:off x="566225" y="1550475"/>
            <a:ext cx="440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Store API keys securely 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(environment variables)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7" name="Google Shape;937;p63"/>
          <p:cNvSpPr txBox="1"/>
          <p:nvPr/>
        </p:nvSpPr>
        <p:spPr>
          <a:xfrm>
            <a:off x="1984400" y="2153700"/>
            <a:ext cx="224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Temperature: 0.1-0.3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Deterministic responses</a:t>
            </a:r>
            <a:endParaRPr/>
          </a:p>
        </p:txBody>
      </p:sp>
      <p:sp>
        <p:nvSpPr>
          <p:cNvPr id="938" name="Google Shape;938;p63"/>
          <p:cNvSpPr txBox="1"/>
          <p:nvPr/>
        </p:nvSpPr>
        <p:spPr>
          <a:xfrm>
            <a:off x="6438900" y="2153700"/>
            <a:ext cx="220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Temperature: 0.7-1.0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Creative responses</a:t>
            </a:r>
            <a:endParaRPr/>
          </a:p>
        </p:txBody>
      </p:sp>
      <p:sp>
        <p:nvSpPr>
          <p:cNvPr id="939" name="Google Shape;939;p63"/>
          <p:cNvSpPr/>
          <p:nvPr/>
        </p:nvSpPr>
        <p:spPr>
          <a:xfrm>
            <a:off x="4939475" y="2413125"/>
            <a:ext cx="470400" cy="16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40" name="Google Shape;940;p63"/>
          <p:cNvSpPr/>
          <p:nvPr/>
        </p:nvSpPr>
        <p:spPr>
          <a:xfrm>
            <a:off x="599925" y="4301375"/>
            <a:ext cx="9779100" cy="9366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63"/>
          <p:cNvSpPr txBox="1"/>
          <p:nvPr/>
        </p:nvSpPr>
        <p:spPr>
          <a:xfrm>
            <a:off x="566225" y="3830125"/>
            <a:ext cx="440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Use parameter controls 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for consistent outputs: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2" name="Google Shape;942;p63"/>
          <p:cNvSpPr txBox="1"/>
          <p:nvPr/>
        </p:nvSpPr>
        <p:spPr>
          <a:xfrm>
            <a:off x="814950" y="4461875"/>
            <a:ext cx="224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max_tokens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 output length</a:t>
            </a:r>
            <a:endParaRPr/>
          </a:p>
        </p:txBody>
      </p:sp>
      <p:sp>
        <p:nvSpPr>
          <p:cNvPr id="943" name="Google Shape;943;p63"/>
          <p:cNvSpPr txBox="1"/>
          <p:nvPr/>
        </p:nvSpPr>
        <p:spPr>
          <a:xfrm>
            <a:off x="4253475" y="4497850"/>
            <a:ext cx="284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</a:rPr>
              <a:t>n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Generate multiple completions</a:t>
            </a:r>
            <a:endParaRPr/>
          </a:p>
        </p:txBody>
      </p:sp>
      <p:sp>
        <p:nvSpPr>
          <p:cNvPr id="944" name="Google Shape;944;p63"/>
          <p:cNvSpPr txBox="1"/>
          <p:nvPr/>
        </p:nvSpPr>
        <p:spPr>
          <a:xfrm>
            <a:off x="7766075" y="4497850"/>
            <a:ext cx="224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00FF"/>
                </a:solidFill>
              </a:rPr>
              <a:t>safety_settings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Filter harmful content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64"/>
          <p:cNvSpPr/>
          <p:nvPr/>
        </p:nvSpPr>
        <p:spPr>
          <a:xfrm>
            <a:off x="6536700" y="2206122"/>
            <a:ext cx="5227500" cy="1985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64"/>
          <p:cNvSpPr/>
          <p:nvPr/>
        </p:nvSpPr>
        <p:spPr>
          <a:xfrm>
            <a:off x="608325" y="2179822"/>
            <a:ext cx="5227500" cy="2032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64"/>
          <p:cNvSpPr txBox="1"/>
          <p:nvPr/>
        </p:nvSpPr>
        <p:spPr>
          <a:xfrm>
            <a:off x="356875" y="350625"/>
            <a:ext cx="855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Deployment </a:t>
            </a:r>
            <a:r>
              <a:rPr b="1" lang="en-US" sz="3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&amp;</a:t>
            </a:r>
            <a:r>
              <a:rPr b="1" lang="en-US" sz="3000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rPr>
              <a:t> monitoring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2" name="Google Shape;952;p64"/>
          <p:cNvSpPr/>
          <p:nvPr/>
        </p:nvSpPr>
        <p:spPr>
          <a:xfrm>
            <a:off x="467636" y="306779"/>
            <a:ext cx="995100" cy="105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64"/>
          <p:cNvSpPr txBox="1"/>
          <p:nvPr/>
        </p:nvSpPr>
        <p:spPr>
          <a:xfrm>
            <a:off x="608325" y="2463098"/>
            <a:ext cx="522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Poppins"/>
                <a:ea typeface="Poppins"/>
                <a:cs typeface="Poppins"/>
                <a:sym typeface="Poppins"/>
              </a:rPr>
              <a:t>Run your apps locally with simple commands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4" name="Google Shape;954;p64"/>
          <p:cNvSpPr txBox="1"/>
          <p:nvPr/>
        </p:nvSpPr>
        <p:spPr>
          <a:xfrm>
            <a:off x="1054375" y="1744425"/>
            <a:ext cx="263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Local Development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955" name="Google Shape;955;p64"/>
          <p:cNvSpPr txBox="1"/>
          <p:nvPr/>
        </p:nvSpPr>
        <p:spPr>
          <a:xfrm>
            <a:off x="6658600" y="2206100"/>
            <a:ext cx="5045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Containerize applications (Docker)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Add API gateway for traffic management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Secure API keys (environment variables)</a:t>
            </a:r>
            <a:br>
              <a:rPr lang="en-US" sz="1600">
                <a:latin typeface="Poppins"/>
                <a:ea typeface="Poppins"/>
                <a:cs typeface="Poppins"/>
                <a:sym typeface="Poppins"/>
              </a:rPr>
            </a:b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★"/>
            </a:pPr>
            <a:r>
              <a:rPr lang="en-US" sz="1600">
                <a:latin typeface="Poppins"/>
                <a:ea typeface="Poppins"/>
                <a:cs typeface="Poppins"/>
                <a:sym typeface="Poppins"/>
              </a:rPr>
              <a:t>Implement comprehensive logging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6" name="Google Shape;956;p64"/>
          <p:cNvSpPr txBox="1"/>
          <p:nvPr/>
        </p:nvSpPr>
        <p:spPr>
          <a:xfrm>
            <a:off x="7104625" y="1744400"/>
            <a:ext cx="308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</a:rPr>
              <a:t>Production Deployment</a:t>
            </a:r>
            <a:endParaRPr b="1" sz="1800">
              <a:solidFill>
                <a:schemeClr val="accent1"/>
              </a:solidFill>
            </a:endParaRPr>
          </a:p>
        </p:txBody>
      </p:sp>
      <p:pic>
        <p:nvPicPr>
          <p:cNvPr id="957" name="Google Shape;95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087" y="1836820"/>
            <a:ext cx="276900" cy="276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8875" y="1792387"/>
            <a:ext cx="365750" cy="3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6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0" name="Google Shape;960;p64"/>
          <p:cNvSpPr txBox="1"/>
          <p:nvPr/>
        </p:nvSpPr>
        <p:spPr>
          <a:xfrm>
            <a:off x="847850" y="2961175"/>
            <a:ext cx="2315400" cy="3849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streamlit run app.py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1" name="Google Shape;961;p64"/>
          <p:cNvSpPr txBox="1"/>
          <p:nvPr/>
        </p:nvSpPr>
        <p:spPr>
          <a:xfrm>
            <a:off x="3459500" y="2983400"/>
            <a:ext cx="2147100" cy="3849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chainlit run app.py</a:t>
            </a:r>
            <a:endParaRPr b="1" sz="13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2" name="Google Shape;962;p64"/>
          <p:cNvSpPr/>
          <p:nvPr/>
        </p:nvSpPr>
        <p:spPr>
          <a:xfrm>
            <a:off x="3297475" y="5160350"/>
            <a:ext cx="5673300" cy="525000"/>
          </a:xfrm>
          <a:prstGeom prst="rect">
            <a:avLst/>
          </a:prstGeom>
          <a:solidFill>
            <a:srgbClr val="C2D4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Re-embed documents periodically to keep knowledge base current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3" name="Google Shape;963;p64"/>
          <p:cNvSpPr txBox="1"/>
          <p:nvPr/>
        </p:nvSpPr>
        <p:spPr>
          <a:xfrm>
            <a:off x="3221225" y="4760150"/>
            <a:ext cx="29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RAG Maintenance</a:t>
            </a:r>
            <a:endParaRPr b="1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65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65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Q/A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6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66"/>
          <p:cNvSpPr/>
          <p:nvPr/>
        </p:nvSpPr>
        <p:spPr>
          <a:xfrm>
            <a:off x="4878125" y="2598603"/>
            <a:ext cx="995100" cy="105600"/>
          </a:xfrm>
          <a:prstGeom prst="roundRect">
            <a:avLst>
              <a:gd fmla="val 50000" name="adj"/>
            </a:avLst>
          </a:prstGeom>
          <a:solidFill>
            <a:srgbClr val="06B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6B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66"/>
          <p:cNvSpPr txBox="1"/>
          <p:nvPr/>
        </p:nvSpPr>
        <p:spPr>
          <a:xfrm>
            <a:off x="4774597" y="2704200"/>
            <a:ext cx="2358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Thanks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6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7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B3F3"/>
      </a:accent1>
      <a:accent2>
        <a:srgbClr val="3BC9FB"/>
      </a:accent2>
      <a:accent3>
        <a:srgbClr val="0492C4"/>
      </a:accent3>
      <a:accent4>
        <a:srgbClr val="035F7F"/>
      </a:accent4>
      <a:accent5>
        <a:srgbClr val="5B9BD5"/>
      </a:accent5>
      <a:accent6>
        <a:srgbClr val="E94C8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