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</p:sldIdLst>
  <p:sldSz cy="6858000" cx="12192000"/>
  <p:notesSz cx="6858000" cy="9144000"/>
  <p:embeddedFontLst>
    <p:embeddedFont>
      <p:font typeface="Poppins"/>
      <p:regular r:id="rId44"/>
      <p:bold r:id="rId45"/>
      <p:italic r:id="rId46"/>
      <p:boldItalic r:id="rId47"/>
    </p:embeddedFont>
    <p:embeddedFont>
      <p:font typeface="IBM Plex Mono Light"/>
      <p:regular r:id="rId48"/>
      <p:bold r:id="rId49"/>
      <p:italic r:id="rId50"/>
      <p:boldItalic r:id="rId51"/>
    </p:embeddedFont>
    <p:embeddedFont>
      <p:font typeface="Poppins Medium"/>
      <p:regular r:id="rId52"/>
      <p:bold r:id="rId53"/>
      <p:italic r:id="rId54"/>
      <p:boldItalic r:id="rId55"/>
    </p:embeddedFont>
    <p:embeddedFont>
      <p:font typeface="Open Sans Light"/>
      <p:regular r:id="rId56"/>
      <p:bold r:id="rId57"/>
      <p:italic r:id="rId58"/>
      <p:boldItalic r:id="rId59"/>
    </p:embeddedFont>
    <p:embeddedFont>
      <p:font typeface="Open Sans"/>
      <p:regular r:id="rId60"/>
      <p:bold r:id="rId61"/>
      <p:italic r:id="rId62"/>
      <p:boldItalic r:id="rId6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4134">
          <p15:clr>
            <a:srgbClr val="A4A3A4"/>
          </p15:clr>
        </p15:guide>
        <p15:guide id="2" pos="74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134" orient="horz"/>
        <p:guide pos="744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font" Target="fonts/Poppins-regular.fntdata"/><Relationship Id="rId43" Type="http://schemas.openxmlformats.org/officeDocument/2006/relationships/slide" Target="slides/slide38.xml"/><Relationship Id="rId46" Type="http://schemas.openxmlformats.org/officeDocument/2006/relationships/font" Target="fonts/Poppins-italic.fntdata"/><Relationship Id="rId45" Type="http://schemas.openxmlformats.org/officeDocument/2006/relationships/font" Target="fonts/Poppins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IBMPlexMonoLight-regular.fntdata"/><Relationship Id="rId47" Type="http://schemas.openxmlformats.org/officeDocument/2006/relationships/font" Target="fonts/Poppins-boldItalic.fntdata"/><Relationship Id="rId49" Type="http://schemas.openxmlformats.org/officeDocument/2006/relationships/font" Target="fonts/IBMPlexMonoLight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font" Target="fonts/OpenSans-italic.fntdata"/><Relationship Id="rId61" Type="http://schemas.openxmlformats.org/officeDocument/2006/relationships/font" Target="fonts/OpenSans-bold.fntdata"/><Relationship Id="rId20" Type="http://schemas.openxmlformats.org/officeDocument/2006/relationships/slide" Target="slides/slide15.xml"/><Relationship Id="rId63" Type="http://schemas.openxmlformats.org/officeDocument/2006/relationships/font" Target="fonts/OpenSans-boldItalic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schemas.openxmlformats.org/officeDocument/2006/relationships/font" Target="fonts/OpenSans-regular.fnt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IBMPlexMonoLight-boldItalic.fntdata"/><Relationship Id="rId50" Type="http://schemas.openxmlformats.org/officeDocument/2006/relationships/font" Target="fonts/IBMPlexMonoLight-italic.fntdata"/><Relationship Id="rId53" Type="http://schemas.openxmlformats.org/officeDocument/2006/relationships/font" Target="fonts/PoppinsMedium-bold.fntdata"/><Relationship Id="rId52" Type="http://schemas.openxmlformats.org/officeDocument/2006/relationships/font" Target="fonts/PoppinsMedium-regular.fntdata"/><Relationship Id="rId11" Type="http://schemas.openxmlformats.org/officeDocument/2006/relationships/slide" Target="slides/slide6.xml"/><Relationship Id="rId55" Type="http://schemas.openxmlformats.org/officeDocument/2006/relationships/font" Target="fonts/PoppinsMedium-boldItalic.fntdata"/><Relationship Id="rId10" Type="http://schemas.openxmlformats.org/officeDocument/2006/relationships/slide" Target="slides/slide5.xml"/><Relationship Id="rId54" Type="http://schemas.openxmlformats.org/officeDocument/2006/relationships/font" Target="fonts/PoppinsMedium-italic.fntdata"/><Relationship Id="rId13" Type="http://schemas.openxmlformats.org/officeDocument/2006/relationships/slide" Target="slides/slide8.xml"/><Relationship Id="rId57" Type="http://schemas.openxmlformats.org/officeDocument/2006/relationships/font" Target="fonts/OpenSansLight-bold.fntdata"/><Relationship Id="rId12" Type="http://schemas.openxmlformats.org/officeDocument/2006/relationships/slide" Target="slides/slide7.xml"/><Relationship Id="rId56" Type="http://schemas.openxmlformats.org/officeDocument/2006/relationships/font" Target="fonts/OpenSansLight-regular.fntdata"/><Relationship Id="rId15" Type="http://schemas.openxmlformats.org/officeDocument/2006/relationships/slide" Target="slides/slide10.xml"/><Relationship Id="rId59" Type="http://schemas.openxmlformats.org/officeDocument/2006/relationships/font" Target="fonts/OpenSansLight-boldItalic.fntdata"/><Relationship Id="rId14" Type="http://schemas.openxmlformats.org/officeDocument/2006/relationships/slide" Target="slides/slide9.xml"/><Relationship Id="rId58" Type="http://schemas.openxmlformats.org/officeDocument/2006/relationships/font" Target="fonts/OpenSansLight-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g37271c6c3d9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g37271c6c3d9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g33ad1dca898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g33ad1dca898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g380de1b8141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2" name="Google Shape;632;g380de1b8141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g381778fac87_0_15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0" name="Google Shape;650;g381778fac87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g377a497b51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7" name="Google Shape;657;g377a497b513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g381778fac87_0_6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g381778fac87_0_6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g380e9a03596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8" name="Google Shape;678;g380e9a03596_0_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g381778fac87_0_17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9" name="Google Shape;689;g381778fac87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g380e9a03596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6" name="Google Shape;696;g380e9a03596_0_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g380e9a03596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g380e9a03596_0_5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g380e9a03596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9" name="Google Shape;729;g380e9a03596_0_9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g381778fac87_0_64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0" name="Google Shape;760;g381778fac87_0_6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g381778fac87_0_17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7" name="Google Shape;767;g381778fac87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g381778fac8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4" name="Google Shape;774;g381778fac87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g381778fac87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1" name="Google Shape;791;g381778fac87_0_6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g381778fac87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2" name="Google Shape;812;g381778fac87_0_10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g381778fac87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8" name="Google Shape;828;g381778fac87_0_1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g381778fac87_0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9" name="Google Shape;839;g381778fac87_0_19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g381778fac87_0_64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8" name="Google Shape;868;g381778fac87_0_6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g381778fac87_0_18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5" name="Google Shape;875;g381778fac87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0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g381778fac87_0_2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2" name="Google Shape;882;g381778fac87_0_2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2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g381778fac87_0_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4" name="Google Shape;904;g381778fac87_0_27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4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g381778fac87_0_2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6" name="Google Shape;916;g381778fac87_0_29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5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g381778fac87_0_3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7" name="Google Shape;927;g381778fac87_0_3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g381778fac87_0_3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2" name="Google Shape;952;g381778fac87_0_36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g381778fac87_0_65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5" name="Google Shape;965;g381778fac87_0_6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0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Google Shape;971;g381778fac87_0_38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2" name="Google Shape;972;g381778fac87_0_3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7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g381778fac87_0_3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9" name="Google Shape;979;g381778fac87_0_39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4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Google Shape;1005;g381778fac87_0_4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6" name="Google Shape;1006;g381778fac87_0_49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1" name="Shape 1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2" name="Google Shape;1022;g381778fac87_0_3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3" name="Google Shape;1023;g381778fac87_0_38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9" name="Shape 1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" name="Google Shape;1040;g381778fac87_0_5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1" name="Google Shape;1041;g381778fac87_0_54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2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Google Shape;1063;g381778fac87_0_65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4" name="Google Shape;1064;g381778fac87_0_6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9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g381778fac87_0_5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1" name="Google Shape;1071;g381778fac87_0_58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2" name="Shape 1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3" name="Google Shape;1083;g381778fac87_0_6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4" name="Google Shape;1084;g381778fac87_0_60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5" name="Shape 1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6" name="Google Shape;1096;g381778fac87_0_6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7" name="Google Shape;1097;g381778fac87_0_6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6" name="Shape 1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7" name="Google Shape;1107;g372a7ed5a81_0_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8" name="Google Shape;1108;g372a7ed5a8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3" name="Shape 1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4" name="Google Shape;1114;g348c93a3e68_1_38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5" name="Google Shape;1115;g348c93a3e68_1_3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>
            <p:ph idx="2" type="pic"/>
          </p:nvPr>
        </p:nvSpPr>
        <p:spPr>
          <a:xfrm>
            <a:off x="1068777" y="837967"/>
            <a:ext cx="2873830" cy="518206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grpSp>
        <p:nvGrpSpPr>
          <p:cNvPr id="10" name="Google Shape;10;p2"/>
          <p:cNvGrpSpPr/>
          <p:nvPr/>
        </p:nvGrpSpPr>
        <p:grpSpPr>
          <a:xfrm>
            <a:off x="-693530" y="-764219"/>
            <a:ext cx="2003055" cy="3742456"/>
            <a:chOff x="-367748" y="-573164"/>
            <a:chExt cx="1502291" cy="2806842"/>
          </a:xfrm>
        </p:grpSpPr>
        <p:grpSp>
          <p:nvGrpSpPr>
            <p:cNvPr id="11" name="Google Shape;11;p2"/>
            <p:cNvGrpSpPr/>
            <p:nvPr/>
          </p:nvGrpSpPr>
          <p:grpSpPr>
            <a:xfrm rot="10800000">
              <a:off x="-191449" y="1507557"/>
              <a:ext cx="904666" cy="726121"/>
              <a:chOff x="7945225" y="4302000"/>
              <a:chExt cx="904666" cy="726121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F50403">
                      <a:alpha val="45882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F50403"/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" name="Google Shape;14;p2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F50403"/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5" name="Google Shape;15;p2"/>
            <p:cNvSpPr/>
            <p:nvPr/>
          </p:nvSpPr>
          <p:spPr>
            <a:xfrm>
              <a:off x="152767" y="-572549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40000">
                  <a:srgbClr val="F50403">
                    <a:alpha val="4196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-6579" y="-573164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rgbClr val="F50403">
                    <a:alpha val="6196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7" name="Google Shape;17;p2"/>
            <p:cNvGrpSpPr/>
            <p:nvPr/>
          </p:nvGrpSpPr>
          <p:grpSpPr>
            <a:xfrm rot="10800000">
              <a:off x="-367748" y="-467133"/>
              <a:ext cx="699928" cy="1651024"/>
              <a:chOff x="8337812" y="3492483"/>
              <a:chExt cx="699928" cy="1651024"/>
            </a:xfrm>
          </p:grpSpPr>
          <p:sp>
            <p:nvSpPr>
              <p:cNvPr id="18" name="Google Shape;18;p2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rect b="b" l="l" r="r" t="t"/>
                <a:pathLst>
                  <a:path extrusionOk="0" h="24714" w="11779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6862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" name="Google Shape;19;p2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6862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6862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1" name="Google Shape;21;p2"/>
          <p:cNvGrpSpPr/>
          <p:nvPr/>
        </p:nvGrpSpPr>
        <p:grpSpPr>
          <a:xfrm>
            <a:off x="10058981" y="-228028"/>
            <a:ext cx="4669343" cy="7413455"/>
            <a:chOff x="7392021" y="-171025"/>
            <a:chExt cx="3502095" cy="5560230"/>
          </a:xfrm>
        </p:grpSpPr>
        <p:grpSp>
          <p:nvGrpSpPr>
            <p:cNvPr id="22" name="Google Shape;22;p2"/>
            <p:cNvGrpSpPr/>
            <p:nvPr/>
          </p:nvGrpSpPr>
          <p:grpSpPr>
            <a:xfrm>
              <a:off x="7392021" y="539499"/>
              <a:ext cx="1518472" cy="3030657"/>
              <a:chOff x="7785196" y="342199"/>
              <a:chExt cx="1518472" cy="3030657"/>
            </a:xfrm>
          </p:grpSpPr>
          <p:sp>
            <p:nvSpPr>
              <p:cNvPr id="23" name="Google Shape;23;p2"/>
              <p:cNvSpPr/>
              <p:nvPr/>
            </p:nvSpPr>
            <p:spPr>
              <a:xfrm rot="10800000">
                <a:off x="7882621" y="539499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" name="Google Shape;24;p2"/>
              <p:cNvSpPr/>
              <p:nvPr/>
            </p:nvSpPr>
            <p:spPr>
              <a:xfrm rot="10800000">
                <a:off x="7785196" y="342199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5" name="Google Shape;25;p2"/>
            <p:cNvSpPr/>
            <p:nvPr/>
          </p:nvSpPr>
          <p:spPr>
            <a:xfrm rot="5400000">
              <a:off x="8098189" y="-877180"/>
              <a:ext cx="1421047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6" name="Google Shape;26;p2"/>
            <p:cNvGrpSpPr/>
            <p:nvPr/>
          </p:nvGrpSpPr>
          <p:grpSpPr>
            <a:xfrm>
              <a:off x="7740801" y="270000"/>
              <a:ext cx="3153315" cy="5119205"/>
              <a:chOff x="7740801" y="270000"/>
              <a:chExt cx="3153315" cy="5119205"/>
            </a:xfrm>
          </p:grpSpPr>
          <p:sp>
            <p:nvSpPr>
              <p:cNvPr id="27" name="Google Shape;27;p2"/>
              <p:cNvSpPr/>
              <p:nvPr/>
            </p:nvSpPr>
            <p:spPr>
              <a:xfrm>
                <a:off x="7740801" y="270000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8" name="Google Shape;28;p2"/>
              <p:cNvGrpSpPr/>
              <p:nvPr/>
            </p:nvGrpSpPr>
            <p:grpSpPr>
              <a:xfrm>
                <a:off x="8192875" y="4736396"/>
                <a:ext cx="134004" cy="134004"/>
                <a:chOff x="8356813" y="1074288"/>
                <a:chExt cx="351900" cy="351900"/>
              </a:xfrm>
            </p:grpSpPr>
            <p:sp>
              <p:nvSpPr>
                <p:cNvPr id="29" name="Google Shape;29;p2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rgbClr val="F50403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" name="Google Shape;30;p2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F50403">
                        <a:alpha val="5568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1" name="Google Shape;31;p2"/>
              <p:cNvGrpSpPr/>
              <p:nvPr/>
            </p:nvGrpSpPr>
            <p:grpSpPr>
              <a:xfrm>
                <a:off x="8788200" y="3794721"/>
                <a:ext cx="134004" cy="134004"/>
                <a:chOff x="8356813" y="1074288"/>
                <a:chExt cx="351900" cy="351900"/>
              </a:xfrm>
            </p:grpSpPr>
            <p:sp>
              <p:nvSpPr>
                <p:cNvPr id="32" name="Google Shape;32;p2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rgbClr val="F50403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" name="Google Shape;33;p2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27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4" name="Google Shape;34;p2"/>
              <p:cNvGrpSpPr/>
              <p:nvPr/>
            </p:nvGrpSpPr>
            <p:grpSpPr>
              <a:xfrm>
                <a:off x="8654175" y="2424671"/>
                <a:ext cx="134004" cy="134004"/>
                <a:chOff x="8356813" y="1074288"/>
                <a:chExt cx="351900" cy="351900"/>
              </a:xfrm>
            </p:grpSpPr>
            <p:sp>
              <p:nvSpPr>
                <p:cNvPr id="35" name="Google Shape;35;p2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rgbClr val="F50403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" name="Google Shape;36;p2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F50403">
                        <a:alpha val="2078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 cap="flat" cmpd="sng" w="9525">
                  <a:solidFill>
                    <a:srgbClr val="F50403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pic>
        <p:nvPicPr>
          <p:cNvPr id="37" name="Google Shape;37;p2"/>
          <p:cNvPicPr preferRelativeResize="0"/>
          <p:nvPr/>
        </p:nvPicPr>
        <p:blipFill rotWithShape="1">
          <a:blip r:embed="rId2">
            <a:alphaModFix/>
          </a:blip>
          <a:srcRect b="26177" l="16960" r="7121" t="24718"/>
          <a:stretch/>
        </p:blipFill>
        <p:spPr>
          <a:xfrm>
            <a:off x="9819959" y="-1595786"/>
            <a:ext cx="4977375" cy="379883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2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Custom Layout">
  <p:cSld name="5_Custom Layou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40;p3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1" name="Google Shape;41;p3"/>
          <p:cNvGrpSpPr/>
          <p:nvPr/>
        </p:nvGrpSpPr>
        <p:grpSpPr>
          <a:xfrm>
            <a:off x="-680840" y="-2290632"/>
            <a:ext cx="5862925" cy="5562209"/>
            <a:chOff x="-494405" y="-1584825"/>
            <a:chExt cx="4397193" cy="4171657"/>
          </a:xfrm>
        </p:grpSpPr>
        <p:grpSp>
          <p:nvGrpSpPr>
            <p:cNvPr id="42" name="Google Shape;42;p3"/>
            <p:cNvGrpSpPr/>
            <p:nvPr/>
          </p:nvGrpSpPr>
          <p:grpSpPr>
            <a:xfrm>
              <a:off x="-494405" y="-252396"/>
              <a:ext cx="1741563" cy="1288563"/>
              <a:chOff x="-494405" y="-252396"/>
              <a:chExt cx="1741563" cy="1288563"/>
            </a:xfrm>
          </p:grpSpPr>
          <p:sp>
            <p:nvSpPr>
              <p:cNvPr id="43" name="Google Shape;43;p3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44;p3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5" name="Google Shape;45;p3"/>
            <p:cNvGrpSpPr/>
            <p:nvPr/>
          </p:nvGrpSpPr>
          <p:grpSpPr>
            <a:xfrm>
              <a:off x="245875" y="-51824"/>
              <a:ext cx="208200" cy="1824700"/>
              <a:chOff x="1040050" y="3812126"/>
              <a:chExt cx="208200" cy="1824700"/>
            </a:xfrm>
          </p:grpSpPr>
          <p:sp>
            <p:nvSpPr>
              <p:cNvPr id="46" name="Google Shape;46;p3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46666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" name="Google Shape;47;p3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666"/>
                    </a:srgbClr>
                  </a:gs>
                  <a:gs pos="78000">
                    <a:srgbClr val="F5F8FF">
                      <a:alpha val="46666"/>
                    </a:srgbClr>
                  </a:gs>
                  <a:gs pos="100000">
                    <a:srgbClr val="F5F8FF">
                      <a:alpha val="46666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8" name="Google Shape;48;p3"/>
            <p:cNvGrpSpPr/>
            <p:nvPr/>
          </p:nvGrpSpPr>
          <p:grpSpPr>
            <a:xfrm>
              <a:off x="441574" y="-36652"/>
              <a:ext cx="699940" cy="478601"/>
              <a:chOff x="39723" y="4349021"/>
              <a:chExt cx="1061964" cy="726143"/>
            </a:xfrm>
          </p:grpSpPr>
          <p:grpSp>
            <p:nvGrpSpPr>
              <p:cNvPr id="49" name="Google Shape;49;p3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50" name="Google Shape;50;p3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51" name="Google Shape;51;p3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52" name="Google Shape;52;p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3" name="Google Shape;53;p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4" name="Google Shape;54;p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5" name="Google Shape;55;p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6" name="Google Shape;56;p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57" name="Google Shape;57;p3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955673" y="11"/>
              <a:ext cx="592576" cy="405260"/>
              <a:chOff x="39723" y="4349021"/>
              <a:chExt cx="1061964" cy="726143"/>
            </a:xfrm>
          </p:grpSpPr>
          <p:grpSp>
            <p:nvGrpSpPr>
              <p:cNvPr id="59" name="Google Shape;59;p3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60" name="Google Shape;60;p3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61" name="Google Shape;61;p3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62" name="Google Shape;62;p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3" name="Google Shape;63;p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4" name="Google Shape;64;p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5" name="Google Shape;65;p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6" name="Google Shape;66;p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67" name="Google Shape;67;p3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8" name="Google Shape;68;p3"/>
            <p:cNvGrpSpPr/>
            <p:nvPr/>
          </p:nvGrpSpPr>
          <p:grpSpPr>
            <a:xfrm>
              <a:off x="-1" y="621223"/>
              <a:ext cx="699940" cy="478601"/>
              <a:chOff x="39723" y="4349021"/>
              <a:chExt cx="1061964" cy="726143"/>
            </a:xfrm>
          </p:grpSpPr>
          <p:grpSp>
            <p:nvGrpSpPr>
              <p:cNvPr id="69" name="Google Shape;69;p3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70" name="Google Shape;70;p3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71" name="Google Shape;71;p3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72" name="Google Shape;72;p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3" name="Google Shape;73;p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4" name="Google Shape;74;p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5" name="Google Shape;75;p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6" name="Google Shape;76;p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77" name="Google Shape;77;p3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8" name="Google Shape;78;p3"/>
            <p:cNvGrpSpPr/>
            <p:nvPr/>
          </p:nvGrpSpPr>
          <p:grpSpPr>
            <a:xfrm rot="-8100000">
              <a:off x="540898" y="-1172741"/>
              <a:ext cx="2552124" cy="3347490"/>
              <a:chOff x="2976325" y="908175"/>
              <a:chExt cx="4028179" cy="5283555"/>
            </a:xfrm>
          </p:grpSpPr>
          <p:sp>
            <p:nvSpPr>
              <p:cNvPr id="79" name="Google Shape;79;p3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82" name="Google Shape;82;p3"/>
          <p:cNvSpPr txBox="1"/>
          <p:nvPr/>
        </p:nvSpPr>
        <p:spPr>
          <a:xfrm>
            <a:off x="7489150" y="2225275"/>
            <a:ext cx="19521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3"/>
          <p:cNvSpPr txBox="1"/>
          <p:nvPr/>
        </p:nvSpPr>
        <p:spPr>
          <a:xfrm>
            <a:off x="10729913" y="876583"/>
            <a:ext cx="14151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F7F7F"/>
                </a:solidFill>
              </a:rPr>
              <a:t>codehubai.com</a:t>
            </a:r>
            <a:endParaRPr sz="1200">
              <a:solidFill>
                <a:srgbClr val="7F7F7F"/>
              </a:solidFill>
            </a:endParaRPr>
          </a:p>
        </p:txBody>
      </p:sp>
      <p:sp>
        <p:nvSpPr>
          <p:cNvPr id="84" name="Google Shape;84;p3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Custom Layout">
  <p:cSld name="4_Custom Layou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" name="Google Shape;86;p4"/>
          <p:cNvGrpSpPr/>
          <p:nvPr/>
        </p:nvGrpSpPr>
        <p:grpSpPr>
          <a:xfrm>
            <a:off x="-528423" y="-2138180"/>
            <a:ext cx="5862778" cy="5562070"/>
            <a:chOff x="-494405" y="-1584824"/>
            <a:chExt cx="4397194" cy="4171657"/>
          </a:xfrm>
        </p:grpSpPr>
        <p:grpSp>
          <p:nvGrpSpPr>
            <p:cNvPr id="87" name="Google Shape;87;p4"/>
            <p:cNvGrpSpPr/>
            <p:nvPr/>
          </p:nvGrpSpPr>
          <p:grpSpPr>
            <a:xfrm>
              <a:off x="-494405" y="-252396"/>
              <a:ext cx="1741563" cy="1288563"/>
              <a:chOff x="-494405" y="-252396"/>
              <a:chExt cx="1741563" cy="1288563"/>
            </a:xfrm>
          </p:grpSpPr>
          <p:sp>
            <p:nvSpPr>
              <p:cNvPr id="88" name="Google Shape;88;p4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" name="Google Shape;89;p4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0" name="Google Shape;90;p4"/>
            <p:cNvGrpSpPr/>
            <p:nvPr/>
          </p:nvGrpSpPr>
          <p:grpSpPr>
            <a:xfrm>
              <a:off x="245875" y="-51824"/>
              <a:ext cx="208200" cy="1824700"/>
              <a:chOff x="1040050" y="3812126"/>
              <a:chExt cx="208200" cy="1824700"/>
            </a:xfrm>
          </p:grpSpPr>
          <p:sp>
            <p:nvSpPr>
              <p:cNvPr id="91" name="Google Shape;91;p4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46666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" name="Google Shape;92;p4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666"/>
                    </a:srgbClr>
                  </a:gs>
                  <a:gs pos="78000">
                    <a:srgbClr val="F5F8FF">
                      <a:alpha val="46666"/>
                    </a:srgbClr>
                  </a:gs>
                  <a:gs pos="100000">
                    <a:srgbClr val="F5F8FF">
                      <a:alpha val="46666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3" name="Google Shape;93;p4"/>
            <p:cNvGrpSpPr/>
            <p:nvPr/>
          </p:nvGrpSpPr>
          <p:grpSpPr>
            <a:xfrm>
              <a:off x="441575" y="-36652"/>
              <a:ext cx="699940" cy="478601"/>
              <a:chOff x="39723" y="4349022"/>
              <a:chExt cx="1061963" cy="726143"/>
            </a:xfrm>
          </p:grpSpPr>
          <p:grpSp>
            <p:nvGrpSpPr>
              <p:cNvPr id="94" name="Google Shape;94;p4"/>
              <p:cNvGrpSpPr/>
              <p:nvPr/>
            </p:nvGrpSpPr>
            <p:grpSpPr>
              <a:xfrm rot="2700000">
                <a:off x="140502" y="4460925"/>
                <a:ext cx="524584" cy="502337"/>
                <a:chOff x="1189791" y="-1767331"/>
                <a:chExt cx="904284" cy="865933"/>
              </a:xfrm>
            </p:grpSpPr>
            <p:sp>
              <p:nvSpPr>
                <p:cNvPr id="95" name="Google Shape;95;p4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96" name="Google Shape;96;p4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97" name="Google Shape;97;p4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8" name="Google Shape;98;p4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9" name="Google Shape;99;p4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0" name="Google Shape;100;p4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1" name="Google Shape;101;p4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102" name="Google Shape;102;p4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3" name="Google Shape;103;p4"/>
            <p:cNvGrpSpPr/>
            <p:nvPr/>
          </p:nvGrpSpPr>
          <p:grpSpPr>
            <a:xfrm>
              <a:off x="955673" y="14"/>
              <a:ext cx="592576" cy="405260"/>
              <a:chOff x="39723" y="4349022"/>
              <a:chExt cx="1061963" cy="726143"/>
            </a:xfrm>
          </p:grpSpPr>
          <p:grpSp>
            <p:nvGrpSpPr>
              <p:cNvPr id="104" name="Google Shape;104;p4"/>
              <p:cNvGrpSpPr/>
              <p:nvPr/>
            </p:nvGrpSpPr>
            <p:grpSpPr>
              <a:xfrm rot="2700000">
                <a:off x="140502" y="4460925"/>
                <a:ext cx="524584" cy="502337"/>
                <a:chOff x="1189791" y="-1767331"/>
                <a:chExt cx="904284" cy="865933"/>
              </a:xfrm>
            </p:grpSpPr>
            <p:sp>
              <p:nvSpPr>
                <p:cNvPr id="105" name="Google Shape;105;p4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06" name="Google Shape;106;p4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107" name="Google Shape;107;p4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8" name="Google Shape;108;p4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9" name="Google Shape;109;p4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0" name="Google Shape;110;p4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1" name="Google Shape;111;p4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112" name="Google Shape;112;p4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3" name="Google Shape;113;p4"/>
            <p:cNvGrpSpPr/>
            <p:nvPr/>
          </p:nvGrpSpPr>
          <p:grpSpPr>
            <a:xfrm>
              <a:off x="0" y="621223"/>
              <a:ext cx="699940" cy="478601"/>
              <a:chOff x="39723" y="4349022"/>
              <a:chExt cx="1061963" cy="726143"/>
            </a:xfrm>
          </p:grpSpPr>
          <p:grpSp>
            <p:nvGrpSpPr>
              <p:cNvPr id="114" name="Google Shape;114;p4"/>
              <p:cNvGrpSpPr/>
              <p:nvPr/>
            </p:nvGrpSpPr>
            <p:grpSpPr>
              <a:xfrm rot="2700000">
                <a:off x="140502" y="4460925"/>
                <a:ext cx="524584" cy="502337"/>
                <a:chOff x="1189791" y="-1767331"/>
                <a:chExt cx="904284" cy="865933"/>
              </a:xfrm>
            </p:grpSpPr>
            <p:sp>
              <p:nvSpPr>
                <p:cNvPr id="115" name="Google Shape;115;p4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16" name="Google Shape;116;p4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117" name="Google Shape;117;p4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8" name="Google Shape;118;p4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9" name="Google Shape;119;p4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0" name="Google Shape;120;p4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1" name="Google Shape;121;p4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122" name="Google Shape;122;p4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3" name="Google Shape;123;p4"/>
            <p:cNvGrpSpPr/>
            <p:nvPr/>
          </p:nvGrpSpPr>
          <p:grpSpPr>
            <a:xfrm rot="-8100000">
              <a:off x="540898" y="-1172741"/>
              <a:ext cx="2552124" cy="3347490"/>
              <a:chOff x="2976325" y="908175"/>
              <a:chExt cx="4028179" cy="5283555"/>
            </a:xfrm>
          </p:grpSpPr>
          <p:sp>
            <p:nvSpPr>
              <p:cNvPr id="124" name="Google Shape;124;p4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" name="Google Shape;125;p4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" name="Google Shape;126;p4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127" name="Google Shape;127;p4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4"/>
          <p:cNvSpPr txBox="1"/>
          <p:nvPr/>
        </p:nvSpPr>
        <p:spPr>
          <a:xfrm>
            <a:off x="10729913" y="876583"/>
            <a:ext cx="14151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F7F7F"/>
                </a:solidFill>
              </a:rPr>
              <a:t>codehubai.com</a:t>
            </a:r>
            <a:endParaRPr sz="1200">
              <a:solidFill>
                <a:srgbClr val="7F7F7F"/>
              </a:solidFill>
            </a:endParaRPr>
          </a:p>
        </p:txBody>
      </p:sp>
      <p:sp>
        <p:nvSpPr>
          <p:cNvPr id="129" name="Google Shape;129;p4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Custom Layout">
  <p:cSld name="2_Custom Layout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5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5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5"/>
          <p:cNvSpPr txBox="1"/>
          <p:nvPr/>
        </p:nvSpPr>
        <p:spPr>
          <a:xfrm>
            <a:off x="10729913" y="876583"/>
            <a:ext cx="14151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F7F7F"/>
                </a:solidFill>
              </a:rPr>
              <a:t>codehubai.com</a:t>
            </a:r>
            <a:endParaRPr sz="1200">
              <a:solidFill>
                <a:srgbClr val="7F7F7F"/>
              </a:solidFill>
            </a:endParaRPr>
          </a:p>
        </p:txBody>
      </p:sp>
      <p:sp>
        <p:nvSpPr>
          <p:cNvPr id="134" name="Google Shape;134;p5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Custom Layout">
  <p:cSld name="6_Custom Layout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6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6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6"/>
          <p:cNvSpPr txBox="1"/>
          <p:nvPr/>
        </p:nvSpPr>
        <p:spPr>
          <a:xfrm>
            <a:off x="10729913" y="876583"/>
            <a:ext cx="14151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F7F7F"/>
                </a:solidFill>
              </a:rPr>
              <a:t>codehubai.com</a:t>
            </a:r>
            <a:endParaRPr sz="1200">
              <a:solidFill>
                <a:srgbClr val="7F7F7F"/>
              </a:solidFill>
            </a:endParaRPr>
          </a:p>
        </p:txBody>
      </p:sp>
      <p:sp>
        <p:nvSpPr>
          <p:cNvPr id="139" name="Google Shape;139;p6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2" name="Google Shape;142;p7"/>
          <p:cNvGrpSpPr/>
          <p:nvPr/>
        </p:nvGrpSpPr>
        <p:grpSpPr>
          <a:xfrm>
            <a:off x="-1607561" y="-3646040"/>
            <a:ext cx="10823409" cy="7799545"/>
            <a:chOff x="-1180406" y="-2565680"/>
            <a:chExt cx="8117556" cy="5849659"/>
          </a:xfrm>
        </p:grpSpPr>
        <p:sp>
          <p:nvSpPr>
            <p:cNvPr id="143" name="Google Shape;143;p7"/>
            <p:cNvSpPr/>
            <p:nvPr/>
          </p:nvSpPr>
          <p:spPr>
            <a:xfrm rot="10221728">
              <a:off x="-981122" y="-549008"/>
              <a:ext cx="3045481" cy="2637398"/>
            </a:xfrm>
            <a:custGeom>
              <a:rect b="b" l="l" r="r" t="t"/>
              <a:pathLst>
                <a:path extrusionOk="0" h="44413" w="51285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rgbClr val="F5F8FF"/>
                </a:gs>
                <a:gs pos="22000">
                  <a:srgbClr val="F5F8FF"/>
                </a:gs>
                <a:gs pos="45000">
                  <a:srgbClr val="FFFFFF">
                    <a:alpha val="0"/>
                  </a:srgbClr>
                </a:gs>
                <a:gs pos="100000">
                  <a:srgbClr val="F50403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7"/>
            <p:cNvSpPr/>
            <p:nvPr/>
          </p:nvSpPr>
          <p:spPr>
            <a:xfrm>
              <a:off x="-289323" y="-166742"/>
              <a:ext cx="1421047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p7"/>
            <p:cNvSpPr/>
            <p:nvPr/>
          </p:nvSpPr>
          <p:spPr>
            <a:xfrm rot="2700000">
              <a:off x="917817" y="-2200499"/>
              <a:ext cx="3153371" cy="5119296"/>
            </a:xfrm>
            <a:custGeom>
              <a:rect b="b" l="l" r="r" t="t"/>
              <a:pathLst>
                <a:path extrusionOk="0" h="124813" w="76882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rgbClr val="EB9109"/>
                </a:gs>
                <a:gs pos="78000">
                  <a:srgbClr val="F5F8FF"/>
                </a:gs>
                <a:gs pos="100000">
                  <a:srgbClr val="F5F8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p7"/>
            <p:cNvSpPr/>
            <p:nvPr/>
          </p:nvSpPr>
          <p:spPr>
            <a:xfrm>
              <a:off x="-201475" y="-361175"/>
              <a:ext cx="7138625" cy="819350"/>
            </a:xfrm>
            <a:custGeom>
              <a:rect b="b" l="l" r="r" t="t"/>
              <a:pathLst>
                <a:path extrusionOk="0" h="32774" w="285545">
                  <a:moveTo>
                    <a:pt x="0" y="32774"/>
                  </a:moveTo>
                  <a:lnTo>
                    <a:pt x="188861" y="32774"/>
                  </a:lnTo>
                  <a:lnTo>
                    <a:pt x="221636" y="0"/>
                  </a:lnTo>
                  <a:lnTo>
                    <a:pt x="285545" y="0"/>
                  </a:lnTo>
                </a:path>
              </a:pathLst>
            </a:custGeom>
            <a:noFill/>
            <a:ln cap="flat" cmpd="sng" w="9525">
              <a:solidFill>
                <a:srgbClr val="F5040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p7"/>
            <p:cNvSpPr/>
            <p:nvPr/>
          </p:nvSpPr>
          <p:spPr>
            <a:xfrm rot="5400000">
              <a:off x="1110859" y="-1245788"/>
              <a:ext cx="577450" cy="3045475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7"/>
            <p:cNvSpPr/>
            <p:nvPr/>
          </p:nvSpPr>
          <p:spPr>
            <a:xfrm rot="5400000">
              <a:off x="654013" y="-781254"/>
              <a:ext cx="687411" cy="2731351"/>
            </a:xfrm>
            <a:custGeom>
              <a:rect b="b" l="l" r="r" t="t"/>
              <a:pathLst>
                <a:path extrusionOk="0" h="43180" w="16760">
                  <a:moveTo>
                    <a:pt x="16531" y="1"/>
                  </a:moveTo>
                  <a:lnTo>
                    <a:pt x="4403" y="12159"/>
                  </a:lnTo>
                  <a:lnTo>
                    <a:pt x="4342" y="12190"/>
                  </a:lnTo>
                  <a:lnTo>
                    <a:pt x="4342" y="25734"/>
                  </a:lnTo>
                  <a:lnTo>
                    <a:pt x="0" y="30077"/>
                  </a:lnTo>
                  <a:lnTo>
                    <a:pt x="8746" y="38822"/>
                  </a:lnTo>
                  <a:lnTo>
                    <a:pt x="8746" y="43180"/>
                  </a:lnTo>
                  <a:lnTo>
                    <a:pt x="9066" y="43180"/>
                  </a:lnTo>
                  <a:lnTo>
                    <a:pt x="9066" y="38700"/>
                  </a:lnTo>
                  <a:lnTo>
                    <a:pt x="442" y="30077"/>
                  </a:lnTo>
                  <a:lnTo>
                    <a:pt x="4662" y="25872"/>
                  </a:lnTo>
                  <a:lnTo>
                    <a:pt x="4662" y="12327"/>
                  </a:lnTo>
                  <a:lnTo>
                    <a:pt x="16760" y="230"/>
                  </a:lnTo>
                  <a:lnTo>
                    <a:pt x="16531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49" name="Google Shape;149;p7"/>
            <p:cNvGrpSpPr/>
            <p:nvPr/>
          </p:nvGrpSpPr>
          <p:grpSpPr>
            <a:xfrm flipH="1">
              <a:off x="4446909" y="391151"/>
              <a:ext cx="134044" cy="134013"/>
              <a:chOff x="1101075" y="2142375"/>
              <a:chExt cx="439200" cy="439100"/>
            </a:xfrm>
          </p:grpSpPr>
          <p:sp>
            <p:nvSpPr>
              <p:cNvPr id="150" name="Google Shape;150;p7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" name="Google Shape;151;p7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2" name="Google Shape;152;p7"/>
            <p:cNvGrpSpPr/>
            <p:nvPr/>
          </p:nvGrpSpPr>
          <p:grpSpPr>
            <a:xfrm flipH="1">
              <a:off x="1373609" y="694563"/>
              <a:ext cx="134044" cy="134013"/>
              <a:chOff x="1101075" y="2142375"/>
              <a:chExt cx="439200" cy="439100"/>
            </a:xfrm>
          </p:grpSpPr>
          <p:sp>
            <p:nvSpPr>
              <p:cNvPr id="153" name="Google Shape;153;p7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" name="Google Shape;154;p7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5" name="Google Shape;155;p7"/>
            <p:cNvGrpSpPr/>
            <p:nvPr/>
          </p:nvGrpSpPr>
          <p:grpSpPr>
            <a:xfrm flipH="1">
              <a:off x="1086834" y="957463"/>
              <a:ext cx="134044" cy="134013"/>
              <a:chOff x="1101075" y="2142375"/>
              <a:chExt cx="439200" cy="439100"/>
            </a:xfrm>
          </p:grpSpPr>
          <p:sp>
            <p:nvSpPr>
              <p:cNvPr id="156" name="Google Shape;156;p7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" name="Google Shape;157;p7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8" name="Google Shape;158;p7"/>
            <p:cNvGrpSpPr/>
            <p:nvPr/>
          </p:nvGrpSpPr>
          <p:grpSpPr>
            <a:xfrm flipH="1">
              <a:off x="277709" y="957463"/>
              <a:ext cx="134044" cy="134013"/>
              <a:chOff x="1101075" y="2142375"/>
              <a:chExt cx="439200" cy="439100"/>
            </a:xfrm>
          </p:grpSpPr>
          <p:sp>
            <p:nvSpPr>
              <p:cNvPr id="159" name="Google Shape;159;p7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" name="Google Shape;160;p7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1" name="Google Shape;161;p7"/>
            <p:cNvGrpSpPr/>
            <p:nvPr/>
          </p:nvGrpSpPr>
          <p:grpSpPr>
            <a:xfrm flipH="1">
              <a:off x="277709" y="640813"/>
              <a:ext cx="134044" cy="134013"/>
              <a:chOff x="1101075" y="2142375"/>
              <a:chExt cx="439200" cy="439100"/>
            </a:xfrm>
          </p:grpSpPr>
          <p:sp>
            <p:nvSpPr>
              <p:cNvPr id="162" name="Google Shape;162;p7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" name="Google Shape;163;p7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64" name="Google Shape;164;p7"/>
          <p:cNvSpPr/>
          <p:nvPr/>
        </p:nvSpPr>
        <p:spPr>
          <a:xfrm rot="10800000">
            <a:off x="10148865" y="4183810"/>
            <a:ext cx="1309035" cy="3077055"/>
          </a:xfrm>
          <a:custGeom>
            <a:rect b="b" l="l" r="r" t="t"/>
            <a:pathLst>
              <a:path extrusionOk="0" h="56267" w="23937">
                <a:moveTo>
                  <a:pt x="12997" y="1"/>
                </a:moveTo>
                <a:lnTo>
                  <a:pt x="12784" y="214"/>
                </a:lnTo>
                <a:lnTo>
                  <a:pt x="23098" y="10513"/>
                </a:lnTo>
                <a:cubicBezTo>
                  <a:pt x="23434" y="10864"/>
                  <a:pt x="23632" y="11321"/>
                  <a:pt x="23632" y="11808"/>
                </a:cubicBezTo>
                <a:cubicBezTo>
                  <a:pt x="23632" y="12311"/>
                  <a:pt x="23434" y="12768"/>
                  <a:pt x="23098" y="13104"/>
                </a:cubicBezTo>
                <a:lnTo>
                  <a:pt x="21925" y="14261"/>
                </a:lnTo>
                <a:cubicBezTo>
                  <a:pt x="21575" y="14627"/>
                  <a:pt x="21110" y="14810"/>
                  <a:pt x="20642" y="14810"/>
                </a:cubicBezTo>
                <a:cubicBezTo>
                  <a:pt x="20173" y="14810"/>
                  <a:pt x="19701" y="14627"/>
                  <a:pt x="19335" y="14261"/>
                </a:cubicBezTo>
                <a:lnTo>
                  <a:pt x="16958" y="11885"/>
                </a:lnTo>
                <a:cubicBezTo>
                  <a:pt x="16547" y="11489"/>
                  <a:pt x="16029" y="11260"/>
                  <a:pt x="15435" y="11260"/>
                </a:cubicBezTo>
                <a:cubicBezTo>
                  <a:pt x="14841" y="11260"/>
                  <a:pt x="14307" y="11489"/>
                  <a:pt x="13911" y="11885"/>
                </a:cubicBezTo>
                <a:lnTo>
                  <a:pt x="12525" y="13271"/>
                </a:lnTo>
                <a:cubicBezTo>
                  <a:pt x="12129" y="13698"/>
                  <a:pt x="11900" y="14231"/>
                  <a:pt x="11900" y="14795"/>
                </a:cubicBezTo>
                <a:cubicBezTo>
                  <a:pt x="11900" y="15374"/>
                  <a:pt x="12129" y="15922"/>
                  <a:pt x="12525" y="16318"/>
                </a:cubicBezTo>
                <a:cubicBezTo>
                  <a:pt x="12860" y="16669"/>
                  <a:pt x="13058" y="17126"/>
                  <a:pt x="13058" y="17629"/>
                </a:cubicBezTo>
                <a:cubicBezTo>
                  <a:pt x="13058" y="18116"/>
                  <a:pt x="12860" y="18573"/>
                  <a:pt x="12525" y="18924"/>
                </a:cubicBezTo>
                <a:lnTo>
                  <a:pt x="11489" y="19944"/>
                </a:lnTo>
                <a:cubicBezTo>
                  <a:pt x="11154" y="20295"/>
                  <a:pt x="10696" y="20478"/>
                  <a:pt x="10209" y="20478"/>
                </a:cubicBezTo>
                <a:lnTo>
                  <a:pt x="9569" y="20478"/>
                </a:lnTo>
                <a:cubicBezTo>
                  <a:pt x="8990" y="20478"/>
                  <a:pt x="8457" y="20706"/>
                  <a:pt x="8045" y="21102"/>
                </a:cubicBezTo>
                <a:lnTo>
                  <a:pt x="3353" y="25810"/>
                </a:lnTo>
                <a:cubicBezTo>
                  <a:pt x="2515" y="26648"/>
                  <a:pt x="2515" y="28004"/>
                  <a:pt x="3353" y="28842"/>
                </a:cubicBezTo>
                <a:lnTo>
                  <a:pt x="10529" y="36018"/>
                </a:lnTo>
                <a:cubicBezTo>
                  <a:pt x="10864" y="36369"/>
                  <a:pt x="11062" y="36826"/>
                  <a:pt x="11062" y="37313"/>
                </a:cubicBezTo>
                <a:cubicBezTo>
                  <a:pt x="11062" y="37801"/>
                  <a:pt x="10864" y="38273"/>
                  <a:pt x="10529" y="38608"/>
                </a:cubicBezTo>
                <a:lnTo>
                  <a:pt x="8198" y="40940"/>
                </a:lnTo>
                <a:cubicBezTo>
                  <a:pt x="7802" y="41351"/>
                  <a:pt x="7573" y="41884"/>
                  <a:pt x="7573" y="42463"/>
                </a:cubicBezTo>
                <a:lnTo>
                  <a:pt x="7573" y="47720"/>
                </a:lnTo>
                <a:cubicBezTo>
                  <a:pt x="7573" y="48207"/>
                  <a:pt x="7390" y="48664"/>
                  <a:pt x="7040" y="49015"/>
                </a:cubicBezTo>
                <a:lnTo>
                  <a:pt x="1" y="56054"/>
                </a:lnTo>
                <a:lnTo>
                  <a:pt x="199" y="56267"/>
                </a:lnTo>
                <a:lnTo>
                  <a:pt x="7268" y="49274"/>
                </a:lnTo>
                <a:cubicBezTo>
                  <a:pt x="7664" y="48862"/>
                  <a:pt x="7893" y="48329"/>
                  <a:pt x="7893" y="47750"/>
                </a:cubicBezTo>
                <a:lnTo>
                  <a:pt x="7893" y="42494"/>
                </a:lnTo>
                <a:cubicBezTo>
                  <a:pt x="7893" y="42006"/>
                  <a:pt x="8091" y="41549"/>
                  <a:pt x="8426" y="41199"/>
                </a:cubicBezTo>
                <a:lnTo>
                  <a:pt x="10757" y="38883"/>
                </a:lnTo>
                <a:cubicBezTo>
                  <a:pt x="11154" y="38456"/>
                  <a:pt x="11382" y="37923"/>
                  <a:pt x="11382" y="37359"/>
                </a:cubicBezTo>
                <a:cubicBezTo>
                  <a:pt x="11382" y="36765"/>
                  <a:pt x="11154" y="36232"/>
                  <a:pt x="10757" y="35835"/>
                </a:cubicBezTo>
                <a:lnTo>
                  <a:pt x="3581" y="28644"/>
                </a:lnTo>
                <a:cubicBezTo>
                  <a:pt x="2850" y="27943"/>
                  <a:pt x="2850" y="26785"/>
                  <a:pt x="3581" y="26054"/>
                </a:cubicBezTo>
                <a:lnTo>
                  <a:pt x="8274" y="21346"/>
                </a:lnTo>
                <a:cubicBezTo>
                  <a:pt x="8624" y="21011"/>
                  <a:pt x="9081" y="20813"/>
                  <a:pt x="9569" y="20813"/>
                </a:cubicBezTo>
                <a:lnTo>
                  <a:pt x="10209" y="20813"/>
                </a:lnTo>
                <a:cubicBezTo>
                  <a:pt x="10788" y="20813"/>
                  <a:pt x="11321" y="20584"/>
                  <a:pt x="11732" y="20188"/>
                </a:cubicBezTo>
                <a:lnTo>
                  <a:pt x="12753" y="19167"/>
                </a:lnTo>
                <a:cubicBezTo>
                  <a:pt x="13149" y="18741"/>
                  <a:pt x="13378" y="18208"/>
                  <a:pt x="13378" y="17644"/>
                </a:cubicBezTo>
                <a:cubicBezTo>
                  <a:pt x="13378" y="17050"/>
                  <a:pt x="13149" y="16516"/>
                  <a:pt x="12753" y="16120"/>
                </a:cubicBezTo>
                <a:cubicBezTo>
                  <a:pt x="12418" y="15770"/>
                  <a:pt x="12220" y="15313"/>
                  <a:pt x="12220" y="14825"/>
                </a:cubicBezTo>
                <a:cubicBezTo>
                  <a:pt x="12220" y="14322"/>
                  <a:pt x="12418" y="13865"/>
                  <a:pt x="12753" y="13530"/>
                </a:cubicBezTo>
                <a:lnTo>
                  <a:pt x="14140" y="12128"/>
                </a:lnTo>
                <a:cubicBezTo>
                  <a:pt x="14490" y="11793"/>
                  <a:pt x="14947" y="11595"/>
                  <a:pt x="15435" y="11595"/>
                </a:cubicBezTo>
                <a:cubicBezTo>
                  <a:pt x="15938" y="11595"/>
                  <a:pt x="16395" y="11793"/>
                  <a:pt x="16730" y="12128"/>
                </a:cubicBezTo>
                <a:lnTo>
                  <a:pt x="19107" y="14520"/>
                </a:lnTo>
                <a:cubicBezTo>
                  <a:pt x="19526" y="14939"/>
                  <a:pt x="20074" y="15149"/>
                  <a:pt x="20623" y="15149"/>
                </a:cubicBezTo>
                <a:cubicBezTo>
                  <a:pt x="21171" y="15149"/>
                  <a:pt x="21720" y="14939"/>
                  <a:pt x="22139" y="14520"/>
                </a:cubicBezTo>
                <a:lnTo>
                  <a:pt x="23297" y="13347"/>
                </a:lnTo>
                <a:cubicBezTo>
                  <a:pt x="23708" y="12936"/>
                  <a:pt x="23936" y="12403"/>
                  <a:pt x="23936" y="11824"/>
                </a:cubicBezTo>
                <a:cubicBezTo>
                  <a:pt x="23936" y="11260"/>
                  <a:pt x="23708" y="10711"/>
                  <a:pt x="23297" y="10300"/>
                </a:cubicBezTo>
                <a:lnTo>
                  <a:pt x="12997" y="1"/>
                </a:lnTo>
                <a:close/>
              </a:path>
            </a:pathLst>
          </a:custGeom>
          <a:gradFill>
            <a:gsLst>
              <a:gs pos="0">
                <a:srgbClr val="EB9109"/>
              </a:gs>
              <a:gs pos="40000">
                <a:srgbClr val="FF9900">
                  <a:alpha val="40392"/>
                </a:srgbClr>
              </a:gs>
              <a:gs pos="100000">
                <a:srgbClr val="FFFFFF">
                  <a:alpha val="0"/>
                </a:srgbClr>
              </a:gs>
            </a:gsLst>
            <a:lin ang="2700006" scaled="0"/>
          </a:gra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1D1D1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7"/>
          <p:cNvSpPr/>
          <p:nvPr/>
        </p:nvSpPr>
        <p:spPr>
          <a:xfrm rot="10800000">
            <a:off x="10361327" y="4184630"/>
            <a:ext cx="1309035" cy="3077055"/>
          </a:xfrm>
          <a:custGeom>
            <a:rect b="b" l="l" r="r" t="t"/>
            <a:pathLst>
              <a:path extrusionOk="0" h="56267" w="23937">
                <a:moveTo>
                  <a:pt x="12997" y="0"/>
                </a:moveTo>
                <a:lnTo>
                  <a:pt x="12784" y="214"/>
                </a:lnTo>
                <a:lnTo>
                  <a:pt x="23098" y="10513"/>
                </a:lnTo>
                <a:cubicBezTo>
                  <a:pt x="23434" y="10848"/>
                  <a:pt x="23632" y="11305"/>
                  <a:pt x="23632" y="11808"/>
                </a:cubicBezTo>
                <a:cubicBezTo>
                  <a:pt x="23632" y="12296"/>
                  <a:pt x="23434" y="12753"/>
                  <a:pt x="23098" y="13103"/>
                </a:cubicBezTo>
                <a:lnTo>
                  <a:pt x="21925" y="14261"/>
                </a:lnTo>
                <a:cubicBezTo>
                  <a:pt x="21575" y="14627"/>
                  <a:pt x="21110" y="14810"/>
                  <a:pt x="20642" y="14810"/>
                </a:cubicBezTo>
                <a:cubicBezTo>
                  <a:pt x="20173" y="14810"/>
                  <a:pt x="19701" y="14627"/>
                  <a:pt x="19335" y="14261"/>
                </a:cubicBezTo>
                <a:lnTo>
                  <a:pt x="16958" y="11884"/>
                </a:lnTo>
                <a:cubicBezTo>
                  <a:pt x="16547" y="11488"/>
                  <a:pt x="16029" y="11260"/>
                  <a:pt x="15435" y="11260"/>
                </a:cubicBezTo>
                <a:cubicBezTo>
                  <a:pt x="14840" y="11260"/>
                  <a:pt x="14307" y="11488"/>
                  <a:pt x="13911" y="11884"/>
                </a:cubicBezTo>
                <a:lnTo>
                  <a:pt x="12525" y="13271"/>
                </a:lnTo>
                <a:cubicBezTo>
                  <a:pt x="11687" y="14109"/>
                  <a:pt x="11687" y="15465"/>
                  <a:pt x="12525" y="16303"/>
                </a:cubicBezTo>
                <a:cubicBezTo>
                  <a:pt x="12860" y="16638"/>
                  <a:pt x="13058" y="17095"/>
                  <a:pt x="13058" y="17598"/>
                </a:cubicBezTo>
                <a:cubicBezTo>
                  <a:pt x="13058" y="18085"/>
                  <a:pt x="12860" y="18543"/>
                  <a:pt x="12525" y="18893"/>
                </a:cubicBezTo>
                <a:lnTo>
                  <a:pt x="11489" y="19914"/>
                </a:lnTo>
                <a:cubicBezTo>
                  <a:pt x="11153" y="20264"/>
                  <a:pt x="10696" y="20447"/>
                  <a:pt x="10193" y="20447"/>
                </a:cubicBezTo>
                <a:lnTo>
                  <a:pt x="9569" y="20447"/>
                </a:lnTo>
                <a:cubicBezTo>
                  <a:pt x="8975" y="20447"/>
                  <a:pt x="8441" y="20676"/>
                  <a:pt x="8045" y="21087"/>
                </a:cubicBezTo>
                <a:lnTo>
                  <a:pt x="3337" y="25780"/>
                </a:lnTo>
                <a:cubicBezTo>
                  <a:pt x="2941" y="26206"/>
                  <a:pt x="2713" y="26739"/>
                  <a:pt x="2713" y="27303"/>
                </a:cubicBezTo>
                <a:cubicBezTo>
                  <a:pt x="2713" y="27897"/>
                  <a:pt x="2941" y="28431"/>
                  <a:pt x="3337" y="28827"/>
                </a:cubicBezTo>
                <a:lnTo>
                  <a:pt x="10529" y="36018"/>
                </a:lnTo>
                <a:cubicBezTo>
                  <a:pt x="11245" y="36719"/>
                  <a:pt x="11245" y="37877"/>
                  <a:pt x="10529" y="38608"/>
                </a:cubicBezTo>
                <a:lnTo>
                  <a:pt x="8198" y="40924"/>
                </a:lnTo>
                <a:cubicBezTo>
                  <a:pt x="7801" y="41351"/>
                  <a:pt x="7573" y="41884"/>
                  <a:pt x="7573" y="42448"/>
                </a:cubicBezTo>
                <a:lnTo>
                  <a:pt x="7573" y="47704"/>
                </a:lnTo>
                <a:cubicBezTo>
                  <a:pt x="7573" y="48207"/>
                  <a:pt x="7375" y="48664"/>
                  <a:pt x="7040" y="48999"/>
                </a:cubicBezTo>
                <a:lnTo>
                  <a:pt x="1" y="56053"/>
                </a:lnTo>
                <a:lnTo>
                  <a:pt x="199" y="56267"/>
                </a:lnTo>
                <a:lnTo>
                  <a:pt x="7268" y="49212"/>
                </a:lnTo>
                <a:cubicBezTo>
                  <a:pt x="7664" y="48801"/>
                  <a:pt x="7893" y="48268"/>
                  <a:pt x="7893" y="47689"/>
                </a:cubicBezTo>
                <a:lnTo>
                  <a:pt x="7893" y="42432"/>
                </a:lnTo>
                <a:cubicBezTo>
                  <a:pt x="7893" y="41945"/>
                  <a:pt x="8091" y="41473"/>
                  <a:pt x="8426" y="41137"/>
                </a:cubicBezTo>
                <a:lnTo>
                  <a:pt x="10757" y="38806"/>
                </a:lnTo>
                <a:cubicBezTo>
                  <a:pt x="11595" y="37984"/>
                  <a:pt x="11595" y="36628"/>
                  <a:pt x="10757" y="35790"/>
                </a:cubicBezTo>
                <a:lnTo>
                  <a:pt x="3581" y="28598"/>
                </a:lnTo>
                <a:cubicBezTo>
                  <a:pt x="3231" y="28263"/>
                  <a:pt x="3048" y="27806"/>
                  <a:pt x="3048" y="27318"/>
                </a:cubicBezTo>
                <a:cubicBezTo>
                  <a:pt x="3048" y="26816"/>
                  <a:pt x="3231" y="26359"/>
                  <a:pt x="3581" y="26023"/>
                </a:cubicBezTo>
                <a:lnTo>
                  <a:pt x="8274" y="21346"/>
                </a:lnTo>
                <a:cubicBezTo>
                  <a:pt x="8624" y="21011"/>
                  <a:pt x="9081" y="20813"/>
                  <a:pt x="9569" y="20813"/>
                </a:cubicBezTo>
                <a:lnTo>
                  <a:pt x="10209" y="20813"/>
                </a:lnTo>
                <a:cubicBezTo>
                  <a:pt x="10788" y="20813"/>
                  <a:pt x="11321" y="20584"/>
                  <a:pt x="11732" y="20188"/>
                </a:cubicBezTo>
                <a:lnTo>
                  <a:pt x="12753" y="19152"/>
                </a:lnTo>
                <a:cubicBezTo>
                  <a:pt x="13149" y="18741"/>
                  <a:pt x="13378" y="18207"/>
                  <a:pt x="13378" y="17628"/>
                </a:cubicBezTo>
                <a:cubicBezTo>
                  <a:pt x="13378" y="17049"/>
                  <a:pt x="13149" y="16516"/>
                  <a:pt x="12753" y="16105"/>
                </a:cubicBezTo>
                <a:cubicBezTo>
                  <a:pt x="12037" y="15404"/>
                  <a:pt x="12037" y="14246"/>
                  <a:pt x="12753" y="13515"/>
                </a:cubicBezTo>
                <a:lnTo>
                  <a:pt x="14140" y="12128"/>
                </a:lnTo>
                <a:cubicBezTo>
                  <a:pt x="14490" y="11793"/>
                  <a:pt x="14947" y="11595"/>
                  <a:pt x="15435" y="11595"/>
                </a:cubicBezTo>
                <a:cubicBezTo>
                  <a:pt x="15937" y="11595"/>
                  <a:pt x="16395" y="11793"/>
                  <a:pt x="16730" y="12128"/>
                </a:cubicBezTo>
                <a:lnTo>
                  <a:pt x="19106" y="14505"/>
                </a:lnTo>
                <a:cubicBezTo>
                  <a:pt x="19525" y="14924"/>
                  <a:pt x="20074" y="15133"/>
                  <a:pt x="20622" y="15133"/>
                </a:cubicBezTo>
                <a:cubicBezTo>
                  <a:pt x="21171" y="15133"/>
                  <a:pt x="21719" y="14924"/>
                  <a:pt x="22138" y="14505"/>
                </a:cubicBezTo>
                <a:lnTo>
                  <a:pt x="23296" y="13347"/>
                </a:lnTo>
                <a:cubicBezTo>
                  <a:pt x="23708" y="12936"/>
                  <a:pt x="23936" y="12402"/>
                  <a:pt x="23936" y="11823"/>
                </a:cubicBezTo>
                <a:cubicBezTo>
                  <a:pt x="23936" y="11229"/>
                  <a:pt x="23708" y="10696"/>
                  <a:pt x="23296" y="10300"/>
                </a:cubicBezTo>
                <a:lnTo>
                  <a:pt x="12997" y="0"/>
                </a:lnTo>
                <a:close/>
              </a:path>
            </a:pathLst>
          </a:custGeom>
          <a:gradFill>
            <a:gsLst>
              <a:gs pos="0">
                <a:srgbClr val="EB9109"/>
              </a:gs>
              <a:gs pos="40000">
                <a:srgbClr val="FF9900">
                  <a:alpha val="40392"/>
                </a:srgbClr>
              </a:gs>
              <a:gs pos="100000">
                <a:srgbClr val="FFFFFF">
                  <a:alpha val="0"/>
                </a:srgbClr>
              </a:gs>
            </a:gsLst>
            <a:lin ang="2700006" scaled="0"/>
          </a:gra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1D1D1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6" name="Google Shape;166;p7"/>
          <p:cNvGrpSpPr/>
          <p:nvPr/>
        </p:nvGrpSpPr>
        <p:grpSpPr>
          <a:xfrm>
            <a:off x="9808800" y="5221734"/>
            <a:ext cx="776067" cy="776567"/>
            <a:chOff x="959750" y="3039275"/>
            <a:chExt cx="582050" cy="582425"/>
          </a:xfrm>
        </p:grpSpPr>
        <p:sp>
          <p:nvSpPr>
            <p:cNvPr id="167" name="Google Shape;167;p7"/>
            <p:cNvSpPr/>
            <p:nvPr/>
          </p:nvSpPr>
          <p:spPr>
            <a:xfrm>
              <a:off x="959750" y="3498275"/>
              <a:ext cx="123450" cy="123425"/>
            </a:xfrm>
            <a:custGeom>
              <a:rect b="b" l="l" r="r" t="t"/>
              <a:pathLst>
                <a:path extrusionOk="0" h="4937" w="4938">
                  <a:moveTo>
                    <a:pt x="1403" y="0"/>
                  </a:moveTo>
                  <a:lnTo>
                    <a:pt x="1" y="1402"/>
                  </a:lnTo>
                  <a:lnTo>
                    <a:pt x="3536" y="4937"/>
                  </a:lnTo>
                  <a:lnTo>
                    <a:pt x="4937" y="3535"/>
                  </a:lnTo>
                  <a:lnTo>
                    <a:pt x="1403" y="0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37254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p7"/>
            <p:cNvSpPr/>
            <p:nvPr/>
          </p:nvSpPr>
          <p:spPr>
            <a:xfrm>
              <a:off x="1035950" y="3421700"/>
              <a:ext cx="123425" cy="123825"/>
            </a:xfrm>
            <a:custGeom>
              <a:rect b="b" l="l" r="r" t="t"/>
              <a:pathLst>
                <a:path extrusionOk="0" h="4953" w="4937">
                  <a:moveTo>
                    <a:pt x="1402" y="1"/>
                  </a:moveTo>
                  <a:lnTo>
                    <a:pt x="0" y="1403"/>
                  </a:lnTo>
                  <a:lnTo>
                    <a:pt x="3535" y="4952"/>
                  </a:lnTo>
                  <a:lnTo>
                    <a:pt x="4937" y="3551"/>
                  </a:lnTo>
                  <a:lnTo>
                    <a:pt x="1402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37254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7"/>
            <p:cNvSpPr/>
            <p:nvPr/>
          </p:nvSpPr>
          <p:spPr>
            <a:xfrm>
              <a:off x="1112500" y="3345525"/>
              <a:ext cx="123825" cy="123450"/>
            </a:xfrm>
            <a:custGeom>
              <a:rect b="b" l="l" r="r" t="t"/>
              <a:pathLst>
                <a:path extrusionOk="0" h="4938" w="4953">
                  <a:moveTo>
                    <a:pt x="1402" y="1"/>
                  </a:moveTo>
                  <a:lnTo>
                    <a:pt x="1" y="1402"/>
                  </a:lnTo>
                  <a:lnTo>
                    <a:pt x="3551" y="4937"/>
                  </a:lnTo>
                  <a:lnTo>
                    <a:pt x="4952" y="3535"/>
                  </a:lnTo>
                  <a:lnTo>
                    <a:pt x="1402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37254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7"/>
            <p:cNvSpPr/>
            <p:nvPr/>
          </p:nvSpPr>
          <p:spPr>
            <a:xfrm>
              <a:off x="1188675" y="3268975"/>
              <a:ext cx="123825" cy="123425"/>
            </a:xfrm>
            <a:custGeom>
              <a:rect b="b" l="l" r="r" t="t"/>
              <a:pathLst>
                <a:path extrusionOk="0" h="4937" w="4953">
                  <a:moveTo>
                    <a:pt x="1402" y="0"/>
                  </a:moveTo>
                  <a:lnTo>
                    <a:pt x="1" y="1402"/>
                  </a:lnTo>
                  <a:lnTo>
                    <a:pt x="3551" y="4937"/>
                  </a:lnTo>
                  <a:lnTo>
                    <a:pt x="4952" y="3550"/>
                  </a:lnTo>
                  <a:lnTo>
                    <a:pt x="1402" y="0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37254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7"/>
            <p:cNvSpPr/>
            <p:nvPr/>
          </p:nvSpPr>
          <p:spPr>
            <a:xfrm>
              <a:off x="1265625" y="3192800"/>
              <a:ext cx="123425" cy="123425"/>
            </a:xfrm>
            <a:custGeom>
              <a:rect b="b" l="l" r="r" t="t"/>
              <a:pathLst>
                <a:path extrusionOk="0" h="4937" w="4937">
                  <a:moveTo>
                    <a:pt x="1402" y="0"/>
                  </a:moveTo>
                  <a:lnTo>
                    <a:pt x="0" y="1386"/>
                  </a:lnTo>
                  <a:lnTo>
                    <a:pt x="3535" y="4936"/>
                  </a:lnTo>
                  <a:lnTo>
                    <a:pt x="4937" y="3535"/>
                  </a:lnTo>
                  <a:lnTo>
                    <a:pt x="1402" y="0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37254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7"/>
            <p:cNvSpPr/>
            <p:nvPr/>
          </p:nvSpPr>
          <p:spPr>
            <a:xfrm>
              <a:off x="1341800" y="3116225"/>
              <a:ext cx="123450" cy="123450"/>
            </a:xfrm>
            <a:custGeom>
              <a:rect b="b" l="l" r="r" t="t"/>
              <a:pathLst>
                <a:path extrusionOk="0" h="4938" w="4938">
                  <a:moveTo>
                    <a:pt x="1402" y="1"/>
                  </a:moveTo>
                  <a:lnTo>
                    <a:pt x="1" y="1402"/>
                  </a:lnTo>
                  <a:lnTo>
                    <a:pt x="3535" y="4937"/>
                  </a:lnTo>
                  <a:lnTo>
                    <a:pt x="4937" y="3535"/>
                  </a:lnTo>
                  <a:lnTo>
                    <a:pt x="1402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37254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7"/>
            <p:cNvSpPr/>
            <p:nvPr/>
          </p:nvSpPr>
          <p:spPr>
            <a:xfrm>
              <a:off x="1418375" y="3039275"/>
              <a:ext cx="123425" cy="123825"/>
            </a:xfrm>
            <a:custGeom>
              <a:rect b="b" l="l" r="r" t="t"/>
              <a:pathLst>
                <a:path extrusionOk="0" h="4953" w="4937">
                  <a:moveTo>
                    <a:pt x="1387" y="1"/>
                  </a:moveTo>
                  <a:lnTo>
                    <a:pt x="0" y="1403"/>
                  </a:lnTo>
                  <a:lnTo>
                    <a:pt x="3535" y="4953"/>
                  </a:lnTo>
                  <a:lnTo>
                    <a:pt x="4936" y="3551"/>
                  </a:lnTo>
                  <a:lnTo>
                    <a:pt x="1387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37254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4" name="Google Shape;174;p7"/>
          <p:cNvSpPr/>
          <p:nvPr/>
        </p:nvSpPr>
        <p:spPr>
          <a:xfrm>
            <a:off x="11342634" y="4052934"/>
            <a:ext cx="641191" cy="634437"/>
          </a:xfrm>
          <a:custGeom>
            <a:rect b="b" l="l" r="r" t="t"/>
            <a:pathLst>
              <a:path extrusionOk="0" h="35790" w="36171">
                <a:moveTo>
                  <a:pt x="34030" y="1"/>
                </a:moveTo>
                <a:cubicBezTo>
                  <a:pt x="33531" y="1"/>
                  <a:pt x="33032" y="191"/>
                  <a:pt x="32651" y="572"/>
                </a:cubicBezTo>
                <a:cubicBezTo>
                  <a:pt x="31890" y="1334"/>
                  <a:pt x="31890" y="2568"/>
                  <a:pt x="32651" y="3330"/>
                </a:cubicBezTo>
                <a:cubicBezTo>
                  <a:pt x="33032" y="3711"/>
                  <a:pt x="33531" y="3901"/>
                  <a:pt x="34030" y="3901"/>
                </a:cubicBezTo>
                <a:cubicBezTo>
                  <a:pt x="34529" y="3901"/>
                  <a:pt x="35028" y="3711"/>
                  <a:pt x="35409" y="3330"/>
                </a:cubicBezTo>
                <a:cubicBezTo>
                  <a:pt x="36171" y="2568"/>
                  <a:pt x="36171" y="1334"/>
                  <a:pt x="35409" y="572"/>
                </a:cubicBezTo>
                <a:cubicBezTo>
                  <a:pt x="35028" y="191"/>
                  <a:pt x="34529" y="1"/>
                  <a:pt x="34030" y="1"/>
                </a:cubicBezTo>
                <a:close/>
                <a:moveTo>
                  <a:pt x="27662" y="6385"/>
                </a:moveTo>
                <a:cubicBezTo>
                  <a:pt x="27163" y="6385"/>
                  <a:pt x="26664" y="6575"/>
                  <a:pt x="26283" y="6956"/>
                </a:cubicBezTo>
                <a:cubicBezTo>
                  <a:pt x="25521" y="7718"/>
                  <a:pt x="25521" y="8952"/>
                  <a:pt x="26283" y="9714"/>
                </a:cubicBezTo>
                <a:cubicBezTo>
                  <a:pt x="26664" y="10095"/>
                  <a:pt x="27163" y="10285"/>
                  <a:pt x="27662" y="10285"/>
                </a:cubicBezTo>
                <a:cubicBezTo>
                  <a:pt x="28161" y="10285"/>
                  <a:pt x="28660" y="10095"/>
                  <a:pt x="29040" y="9714"/>
                </a:cubicBezTo>
                <a:cubicBezTo>
                  <a:pt x="29802" y="8952"/>
                  <a:pt x="29802" y="7718"/>
                  <a:pt x="29040" y="6956"/>
                </a:cubicBezTo>
                <a:cubicBezTo>
                  <a:pt x="28660" y="6575"/>
                  <a:pt x="28161" y="6385"/>
                  <a:pt x="27662" y="6385"/>
                </a:cubicBezTo>
                <a:close/>
                <a:moveTo>
                  <a:pt x="21285" y="12753"/>
                </a:moveTo>
                <a:cubicBezTo>
                  <a:pt x="20783" y="12753"/>
                  <a:pt x="20280" y="12944"/>
                  <a:pt x="19899" y="13325"/>
                </a:cubicBezTo>
                <a:cubicBezTo>
                  <a:pt x="19137" y="14086"/>
                  <a:pt x="19137" y="15336"/>
                  <a:pt x="19899" y="16097"/>
                </a:cubicBezTo>
                <a:cubicBezTo>
                  <a:pt x="20280" y="16478"/>
                  <a:pt x="20783" y="16669"/>
                  <a:pt x="21285" y="16669"/>
                </a:cubicBezTo>
                <a:cubicBezTo>
                  <a:pt x="21788" y="16669"/>
                  <a:pt x="22291" y="16478"/>
                  <a:pt x="22672" y="16097"/>
                </a:cubicBezTo>
                <a:cubicBezTo>
                  <a:pt x="23434" y="15336"/>
                  <a:pt x="23434" y="14086"/>
                  <a:pt x="22672" y="13325"/>
                </a:cubicBezTo>
                <a:cubicBezTo>
                  <a:pt x="22291" y="12944"/>
                  <a:pt x="21788" y="12753"/>
                  <a:pt x="21285" y="12753"/>
                </a:cubicBezTo>
                <a:close/>
                <a:moveTo>
                  <a:pt x="14917" y="19128"/>
                </a:moveTo>
                <a:cubicBezTo>
                  <a:pt x="14415" y="19128"/>
                  <a:pt x="13913" y="19318"/>
                  <a:pt x="13530" y="19693"/>
                </a:cubicBezTo>
                <a:cubicBezTo>
                  <a:pt x="12768" y="20455"/>
                  <a:pt x="12768" y="21689"/>
                  <a:pt x="13530" y="22451"/>
                </a:cubicBezTo>
                <a:cubicBezTo>
                  <a:pt x="13911" y="22832"/>
                  <a:pt x="14410" y="23022"/>
                  <a:pt x="14909" y="23022"/>
                </a:cubicBezTo>
                <a:cubicBezTo>
                  <a:pt x="15408" y="23022"/>
                  <a:pt x="15907" y="22832"/>
                  <a:pt x="16288" y="22451"/>
                </a:cubicBezTo>
                <a:cubicBezTo>
                  <a:pt x="17050" y="21689"/>
                  <a:pt x="17050" y="20455"/>
                  <a:pt x="16288" y="19693"/>
                </a:cubicBezTo>
                <a:cubicBezTo>
                  <a:pt x="15909" y="19314"/>
                  <a:pt x="15413" y="19128"/>
                  <a:pt x="14917" y="19128"/>
                </a:cubicBezTo>
                <a:close/>
                <a:moveTo>
                  <a:pt x="8525" y="25506"/>
                </a:moveTo>
                <a:cubicBezTo>
                  <a:pt x="8026" y="25506"/>
                  <a:pt x="7527" y="25696"/>
                  <a:pt x="7146" y="26077"/>
                </a:cubicBezTo>
                <a:cubicBezTo>
                  <a:pt x="6385" y="26839"/>
                  <a:pt x="6385" y="28073"/>
                  <a:pt x="7146" y="28835"/>
                </a:cubicBezTo>
                <a:cubicBezTo>
                  <a:pt x="7527" y="29216"/>
                  <a:pt x="8026" y="29406"/>
                  <a:pt x="8525" y="29406"/>
                </a:cubicBezTo>
                <a:cubicBezTo>
                  <a:pt x="9024" y="29406"/>
                  <a:pt x="9523" y="29216"/>
                  <a:pt x="9904" y="28835"/>
                </a:cubicBezTo>
                <a:cubicBezTo>
                  <a:pt x="10666" y="28073"/>
                  <a:pt x="10666" y="26839"/>
                  <a:pt x="9904" y="26077"/>
                </a:cubicBezTo>
                <a:cubicBezTo>
                  <a:pt x="9523" y="25696"/>
                  <a:pt x="9024" y="25506"/>
                  <a:pt x="8525" y="25506"/>
                </a:cubicBezTo>
                <a:close/>
                <a:moveTo>
                  <a:pt x="2141" y="31874"/>
                </a:moveTo>
                <a:cubicBezTo>
                  <a:pt x="1642" y="31874"/>
                  <a:pt x="1143" y="32065"/>
                  <a:pt x="763" y="32446"/>
                </a:cubicBezTo>
                <a:cubicBezTo>
                  <a:pt x="1" y="33207"/>
                  <a:pt x="1" y="34457"/>
                  <a:pt x="763" y="35219"/>
                </a:cubicBezTo>
                <a:cubicBezTo>
                  <a:pt x="1143" y="35599"/>
                  <a:pt x="1642" y="35790"/>
                  <a:pt x="2141" y="35790"/>
                </a:cubicBezTo>
                <a:cubicBezTo>
                  <a:pt x="2640" y="35790"/>
                  <a:pt x="3139" y="35599"/>
                  <a:pt x="3520" y="35219"/>
                </a:cubicBezTo>
                <a:cubicBezTo>
                  <a:pt x="4282" y="34457"/>
                  <a:pt x="4282" y="33207"/>
                  <a:pt x="3520" y="32446"/>
                </a:cubicBezTo>
                <a:cubicBezTo>
                  <a:pt x="3139" y="32065"/>
                  <a:pt x="2640" y="31874"/>
                  <a:pt x="2141" y="31874"/>
                </a:cubicBezTo>
                <a:close/>
              </a:path>
            </a:pathLst>
          </a:custGeom>
          <a:gradFill>
            <a:gsLst>
              <a:gs pos="0">
                <a:srgbClr val="EB9109">
                  <a:alpha val="46666"/>
                </a:srgbClr>
              </a:gs>
              <a:gs pos="78000">
                <a:srgbClr val="F5F8FF">
                  <a:alpha val="46666"/>
                </a:srgbClr>
              </a:gs>
              <a:gs pos="100000">
                <a:srgbClr val="F5F8FF">
                  <a:alpha val="46666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1D1D1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5" name="Google Shape;175;p7"/>
          <p:cNvGrpSpPr/>
          <p:nvPr/>
        </p:nvGrpSpPr>
        <p:grpSpPr>
          <a:xfrm>
            <a:off x="11218683" y="4918944"/>
            <a:ext cx="933237" cy="2201365"/>
            <a:chOff x="8337812" y="3492483"/>
            <a:chExt cx="699928" cy="1651024"/>
          </a:xfrm>
        </p:grpSpPr>
        <p:sp>
          <p:nvSpPr>
            <p:cNvPr id="176" name="Google Shape;176;p7"/>
            <p:cNvSpPr/>
            <p:nvPr/>
          </p:nvSpPr>
          <p:spPr>
            <a:xfrm>
              <a:off x="8337812" y="3492483"/>
              <a:ext cx="483116" cy="1013645"/>
            </a:xfrm>
            <a:custGeom>
              <a:rect b="b" l="l" r="r" t="t"/>
              <a:pathLst>
                <a:path extrusionOk="0" h="24714" w="11779">
                  <a:moveTo>
                    <a:pt x="6735" y="1"/>
                  </a:moveTo>
                  <a:lnTo>
                    <a:pt x="1" y="6750"/>
                  </a:lnTo>
                  <a:lnTo>
                    <a:pt x="229" y="6964"/>
                  </a:lnTo>
                  <a:lnTo>
                    <a:pt x="6415" y="763"/>
                  </a:lnTo>
                  <a:lnTo>
                    <a:pt x="6415" y="13165"/>
                  </a:lnTo>
                  <a:lnTo>
                    <a:pt x="11458" y="13165"/>
                  </a:lnTo>
                  <a:lnTo>
                    <a:pt x="11458" y="24713"/>
                  </a:lnTo>
                  <a:lnTo>
                    <a:pt x="11778" y="24713"/>
                  </a:lnTo>
                  <a:lnTo>
                    <a:pt x="11778" y="12860"/>
                  </a:lnTo>
                  <a:lnTo>
                    <a:pt x="6735" y="12860"/>
                  </a:lnTo>
                  <a:lnTo>
                    <a:pt x="6735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7"/>
            <p:cNvSpPr/>
            <p:nvPr/>
          </p:nvSpPr>
          <p:spPr>
            <a:xfrm>
              <a:off x="8698380" y="3916789"/>
              <a:ext cx="246869" cy="1226718"/>
            </a:xfrm>
            <a:custGeom>
              <a:rect b="b" l="l" r="r" t="t"/>
              <a:pathLst>
                <a:path extrusionOk="0" h="29909" w="6019">
                  <a:moveTo>
                    <a:pt x="1" y="1"/>
                  </a:moveTo>
                  <a:lnTo>
                    <a:pt x="1" y="306"/>
                  </a:lnTo>
                  <a:lnTo>
                    <a:pt x="5699" y="306"/>
                  </a:lnTo>
                  <a:lnTo>
                    <a:pt x="5699" y="29909"/>
                  </a:lnTo>
                  <a:lnTo>
                    <a:pt x="6019" y="29909"/>
                  </a:lnTo>
                  <a:lnTo>
                    <a:pt x="6019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7"/>
            <p:cNvSpPr/>
            <p:nvPr/>
          </p:nvSpPr>
          <p:spPr>
            <a:xfrm>
              <a:off x="8790871" y="3823684"/>
              <a:ext cx="246869" cy="1226718"/>
            </a:xfrm>
            <a:custGeom>
              <a:rect b="b" l="l" r="r" t="t"/>
              <a:pathLst>
                <a:path extrusionOk="0" h="29909" w="6019">
                  <a:moveTo>
                    <a:pt x="1" y="1"/>
                  </a:moveTo>
                  <a:lnTo>
                    <a:pt x="1" y="305"/>
                  </a:lnTo>
                  <a:lnTo>
                    <a:pt x="5714" y="305"/>
                  </a:lnTo>
                  <a:lnTo>
                    <a:pt x="5714" y="29909"/>
                  </a:lnTo>
                  <a:lnTo>
                    <a:pt x="6019" y="29909"/>
                  </a:lnTo>
                  <a:lnTo>
                    <a:pt x="6019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9" name="Google Shape;179;p7"/>
          <p:cNvGrpSpPr/>
          <p:nvPr/>
        </p:nvGrpSpPr>
        <p:grpSpPr>
          <a:xfrm>
            <a:off x="10695234" y="5998301"/>
            <a:ext cx="1206221" cy="968161"/>
            <a:chOff x="7945225" y="4302000"/>
            <a:chExt cx="904666" cy="726121"/>
          </a:xfrm>
        </p:grpSpPr>
        <p:sp>
          <p:nvSpPr>
            <p:cNvPr id="180" name="Google Shape;180;p7"/>
            <p:cNvSpPr/>
            <p:nvPr/>
          </p:nvSpPr>
          <p:spPr>
            <a:xfrm>
              <a:off x="8176775" y="4445200"/>
              <a:ext cx="673116" cy="582921"/>
            </a:xfrm>
            <a:custGeom>
              <a:rect b="b" l="l" r="r" t="t"/>
              <a:pathLst>
                <a:path extrusionOk="0" h="44413" w="51285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rgbClr val="F5F8FF"/>
                </a:gs>
                <a:gs pos="22000">
                  <a:srgbClr val="F5F8FF"/>
                </a:gs>
                <a:gs pos="45000">
                  <a:srgbClr val="FFFFFF">
                    <a:alpha val="0"/>
                  </a:srgbClr>
                </a:gs>
                <a:gs pos="100000">
                  <a:srgbClr val="F50403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7"/>
            <p:cNvSpPr/>
            <p:nvPr/>
          </p:nvSpPr>
          <p:spPr>
            <a:xfrm>
              <a:off x="8164350" y="4302000"/>
              <a:ext cx="480925" cy="416483"/>
            </a:xfrm>
            <a:custGeom>
              <a:rect b="b" l="l" r="r" t="t"/>
              <a:pathLst>
                <a:path extrusionOk="0" h="44413" w="51285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rgbClr val="F5F8FF"/>
                </a:gs>
                <a:gs pos="22000">
                  <a:srgbClr val="F5F8FF"/>
                </a:gs>
                <a:gs pos="45000">
                  <a:srgbClr val="FFFFFF">
                    <a:alpha val="0"/>
                  </a:srgbClr>
                </a:gs>
                <a:gs pos="100000">
                  <a:srgbClr val="F50403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7"/>
            <p:cNvSpPr/>
            <p:nvPr/>
          </p:nvSpPr>
          <p:spPr>
            <a:xfrm>
              <a:off x="7945225" y="4445200"/>
              <a:ext cx="480925" cy="416483"/>
            </a:xfrm>
            <a:custGeom>
              <a:rect b="b" l="l" r="r" t="t"/>
              <a:pathLst>
                <a:path extrusionOk="0" h="44413" w="51285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rgbClr val="F5F8FF"/>
                </a:gs>
                <a:gs pos="22000">
                  <a:srgbClr val="F5F8FF"/>
                </a:gs>
                <a:gs pos="45000">
                  <a:srgbClr val="FFFFFF">
                    <a:alpha val="0"/>
                  </a:srgbClr>
                </a:gs>
                <a:gs pos="100000">
                  <a:srgbClr val="F50403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3" name="Google Shape;183;p7"/>
          <p:cNvGrpSpPr/>
          <p:nvPr/>
        </p:nvGrpSpPr>
        <p:grpSpPr>
          <a:xfrm>
            <a:off x="-413180" y="4823208"/>
            <a:ext cx="1931765" cy="2985073"/>
            <a:chOff x="-309885" y="3617406"/>
            <a:chExt cx="1448824" cy="2238805"/>
          </a:xfrm>
        </p:grpSpPr>
        <p:grpSp>
          <p:nvGrpSpPr>
            <p:cNvPr id="184" name="Google Shape;184;p7"/>
            <p:cNvGrpSpPr/>
            <p:nvPr/>
          </p:nvGrpSpPr>
          <p:grpSpPr>
            <a:xfrm>
              <a:off x="-277007" y="3870159"/>
              <a:ext cx="981772" cy="1986052"/>
              <a:chOff x="-293545" y="3454371"/>
              <a:chExt cx="981772" cy="1986052"/>
            </a:xfrm>
          </p:grpSpPr>
          <p:sp>
            <p:nvSpPr>
              <p:cNvPr id="185" name="Google Shape;185;p7"/>
              <p:cNvSpPr/>
              <p:nvPr/>
            </p:nvSpPr>
            <p:spPr>
              <a:xfrm rot="10800000">
                <a:off x="-293545" y="345437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" name="Google Shape;186;p7"/>
              <p:cNvSpPr/>
              <p:nvPr/>
            </p:nvSpPr>
            <p:spPr>
              <a:xfrm rot="10800000">
                <a:off x="-156450" y="345490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7" name="Google Shape;187;p7"/>
            <p:cNvGrpSpPr/>
            <p:nvPr/>
          </p:nvGrpSpPr>
          <p:grpSpPr>
            <a:xfrm>
              <a:off x="363249" y="4906873"/>
              <a:ext cx="699940" cy="478601"/>
              <a:chOff x="39723" y="4349021"/>
              <a:chExt cx="1061964" cy="726143"/>
            </a:xfrm>
          </p:grpSpPr>
          <p:grpSp>
            <p:nvGrpSpPr>
              <p:cNvPr id="188" name="Google Shape;188;p7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89" name="Google Shape;189;p7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90" name="Google Shape;190;p7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191" name="Google Shape;191;p7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92" name="Google Shape;192;p7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93" name="Google Shape;193;p7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94" name="Google Shape;194;p7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95" name="Google Shape;195;p7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196" name="Google Shape;196;p7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97" name="Google Shape;197;p7"/>
            <p:cNvGrpSpPr/>
            <p:nvPr/>
          </p:nvGrpSpPr>
          <p:grpSpPr>
            <a:xfrm rot="-5400000">
              <a:off x="-461872" y="3769394"/>
              <a:ext cx="1351491" cy="1047516"/>
              <a:chOff x="-2460210" y="2758494"/>
              <a:chExt cx="1351491" cy="1047516"/>
            </a:xfrm>
          </p:grpSpPr>
          <p:sp>
            <p:nvSpPr>
              <p:cNvPr id="198" name="Google Shape;198;p7"/>
              <p:cNvSpPr/>
              <p:nvPr/>
            </p:nvSpPr>
            <p:spPr>
              <a:xfrm rot="-2700000">
                <a:off x="-2341816" y="31085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46666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9" name="Google Shape;199;p7"/>
              <p:cNvSpPr/>
              <p:nvPr/>
            </p:nvSpPr>
            <p:spPr>
              <a:xfrm rot="-2700000">
                <a:off x="-2157466" y="30323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46666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0" name="Google Shape;200;p7"/>
              <p:cNvSpPr/>
              <p:nvPr/>
            </p:nvSpPr>
            <p:spPr>
              <a:xfrm rot="-2700000">
                <a:off x="-1993591" y="29561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46666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1" name="Google Shape;201;p7"/>
              <p:cNvSpPr/>
              <p:nvPr/>
            </p:nvSpPr>
            <p:spPr>
              <a:xfrm rot="-2700000">
                <a:off x="-1809241" y="28799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46666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2" name="Google Shape;202;p7"/>
            <p:cNvGrpSpPr/>
            <p:nvPr/>
          </p:nvGrpSpPr>
          <p:grpSpPr>
            <a:xfrm>
              <a:off x="438999" y="4567398"/>
              <a:ext cx="699940" cy="478601"/>
              <a:chOff x="39723" y="4349021"/>
              <a:chExt cx="1061964" cy="726143"/>
            </a:xfrm>
          </p:grpSpPr>
          <p:grpSp>
            <p:nvGrpSpPr>
              <p:cNvPr id="203" name="Google Shape;203;p7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204" name="Google Shape;204;p7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205" name="Google Shape;205;p7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206" name="Google Shape;206;p7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07" name="Google Shape;207;p7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08" name="Google Shape;208;p7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09" name="Google Shape;209;p7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0" name="Google Shape;210;p7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211" name="Google Shape;211;p7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2" name="Google Shape;212;p7"/>
            <p:cNvGrpSpPr/>
            <p:nvPr/>
          </p:nvGrpSpPr>
          <p:grpSpPr>
            <a:xfrm>
              <a:off x="-65076" y="4623886"/>
              <a:ext cx="699940" cy="478601"/>
              <a:chOff x="39723" y="4349021"/>
              <a:chExt cx="1061964" cy="726143"/>
            </a:xfrm>
          </p:grpSpPr>
          <p:grpSp>
            <p:nvGrpSpPr>
              <p:cNvPr id="213" name="Google Shape;213;p7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214" name="Google Shape;214;p7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215" name="Google Shape;215;p7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216" name="Google Shape;216;p7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7" name="Google Shape;217;p7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8" name="Google Shape;218;p7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9" name="Google Shape;219;p7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0" name="Google Shape;220;p7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221" name="Google Shape;221;p7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222" name="Google Shape;222;p7"/>
          <p:cNvPicPr preferRelativeResize="0"/>
          <p:nvPr/>
        </p:nvPicPr>
        <p:blipFill rotWithShape="1">
          <a:blip r:embed="rId3">
            <a:alphaModFix/>
          </a:blip>
          <a:srcRect b="17662" l="0" r="0" t="17657"/>
          <a:stretch/>
        </p:blipFill>
        <p:spPr>
          <a:xfrm rot="-7778255">
            <a:off x="-3534446" y="-1919228"/>
            <a:ext cx="7140905" cy="5450109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7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8"/>
          <p:cNvSpPr/>
          <p:nvPr>
            <p:ph idx="2" type="pic"/>
          </p:nvPr>
        </p:nvSpPr>
        <p:spPr>
          <a:xfrm>
            <a:off x="5841479" y="953468"/>
            <a:ext cx="4868084" cy="495106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226" name="Google Shape;226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7" name="Google Shape;227;p8"/>
          <p:cNvGrpSpPr/>
          <p:nvPr/>
        </p:nvGrpSpPr>
        <p:grpSpPr>
          <a:xfrm>
            <a:off x="-680840" y="-2290632"/>
            <a:ext cx="5862925" cy="5562209"/>
            <a:chOff x="-494405" y="-1584825"/>
            <a:chExt cx="4397193" cy="4171657"/>
          </a:xfrm>
        </p:grpSpPr>
        <p:grpSp>
          <p:nvGrpSpPr>
            <p:cNvPr id="228" name="Google Shape;228;p8"/>
            <p:cNvGrpSpPr/>
            <p:nvPr/>
          </p:nvGrpSpPr>
          <p:grpSpPr>
            <a:xfrm>
              <a:off x="-494405" y="-252396"/>
              <a:ext cx="1741563" cy="1288563"/>
              <a:chOff x="-494405" y="-252396"/>
              <a:chExt cx="1741563" cy="1288563"/>
            </a:xfrm>
          </p:grpSpPr>
          <p:sp>
            <p:nvSpPr>
              <p:cNvPr id="229" name="Google Shape;229;p8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0" name="Google Shape;230;p8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31" name="Google Shape;231;p8"/>
            <p:cNvGrpSpPr/>
            <p:nvPr/>
          </p:nvGrpSpPr>
          <p:grpSpPr>
            <a:xfrm>
              <a:off x="245875" y="-51824"/>
              <a:ext cx="208200" cy="1824700"/>
              <a:chOff x="1040050" y="3812126"/>
              <a:chExt cx="208200" cy="1824700"/>
            </a:xfrm>
          </p:grpSpPr>
          <p:sp>
            <p:nvSpPr>
              <p:cNvPr id="232" name="Google Shape;232;p8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46666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3" name="Google Shape;233;p8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666"/>
                    </a:srgbClr>
                  </a:gs>
                  <a:gs pos="78000">
                    <a:srgbClr val="F5F8FF">
                      <a:alpha val="46666"/>
                    </a:srgbClr>
                  </a:gs>
                  <a:gs pos="100000">
                    <a:srgbClr val="F5F8FF">
                      <a:alpha val="46666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34" name="Google Shape;234;p8"/>
            <p:cNvGrpSpPr/>
            <p:nvPr/>
          </p:nvGrpSpPr>
          <p:grpSpPr>
            <a:xfrm>
              <a:off x="441574" y="-36652"/>
              <a:ext cx="699940" cy="478601"/>
              <a:chOff x="39723" y="4349021"/>
              <a:chExt cx="1061964" cy="726143"/>
            </a:xfrm>
          </p:grpSpPr>
          <p:grpSp>
            <p:nvGrpSpPr>
              <p:cNvPr id="235" name="Google Shape;235;p8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236" name="Google Shape;236;p8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237" name="Google Shape;237;p8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238" name="Google Shape;238;p8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9" name="Google Shape;239;p8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40" name="Google Shape;240;p8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41" name="Google Shape;241;p8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42" name="Google Shape;242;p8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243" name="Google Shape;243;p8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44" name="Google Shape;244;p8"/>
            <p:cNvGrpSpPr/>
            <p:nvPr/>
          </p:nvGrpSpPr>
          <p:grpSpPr>
            <a:xfrm>
              <a:off x="955673" y="11"/>
              <a:ext cx="592576" cy="405260"/>
              <a:chOff x="39723" y="4349021"/>
              <a:chExt cx="1061964" cy="726143"/>
            </a:xfrm>
          </p:grpSpPr>
          <p:grpSp>
            <p:nvGrpSpPr>
              <p:cNvPr id="245" name="Google Shape;245;p8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246" name="Google Shape;246;p8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247" name="Google Shape;247;p8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248" name="Google Shape;248;p8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49" name="Google Shape;249;p8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0" name="Google Shape;250;p8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1" name="Google Shape;251;p8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2" name="Google Shape;252;p8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253" name="Google Shape;253;p8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54" name="Google Shape;254;p8"/>
            <p:cNvGrpSpPr/>
            <p:nvPr/>
          </p:nvGrpSpPr>
          <p:grpSpPr>
            <a:xfrm>
              <a:off x="-1" y="621223"/>
              <a:ext cx="699940" cy="478601"/>
              <a:chOff x="39723" y="4349021"/>
              <a:chExt cx="1061964" cy="726143"/>
            </a:xfrm>
          </p:grpSpPr>
          <p:grpSp>
            <p:nvGrpSpPr>
              <p:cNvPr id="255" name="Google Shape;255;p8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256" name="Google Shape;256;p8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257" name="Google Shape;257;p8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258" name="Google Shape;258;p8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9" name="Google Shape;259;p8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60" name="Google Shape;260;p8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61" name="Google Shape;261;p8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62" name="Google Shape;262;p8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263" name="Google Shape;263;p8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64" name="Google Shape;264;p8"/>
            <p:cNvGrpSpPr/>
            <p:nvPr/>
          </p:nvGrpSpPr>
          <p:grpSpPr>
            <a:xfrm rot="-8100000">
              <a:off x="540898" y="-1172741"/>
              <a:ext cx="2552124" cy="3347490"/>
              <a:chOff x="2976325" y="908175"/>
              <a:chExt cx="4028179" cy="5283555"/>
            </a:xfrm>
          </p:grpSpPr>
          <p:sp>
            <p:nvSpPr>
              <p:cNvPr id="265" name="Google Shape;265;p8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6" name="Google Shape;266;p8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7" name="Google Shape;267;p8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68" name="Google Shape;268;p8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Custom Layout">
  <p:cSld name="3_Custom Layout"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9"/>
          <p:cNvSpPr/>
          <p:nvPr>
            <p:ph idx="2" type="pic"/>
          </p:nvPr>
        </p:nvSpPr>
        <p:spPr>
          <a:xfrm>
            <a:off x="4310745" y="2238827"/>
            <a:ext cx="4920335" cy="329828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271" name="Google Shape;271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2" name="Google Shape;272;p9"/>
          <p:cNvGrpSpPr/>
          <p:nvPr/>
        </p:nvGrpSpPr>
        <p:grpSpPr>
          <a:xfrm>
            <a:off x="-1607561" y="-3646040"/>
            <a:ext cx="10823409" cy="7799545"/>
            <a:chOff x="-1180406" y="-2565680"/>
            <a:chExt cx="8117556" cy="5849659"/>
          </a:xfrm>
        </p:grpSpPr>
        <p:sp>
          <p:nvSpPr>
            <p:cNvPr id="273" name="Google Shape;273;p9"/>
            <p:cNvSpPr/>
            <p:nvPr/>
          </p:nvSpPr>
          <p:spPr>
            <a:xfrm rot="10221728">
              <a:off x="-981122" y="-549008"/>
              <a:ext cx="3045481" cy="2637398"/>
            </a:xfrm>
            <a:custGeom>
              <a:rect b="b" l="l" r="r" t="t"/>
              <a:pathLst>
                <a:path extrusionOk="0" h="44413" w="51285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rgbClr val="F5F8FF"/>
                </a:gs>
                <a:gs pos="22000">
                  <a:srgbClr val="F5F8FF"/>
                </a:gs>
                <a:gs pos="45000">
                  <a:srgbClr val="FFFFFF">
                    <a:alpha val="0"/>
                  </a:srgbClr>
                </a:gs>
                <a:gs pos="100000">
                  <a:srgbClr val="F50403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274;p9"/>
            <p:cNvSpPr/>
            <p:nvPr/>
          </p:nvSpPr>
          <p:spPr>
            <a:xfrm>
              <a:off x="-289323" y="-166742"/>
              <a:ext cx="1421047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" name="Google Shape;275;p9"/>
            <p:cNvSpPr/>
            <p:nvPr/>
          </p:nvSpPr>
          <p:spPr>
            <a:xfrm rot="2700000">
              <a:off x="917817" y="-2200499"/>
              <a:ext cx="3153371" cy="5119296"/>
            </a:xfrm>
            <a:custGeom>
              <a:rect b="b" l="l" r="r" t="t"/>
              <a:pathLst>
                <a:path extrusionOk="0" h="124813" w="76882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rgbClr val="EB9109"/>
                </a:gs>
                <a:gs pos="78000">
                  <a:srgbClr val="F5F8FF"/>
                </a:gs>
                <a:gs pos="100000">
                  <a:srgbClr val="F5F8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" name="Google Shape;276;p9"/>
            <p:cNvSpPr/>
            <p:nvPr/>
          </p:nvSpPr>
          <p:spPr>
            <a:xfrm>
              <a:off x="-201475" y="-361175"/>
              <a:ext cx="7138625" cy="819350"/>
            </a:xfrm>
            <a:custGeom>
              <a:rect b="b" l="l" r="r" t="t"/>
              <a:pathLst>
                <a:path extrusionOk="0" h="32774" w="285545">
                  <a:moveTo>
                    <a:pt x="0" y="32774"/>
                  </a:moveTo>
                  <a:lnTo>
                    <a:pt x="188861" y="32774"/>
                  </a:lnTo>
                  <a:lnTo>
                    <a:pt x="221636" y="0"/>
                  </a:lnTo>
                  <a:lnTo>
                    <a:pt x="285545" y="0"/>
                  </a:lnTo>
                </a:path>
              </a:pathLst>
            </a:custGeom>
            <a:noFill/>
            <a:ln cap="flat" cmpd="sng" w="9525">
              <a:solidFill>
                <a:srgbClr val="F5040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" name="Google Shape;277;p9"/>
            <p:cNvSpPr/>
            <p:nvPr/>
          </p:nvSpPr>
          <p:spPr>
            <a:xfrm rot="5400000">
              <a:off x="1110859" y="-1245788"/>
              <a:ext cx="577450" cy="3045475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p9"/>
            <p:cNvSpPr/>
            <p:nvPr/>
          </p:nvSpPr>
          <p:spPr>
            <a:xfrm rot="5400000">
              <a:off x="654013" y="-781254"/>
              <a:ext cx="687411" cy="2731351"/>
            </a:xfrm>
            <a:custGeom>
              <a:rect b="b" l="l" r="r" t="t"/>
              <a:pathLst>
                <a:path extrusionOk="0" h="43180" w="16760">
                  <a:moveTo>
                    <a:pt x="16531" y="1"/>
                  </a:moveTo>
                  <a:lnTo>
                    <a:pt x="4403" y="12159"/>
                  </a:lnTo>
                  <a:lnTo>
                    <a:pt x="4342" y="12190"/>
                  </a:lnTo>
                  <a:lnTo>
                    <a:pt x="4342" y="25734"/>
                  </a:lnTo>
                  <a:lnTo>
                    <a:pt x="0" y="30077"/>
                  </a:lnTo>
                  <a:lnTo>
                    <a:pt x="8746" y="38822"/>
                  </a:lnTo>
                  <a:lnTo>
                    <a:pt x="8746" y="43180"/>
                  </a:lnTo>
                  <a:lnTo>
                    <a:pt x="9066" y="43180"/>
                  </a:lnTo>
                  <a:lnTo>
                    <a:pt x="9066" y="38700"/>
                  </a:lnTo>
                  <a:lnTo>
                    <a:pt x="442" y="30077"/>
                  </a:lnTo>
                  <a:lnTo>
                    <a:pt x="4662" y="25872"/>
                  </a:lnTo>
                  <a:lnTo>
                    <a:pt x="4662" y="12327"/>
                  </a:lnTo>
                  <a:lnTo>
                    <a:pt x="16760" y="230"/>
                  </a:lnTo>
                  <a:lnTo>
                    <a:pt x="16531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79" name="Google Shape;279;p9"/>
            <p:cNvGrpSpPr/>
            <p:nvPr/>
          </p:nvGrpSpPr>
          <p:grpSpPr>
            <a:xfrm flipH="1">
              <a:off x="4446909" y="391151"/>
              <a:ext cx="134044" cy="134013"/>
              <a:chOff x="1101075" y="2142375"/>
              <a:chExt cx="439200" cy="439100"/>
            </a:xfrm>
          </p:grpSpPr>
          <p:sp>
            <p:nvSpPr>
              <p:cNvPr id="280" name="Google Shape;280;p9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1" name="Google Shape;281;p9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82" name="Google Shape;282;p9"/>
            <p:cNvGrpSpPr/>
            <p:nvPr/>
          </p:nvGrpSpPr>
          <p:grpSpPr>
            <a:xfrm flipH="1">
              <a:off x="1373609" y="694563"/>
              <a:ext cx="134044" cy="134013"/>
              <a:chOff x="1101075" y="2142375"/>
              <a:chExt cx="439200" cy="439100"/>
            </a:xfrm>
          </p:grpSpPr>
          <p:sp>
            <p:nvSpPr>
              <p:cNvPr id="283" name="Google Shape;283;p9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4" name="Google Shape;284;p9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85" name="Google Shape;285;p9"/>
            <p:cNvGrpSpPr/>
            <p:nvPr/>
          </p:nvGrpSpPr>
          <p:grpSpPr>
            <a:xfrm flipH="1">
              <a:off x="1086834" y="957463"/>
              <a:ext cx="134044" cy="134013"/>
              <a:chOff x="1101075" y="2142375"/>
              <a:chExt cx="439200" cy="439100"/>
            </a:xfrm>
          </p:grpSpPr>
          <p:sp>
            <p:nvSpPr>
              <p:cNvPr id="286" name="Google Shape;286;p9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7" name="Google Shape;287;p9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88" name="Google Shape;288;p9"/>
            <p:cNvGrpSpPr/>
            <p:nvPr/>
          </p:nvGrpSpPr>
          <p:grpSpPr>
            <a:xfrm flipH="1">
              <a:off x="277709" y="957463"/>
              <a:ext cx="134044" cy="134013"/>
              <a:chOff x="1101075" y="2142375"/>
              <a:chExt cx="439200" cy="439100"/>
            </a:xfrm>
          </p:grpSpPr>
          <p:sp>
            <p:nvSpPr>
              <p:cNvPr id="289" name="Google Shape;289;p9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0" name="Google Shape;290;p9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91" name="Google Shape;291;p9"/>
            <p:cNvGrpSpPr/>
            <p:nvPr/>
          </p:nvGrpSpPr>
          <p:grpSpPr>
            <a:xfrm flipH="1">
              <a:off x="277709" y="640813"/>
              <a:ext cx="134044" cy="134013"/>
              <a:chOff x="1101075" y="2142375"/>
              <a:chExt cx="439200" cy="439100"/>
            </a:xfrm>
          </p:grpSpPr>
          <p:sp>
            <p:nvSpPr>
              <p:cNvPr id="292" name="Google Shape;292;p9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3" name="Google Shape;293;p9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294" name="Google Shape;294;p9"/>
          <p:cNvPicPr preferRelativeResize="0"/>
          <p:nvPr/>
        </p:nvPicPr>
        <p:blipFill rotWithShape="1">
          <a:blip r:embed="rId3">
            <a:alphaModFix/>
          </a:blip>
          <a:srcRect b="17662" l="0" r="0" t="17657"/>
          <a:stretch/>
        </p:blipFill>
        <p:spPr>
          <a:xfrm rot="-7778255">
            <a:off x="-3534446" y="-1919228"/>
            <a:ext cx="7140905" cy="5450109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9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Custom Layout">
  <p:cSld name="7_Custom Layout"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0"/>
          <p:cNvSpPr/>
          <p:nvPr>
            <p:ph idx="2" type="pic"/>
          </p:nvPr>
        </p:nvSpPr>
        <p:spPr>
          <a:xfrm>
            <a:off x="610699" y="0"/>
            <a:ext cx="3680335" cy="3982461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298" name="Google Shape;298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9" name="Google Shape;299;p10"/>
          <p:cNvGrpSpPr/>
          <p:nvPr/>
        </p:nvGrpSpPr>
        <p:grpSpPr>
          <a:xfrm>
            <a:off x="-693530" y="-764219"/>
            <a:ext cx="2003055" cy="3742456"/>
            <a:chOff x="-367748" y="-573164"/>
            <a:chExt cx="1502291" cy="2806842"/>
          </a:xfrm>
        </p:grpSpPr>
        <p:grpSp>
          <p:nvGrpSpPr>
            <p:cNvPr id="300" name="Google Shape;300;p10"/>
            <p:cNvGrpSpPr/>
            <p:nvPr/>
          </p:nvGrpSpPr>
          <p:grpSpPr>
            <a:xfrm rot="10800000">
              <a:off x="-191449" y="1507557"/>
              <a:ext cx="904666" cy="726121"/>
              <a:chOff x="7945225" y="4302000"/>
              <a:chExt cx="904666" cy="726121"/>
            </a:xfrm>
          </p:grpSpPr>
          <p:sp>
            <p:nvSpPr>
              <p:cNvPr id="301" name="Google Shape;301;p10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F50403">
                      <a:alpha val="45882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2" name="Google Shape;302;p10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F50403"/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3" name="Google Shape;303;p10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F50403"/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04" name="Google Shape;304;p10"/>
            <p:cNvSpPr/>
            <p:nvPr/>
          </p:nvSpPr>
          <p:spPr>
            <a:xfrm>
              <a:off x="152767" y="-572549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40000">
                  <a:srgbClr val="F50403">
                    <a:alpha val="4196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5" name="Google Shape;305;p10"/>
            <p:cNvSpPr/>
            <p:nvPr/>
          </p:nvSpPr>
          <p:spPr>
            <a:xfrm>
              <a:off x="-6579" y="-573164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rgbClr val="F50403">
                    <a:alpha val="6196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06" name="Google Shape;306;p10"/>
            <p:cNvGrpSpPr/>
            <p:nvPr/>
          </p:nvGrpSpPr>
          <p:grpSpPr>
            <a:xfrm rot="10800000">
              <a:off x="-367748" y="-467133"/>
              <a:ext cx="699928" cy="1651024"/>
              <a:chOff x="8337812" y="3492483"/>
              <a:chExt cx="699928" cy="1651024"/>
            </a:xfrm>
          </p:grpSpPr>
          <p:sp>
            <p:nvSpPr>
              <p:cNvPr id="307" name="Google Shape;307;p10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rect b="b" l="l" r="r" t="t"/>
                <a:pathLst>
                  <a:path extrusionOk="0" h="24714" w="11779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6862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8" name="Google Shape;308;p10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6862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9" name="Google Shape;309;p10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6862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10" name="Google Shape;310;p10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Custom Layout">
  <p:cSld name="8_Custom Layout"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1"/>
          <p:cNvSpPr/>
          <p:nvPr>
            <p:ph idx="2" type="pic"/>
          </p:nvPr>
        </p:nvSpPr>
        <p:spPr>
          <a:xfrm>
            <a:off x="727217" y="622898"/>
            <a:ext cx="8333385" cy="287014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313" name="Google Shape;313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11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Custom Layout">
  <p:cSld name="9_Custom Layout"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" name="Google Shape;316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7" name="Google Shape;317;p12"/>
          <p:cNvGrpSpPr/>
          <p:nvPr/>
        </p:nvGrpSpPr>
        <p:grpSpPr>
          <a:xfrm>
            <a:off x="-680840" y="-2290632"/>
            <a:ext cx="5862925" cy="5562209"/>
            <a:chOff x="-494405" y="-1584825"/>
            <a:chExt cx="4397193" cy="4171657"/>
          </a:xfrm>
        </p:grpSpPr>
        <p:grpSp>
          <p:nvGrpSpPr>
            <p:cNvPr id="318" name="Google Shape;318;p12"/>
            <p:cNvGrpSpPr/>
            <p:nvPr/>
          </p:nvGrpSpPr>
          <p:grpSpPr>
            <a:xfrm>
              <a:off x="-494405" y="-252396"/>
              <a:ext cx="1741563" cy="1288563"/>
              <a:chOff x="-494405" y="-252396"/>
              <a:chExt cx="1741563" cy="1288563"/>
            </a:xfrm>
          </p:grpSpPr>
          <p:sp>
            <p:nvSpPr>
              <p:cNvPr id="319" name="Google Shape;319;p12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0" name="Google Shape;320;p12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21" name="Google Shape;321;p12"/>
            <p:cNvGrpSpPr/>
            <p:nvPr/>
          </p:nvGrpSpPr>
          <p:grpSpPr>
            <a:xfrm>
              <a:off x="245875" y="-51824"/>
              <a:ext cx="208200" cy="1824700"/>
              <a:chOff x="1040050" y="3812126"/>
              <a:chExt cx="208200" cy="1824700"/>
            </a:xfrm>
          </p:grpSpPr>
          <p:sp>
            <p:nvSpPr>
              <p:cNvPr id="322" name="Google Shape;322;p12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46666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3" name="Google Shape;323;p12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666"/>
                    </a:srgbClr>
                  </a:gs>
                  <a:gs pos="78000">
                    <a:srgbClr val="F5F8FF">
                      <a:alpha val="46666"/>
                    </a:srgbClr>
                  </a:gs>
                  <a:gs pos="100000">
                    <a:srgbClr val="F5F8FF">
                      <a:alpha val="46666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24" name="Google Shape;324;p12"/>
            <p:cNvGrpSpPr/>
            <p:nvPr/>
          </p:nvGrpSpPr>
          <p:grpSpPr>
            <a:xfrm>
              <a:off x="441574" y="-36652"/>
              <a:ext cx="699940" cy="478601"/>
              <a:chOff x="39723" y="4349021"/>
              <a:chExt cx="1061964" cy="726143"/>
            </a:xfrm>
          </p:grpSpPr>
          <p:grpSp>
            <p:nvGrpSpPr>
              <p:cNvPr id="325" name="Google Shape;325;p1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26" name="Google Shape;326;p1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27" name="Google Shape;327;p12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328" name="Google Shape;328;p1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29" name="Google Shape;329;p1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30" name="Google Shape;330;p1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31" name="Google Shape;331;p1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32" name="Google Shape;332;p1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333" name="Google Shape;333;p1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34" name="Google Shape;334;p12"/>
            <p:cNvGrpSpPr/>
            <p:nvPr/>
          </p:nvGrpSpPr>
          <p:grpSpPr>
            <a:xfrm>
              <a:off x="955673" y="11"/>
              <a:ext cx="592576" cy="405260"/>
              <a:chOff x="39723" y="4349021"/>
              <a:chExt cx="1061964" cy="726143"/>
            </a:xfrm>
          </p:grpSpPr>
          <p:grpSp>
            <p:nvGrpSpPr>
              <p:cNvPr id="335" name="Google Shape;335;p1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36" name="Google Shape;336;p1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37" name="Google Shape;337;p12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338" name="Google Shape;338;p1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39" name="Google Shape;339;p1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40" name="Google Shape;340;p1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41" name="Google Shape;341;p1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42" name="Google Shape;342;p1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343" name="Google Shape;343;p1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44" name="Google Shape;344;p12"/>
            <p:cNvGrpSpPr/>
            <p:nvPr/>
          </p:nvGrpSpPr>
          <p:grpSpPr>
            <a:xfrm>
              <a:off x="-1" y="621223"/>
              <a:ext cx="699940" cy="478601"/>
              <a:chOff x="39723" y="4349021"/>
              <a:chExt cx="1061964" cy="726143"/>
            </a:xfrm>
          </p:grpSpPr>
          <p:grpSp>
            <p:nvGrpSpPr>
              <p:cNvPr id="345" name="Google Shape;345;p1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46" name="Google Shape;346;p1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47" name="Google Shape;347;p12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348" name="Google Shape;348;p1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49" name="Google Shape;349;p1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50" name="Google Shape;350;p1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51" name="Google Shape;351;p1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52" name="Google Shape;352;p1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353" name="Google Shape;353;p1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54" name="Google Shape;354;p12"/>
            <p:cNvGrpSpPr/>
            <p:nvPr/>
          </p:nvGrpSpPr>
          <p:grpSpPr>
            <a:xfrm rot="-8100000">
              <a:off x="540898" y="-1172741"/>
              <a:ext cx="2552124" cy="3347490"/>
              <a:chOff x="2976325" y="908175"/>
              <a:chExt cx="4028179" cy="5283555"/>
            </a:xfrm>
          </p:grpSpPr>
          <p:sp>
            <p:nvSpPr>
              <p:cNvPr id="355" name="Google Shape;355;p12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6" name="Google Shape;356;p12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7" name="Google Shape;357;p12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58" name="Google Shape;358;p12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Custom Layout">
  <p:cSld name="10_Custom Layout"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13"/>
          <p:cNvSpPr/>
          <p:nvPr>
            <p:ph idx="2" type="pic"/>
          </p:nvPr>
        </p:nvSpPr>
        <p:spPr>
          <a:xfrm>
            <a:off x="0" y="3061252"/>
            <a:ext cx="2969753" cy="3796748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61" name="Google Shape;361;p13"/>
          <p:cNvSpPr/>
          <p:nvPr>
            <p:ph idx="3" type="pic"/>
          </p:nvPr>
        </p:nvSpPr>
        <p:spPr>
          <a:xfrm>
            <a:off x="6870763" y="-3517"/>
            <a:ext cx="3838800" cy="316299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362" name="Google Shape;362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13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Custom Layout">
  <p:cSld name="11_Custom Layout"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4"/>
          <p:cNvSpPr/>
          <p:nvPr>
            <p:ph idx="2" type="pic"/>
          </p:nvPr>
        </p:nvSpPr>
        <p:spPr>
          <a:xfrm>
            <a:off x="6524779" y="742950"/>
            <a:ext cx="3488597" cy="430927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366" name="Google Shape;366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67" name="Google Shape;367;p14"/>
          <p:cNvGrpSpPr/>
          <p:nvPr/>
        </p:nvGrpSpPr>
        <p:grpSpPr>
          <a:xfrm>
            <a:off x="-680840" y="-2290632"/>
            <a:ext cx="5862925" cy="5562209"/>
            <a:chOff x="-494405" y="-1584825"/>
            <a:chExt cx="4397193" cy="4171657"/>
          </a:xfrm>
        </p:grpSpPr>
        <p:grpSp>
          <p:nvGrpSpPr>
            <p:cNvPr id="368" name="Google Shape;368;p14"/>
            <p:cNvGrpSpPr/>
            <p:nvPr/>
          </p:nvGrpSpPr>
          <p:grpSpPr>
            <a:xfrm>
              <a:off x="-494405" y="-252396"/>
              <a:ext cx="1741563" cy="1288563"/>
              <a:chOff x="-494405" y="-252396"/>
              <a:chExt cx="1741563" cy="1288563"/>
            </a:xfrm>
          </p:grpSpPr>
          <p:sp>
            <p:nvSpPr>
              <p:cNvPr id="369" name="Google Shape;369;p14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0" name="Google Shape;370;p14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71" name="Google Shape;371;p14"/>
            <p:cNvGrpSpPr/>
            <p:nvPr/>
          </p:nvGrpSpPr>
          <p:grpSpPr>
            <a:xfrm>
              <a:off x="245875" y="-51824"/>
              <a:ext cx="208200" cy="1824700"/>
              <a:chOff x="1040050" y="3812126"/>
              <a:chExt cx="208200" cy="1824700"/>
            </a:xfrm>
          </p:grpSpPr>
          <p:sp>
            <p:nvSpPr>
              <p:cNvPr id="372" name="Google Shape;372;p14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46666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3" name="Google Shape;373;p14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666"/>
                    </a:srgbClr>
                  </a:gs>
                  <a:gs pos="78000">
                    <a:srgbClr val="F5F8FF">
                      <a:alpha val="46666"/>
                    </a:srgbClr>
                  </a:gs>
                  <a:gs pos="100000">
                    <a:srgbClr val="F5F8FF">
                      <a:alpha val="46666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74" name="Google Shape;374;p14"/>
            <p:cNvGrpSpPr/>
            <p:nvPr/>
          </p:nvGrpSpPr>
          <p:grpSpPr>
            <a:xfrm>
              <a:off x="441574" y="-36652"/>
              <a:ext cx="699940" cy="478601"/>
              <a:chOff x="39723" y="4349021"/>
              <a:chExt cx="1061964" cy="726143"/>
            </a:xfrm>
          </p:grpSpPr>
          <p:grpSp>
            <p:nvGrpSpPr>
              <p:cNvPr id="375" name="Google Shape;375;p14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76" name="Google Shape;376;p14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77" name="Google Shape;377;p14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378" name="Google Shape;378;p14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79" name="Google Shape;379;p14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80" name="Google Shape;380;p14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81" name="Google Shape;381;p14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82" name="Google Shape;382;p14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383" name="Google Shape;383;p14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84" name="Google Shape;384;p14"/>
            <p:cNvGrpSpPr/>
            <p:nvPr/>
          </p:nvGrpSpPr>
          <p:grpSpPr>
            <a:xfrm>
              <a:off x="955673" y="11"/>
              <a:ext cx="592576" cy="405260"/>
              <a:chOff x="39723" y="4349021"/>
              <a:chExt cx="1061964" cy="726143"/>
            </a:xfrm>
          </p:grpSpPr>
          <p:grpSp>
            <p:nvGrpSpPr>
              <p:cNvPr id="385" name="Google Shape;385;p14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86" name="Google Shape;386;p14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87" name="Google Shape;387;p14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388" name="Google Shape;388;p14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89" name="Google Shape;389;p14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90" name="Google Shape;390;p14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91" name="Google Shape;391;p14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92" name="Google Shape;392;p14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393" name="Google Shape;393;p14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94" name="Google Shape;394;p14"/>
            <p:cNvGrpSpPr/>
            <p:nvPr/>
          </p:nvGrpSpPr>
          <p:grpSpPr>
            <a:xfrm>
              <a:off x="-1" y="621223"/>
              <a:ext cx="699940" cy="478601"/>
              <a:chOff x="39723" y="4349021"/>
              <a:chExt cx="1061964" cy="726143"/>
            </a:xfrm>
          </p:grpSpPr>
          <p:grpSp>
            <p:nvGrpSpPr>
              <p:cNvPr id="395" name="Google Shape;395;p14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96" name="Google Shape;396;p14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97" name="Google Shape;397;p14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398" name="Google Shape;398;p14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99" name="Google Shape;399;p14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00" name="Google Shape;400;p14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01" name="Google Shape;401;p14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02" name="Google Shape;402;p14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403" name="Google Shape;403;p14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04" name="Google Shape;404;p14"/>
            <p:cNvGrpSpPr/>
            <p:nvPr/>
          </p:nvGrpSpPr>
          <p:grpSpPr>
            <a:xfrm rot="-8100000">
              <a:off x="540898" y="-1172741"/>
              <a:ext cx="2552124" cy="3347490"/>
              <a:chOff x="2976325" y="908175"/>
              <a:chExt cx="4028179" cy="5283555"/>
            </a:xfrm>
          </p:grpSpPr>
          <p:sp>
            <p:nvSpPr>
              <p:cNvPr id="405" name="Google Shape;405;p14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6" name="Google Shape;406;p14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7" name="Google Shape;407;p14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408" name="Google Shape;408;p14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Custom Layout">
  <p:cSld name="12_Custom Layout"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15"/>
          <p:cNvSpPr/>
          <p:nvPr>
            <p:ph idx="2" type="pic"/>
          </p:nvPr>
        </p:nvSpPr>
        <p:spPr>
          <a:xfrm>
            <a:off x="-1" y="622897"/>
            <a:ext cx="9337882" cy="219703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411" name="Google Shape;411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15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Custom Layout">
  <p:cSld name="13_Custom Layout"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16"/>
          <p:cNvSpPr/>
          <p:nvPr>
            <p:ph idx="2" type="pic"/>
          </p:nvPr>
        </p:nvSpPr>
        <p:spPr>
          <a:xfrm>
            <a:off x="1481266" y="3350560"/>
            <a:ext cx="2370770" cy="237077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15" name="Google Shape;415;p16"/>
          <p:cNvSpPr/>
          <p:nvPr>
            <p:ph idx="3" type="pic"/>
          </p:nvPr>
        </p:nvSpPr>
        <p:spPr>
          <a:xfrm>
            <a:off x="4169396" y="3350560"/>
            <a:ext cx="2370770" cy="237077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16" name="Google Shape;416;p16"/>
          <p:cNvSpPr/>
          <p:nvPr>
            <p:ph idx="4" type="pic"/>
          </p:nvPr>
        </p:nvSpPr>
        <p:spPr>
          <a:xfrm>
            <a:off x="6857527" y="3350560"/>
            <a:ext cx="2370770" cy="237077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417" name="Google Shape;417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16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Custom Layout">
  <p:cSld name="14_Custom Layout"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17"/>
          <p:cNvSpPr/>
          <p:nvPr>
            <p:ph idx="2" type="pic"/>
          </p:nvPr>
        </p:nvSpPr>
        <p:spPr>
          <a:xfrm>
            <a:off x="5653560" y="672033"/>
            <a:ext cx="1690792" cy="1690792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21" name="Google Shape;421;p17"/>
          <p:cNvSpPr/>
          <p:nvPr>
            <p:ph idx="3" type="pic"/>
          </p:nvPr>
        </p:nvSpPr>
        <p:spPr>
          <a:xfrm>
            <a:off x="5653560" y="2583602"/>
            <a:ext cx="1690792" cy="1690792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22" name="Google Shape;422;p17"/>
          <p:cNvSpPr/>
          <p:nvPr>
            <p:ph idx="4" type="pic"/>
          </p:nvPr>
        </p:nvSpPr>
        <p:spPr>
          <a:xfrm>
            <a:off x="5653560" y="4495171"/>
            <a:ext cx="1690792" cy="1690792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423" name="Google Shape;423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p17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5_Custom Layout">
  <p:cSld name="15_Custom Layout"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18"/>
          <p:cNvSpPr/>
          <p:nvPr>
            <p:ph idx="2" type="pic"/>
          </p:nvPr>
        </p:nvSpPr>
        <p:spPr>
          <a:xfrm>
            <a:off x="8231618" y="728382"/>
            <a:ext cx="2099690" cy="209969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27" name="Google Shape;427;p18"/>
          <p:cNvSpPr/>
          <p:nvPr>
            <p:ph idx="3" type="pic"/>
          </p:nvPr>
        </p:nvSpPr>
        <p:spPr>
          <a:xfrm>
            <a:off x="5935846" y="728382"/>
            <a:ext cx="2099690" cy="209969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28" name="Google Shape;428;p18"/>
          <p:cNvSpPr/>
          <p:nvPr>
            <p:ph idx="4" type="pic"/>
          </p:nvPr>
        </p:nvSpPr>
        <p:spPr>
          <a:xfrm>
            <a:off x="-1" y="3366773"/>
            <a:ext cx="4525530" cy="2435478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429" name="Google Shape;429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p18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6_Custom Layout">
  <p:cSld name="16_Custom Layout"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19"/>
          <p:cNvSpPr/>
          <p:nvPr>
            <p:ph idx="2" type="pic"/>
          </p:nvPr>
        </p:nvSpPr>
        <p:spPr>
          <a:xfrm>
            <a:off x="889964" y="1372128"/>
            <a:ext cx="2137654" cy="411374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33" name="Google Shape;433;p19"/>
          <p:cNvSpPr/>
          <p:nvPr>
            <p:ph idx="3" type="pic"/>
          </p:nvPr>
        </p:nvSpPr>
        <p:spPr>
          <a:xfrm>
            <a:off x="3210142" y="1372128"/>
            <a:ext cx="2137654" cy="411374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434" name="Google Shape;434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19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_Custom Layout">
  <p:cSld name="17_Custom Layout"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20"/>
          <p:cNvSpPr/>
          <p:nvPr>
            <p:ph idx="2" type="pic"/>
          </p:nvPr>
        </p:nvSpPr>
        <p:spPr>
          <a:xfrm>
            <a:off x="6896192" y="1655804"/>
            <a:ext cx="2800470" cy="520219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438" name="Google Shape;438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20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8_Custom Layout">
  <p:cSld name="18_Custom Layout"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21"/>
          <p:cNvSpPr/>
          <p:nvPr>
            <p:ph idx="2" type="pic"/>
          </p:nvPr>
        </p:nvSpPr>
        <p:spPr>
          <a:xfrm>
            <a:off x="1179006" y="1014481"/>
            <a:ext cx="2768300" cy="412251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442" name="Google Shape;442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21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9_Custom Layout">
  <p:cSld name="19_Custom Layout"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22"/>
          <p:cNvSpPr/>
          <p:nvPr>
            <p:ph idx="2" type="pic"/>
          </p:nvPr>
        </p:nvSpPr>
        <p:spPr>
          <a:xfrm>
            <a:off x="4930282" y="1031838"/>
            <a:ext cx="5779279" cy="2934822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446" name="Google Shape;446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447" name="Google Shape;447;p22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0_Custom Layout">
  <p:cSld name="20_Custom Layout"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23"/>
          <p:cNvSpPr/>
          <p:nvPr>
            <p:ph idx="2" type="pic"/>
          </p:nvPr>
        </p:nvSpPr>
        <p:spPr>
          <a:xfrm>
            <a:off x="3220234" y="2120348"/>
            <a:ext cx="2279374" cy="227937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50" name="Google Shape;450;p23"/>
          <p:cNvSpPr/>
          <p:nvPr>
            <p:ph idx="3" type="pic"/>
          </p:nvPr>
        </p:nvSpPr>
        <p:spPr>
          <a:xfrm>
            <a:off x="5712651" y="2120348"/>
            <a:ext cx="2279374" cy="227937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51" name="Google Shape;451;p23"/>
          <p:cNvSpPr/>
          <p:nvPr>
            <p:ph idx="4" type="pic"/>
          </p:nvPr>
        </p:nvSpPr>
        <p:spPr>
          <a:xfrm>
            <a:off x="8205068" y="2120348"/>
            <a:ext cx="2279374" cy="227937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452" name="Google Shape;452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53" name="Google Shape;453;p23"/>
          <p:cNvGrpSpPr/>
          <p:nvPr/>
        </p:nvGrpSpPr>
        <p:grpSpPr>
          <a:xfrm>
            <a:off x="-680840" y="-2290632"/>
            <a:ext cx="5862925" cy="5562209"/>
            <a:chOff x="-494405" y="-1584825"/>
            <a:chExt cx="4397193" cy="4171657"/>
          </a:xfrm>
        </p:grpSpPr>
        <p:grpSp>
          <p:nvGrpSpPr>
            <p:cNvPr id="454" name="Google Shape;454;p23"/>
            <p:cNvGrpSpPr/>
            <p:nvPr/>
          </p:nvGrpSpPr>
          <p:grpSpPr>
            <a:xfrm>
              <a:off x="-494405" y="-252396"/>
              <a:ext cx="1741563" cy="1288563"/>
              <a:chOff x="-494405" y="-252396"/>
              <a:chExt cx="1741563" cy="1288563"/>
            </a:xfrm>
          </p:grpSpPr>
          <p:sp>
            <p:nvSpPr>
              <p:cNvPr id="455" name="Google Shape;455;p23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6" name="Google Shape;456;p23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57" name="Google Shape;457;p23"/>
            <p:cNvGrpSpPr/>
            <p:nvPr/>
          </p:nvGrpSpPr>
          <p:grpSpPr>
            <a:xfrm>
              <a:off x="245875" y="-51824"/>
              <a:ext cx="208200" cy="1824700"/>
              <a:chOff x="1040050" y="3812126"/>
              <a:chExt cx="208200" cy="1824700"/>
            </a:xfrm>
          </p:grpSpPr>
          <p:sp>
            <p:nvSpPr>
              <p:cNvPr id="458" name="Google Shape;458;p23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46666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9" name="Google Shape;459;p23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666"/>
                    </a:srgbClr>
                  </a:gs>
                  <a:gs pos="78000">
                    <a:srgbClr val="F5F8FF">
                      <a:alpha val="46666"/>
                    </a:srgbClr>
                  </a:gs>
                  <a:gs pos="100000">
                    <a:srgbClr val="F5F8FF">
                      <a:alpha val="46666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60" name="Google Shape;460;p23"/>
            <p:cNvGrpSpPr/>
            <p:nvPr/>
          </p:nvGrpSpPr>
          <p:grpSpPr>
            <a:xfrm>
              <a:off x="441574" y="-36652"/>
              <a:ext cx="699940" cy="478601"/>
              <a:chOff x="39723" y="4349021"/>
              <a:chExt cx="1061964" cy="726143"/>
            </a:xfrm>
          </p:grpSpPr>
          <p:grpSp>
            <p:nvGrpSpPr>
              <p:cNvPr id="461" name="Google Shape;461;p23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462" name="Google Shape;462;p23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463" name="Google Shape;463;p23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464" name="Google Shape;464;p2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65" name="Google Shape;465;p2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66" name="Google Shape;466;p2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67" name="Google Shape;467;p2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68" name="Google Shape;468;p2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469" name="Google Shape;469;p23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70" name="Google Shape;470;p23"/>
            <p:cNvGrpSpPr/>
            <p:nvPr/>
          </p:nvGrpSpPr>
          <p:grpSpPr>
            <a:xfrm>
              <a:off x="955673" y="11"/>
              <a:ext cx="592576" cy="405260"/>
              <a:chOff x="39723" y="4349021"/>
              <a:chExt cx="1061964" cy="726143"/>
            </a:xfrm>
          </p:grpSpPr>
          <p:grpSp>
            <p:nvGrpSpPr>
              <p:cNvPr id="471" name="Google Shape;471;p23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472" name="Google Shape;472;p23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473" name="Google Shape;473;p23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474" name="Google Shape;474;p2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75" name="Google Shape;475;p2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76" name="Google Shape;476;p2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77" name="Google Shape;477;p2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78" name="Google Shape;478;p2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479" name="Google Shape;479;p23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80" name="Google Shape;480;p23"/>
            <p:cNvGrpSpPr/>
            <p:nvPr/>
          </p:nvGrpSpPr>
          <p:grpSpPr>
            <a:xfrm>
              <a:off x="-1" y="621223"/>
              <a:ext cx="699940" cy="478601"/>
              <a:chOff x="39723" y="4349021"/>
              <a:chExt cx="1061964" cy="726143"/>
            </a:xfrm>
          </p:grpSpPr>
          <p:grpSp>
            <p:nvGrpSpPr>
              <p:cNvPr id="481" name="Google Shape;481;p23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482" name="Google Shape;482;p23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483" name="Google Shape;483;p23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484" name="Google Shape;484;p2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85" name="Google Shape;485;p2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86" name="Google Shape;486;p2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87" name="Google Shape;487;p2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88" name="Google Shape;488;p2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489" name="Google Shape;489;p23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90" name="Google Shape;490;p23"/>
            <p:cNvGrpSpPr/>
            <p:nvPr/>
          </p:nvGrpSpPr>
          <p:grpSpPr>
            <a:xfrm rot="-8100000">
              <a:off x="540898" y="-1172741"/>
              <a:ext cx="2552124" cy="3347490"/>
              <a:chOff x="2976325" y="908175"/>
              <a:chExt cx="4028179" cy="5283555"/>
            </a:xfrm>
          </p:grpSpPr>
          <p:sp>
            <p:nvSpPr>
              <p:cNvPr id="491" name="Google Shape;491;p23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2" name="Google Shape;492;p23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3" name="Google Shape;493;p23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494" name="Google Shape;494;p23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1_Custom Layout">
  <p:cSld name="21_Custom Layout"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24"/>
          <p:cNvSpPr/>
          <p:nvPr>
            <p:ph idx="2" type="pic"/>
          </p:nvPr>
        </p:nvSpPr>
        <p:spPr>
          <a:xfrm>
            <a:off x="1" y="833261"/>
            <a:ext cx="4270431" cy="250439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97" name="Google Shape;497;p24"/>
          <p:cNvSpPr/>
          <p:nvPr>
            <p:ph idx="3" type="pic"/>
          </p:nvPr>
        </p:nvSpPr>
        <p:spPr>
          <a:xfrm>
            <a:off x="1" y="3520340"/>
            <a:ext cx="4270431" cy="250439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498" name="Google Shape;498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499" name="Google Shape;499;p24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2_Custom Layout">
  <p:cSld name="22_Custom Layout"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25"/>
          <p:cNvSpPr/>
          <p:nvPr>
            <p:ph idx="2" type="pic"/>
          </p:nvPr>
        </p:nvSpPr>
        <p:spPr>
          <a:xfrm>
            <a:off x="7405685" y="757036"/>
            <a:ext cx="3303874" cy="22352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502" name="Google Shape;502;p25"/>
          <p:cNvSpPr/>
          <p:nvPr>
            <p:ph idx="3" type="pic"/>
          </p:nvPr>
        </p:nvSpPr>
        <p:spPr>
          <a:xfrm>
            <a:off x="4975112" y="757036"/>
            <a:ext cx="2235200" cy="22352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503" name="Google Shape;503;p25"/>
          <p:cNvSpPr/>
          <p:nvPr>
            <p:ph idx="4" type="pic"/>
          </p:nvPr>
        </p:nvSpPr>
        <p:spPr>
          <a:xfrm>
            <a:off x="1372980" y="3265714"/>
            <a:ext cx="2430322" cy="359228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504" name="Google Shape;504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505" name="Google Shape;505;p25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3_Custom Layout">
  <p:cSld name="23_Custom Layout"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26"/>
          <p:cNvSpPr/>
          <p:nvPr>
            <p:ph idx="2" type="pic"/>
          </p:nvPr>
        </p:nvSpPr>
        <p:spPr>
          <a:xfrm>
            <a:off x="945565" y="4375786"/>
            <a:ext cx="1642576" cy="164257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508" name="Google Shape;508;p26"/>
          <p:cNvSpPr/>
          <p:nvPr>
            <p:ph idx="3" type="pic"/>
          </p:nvPr>
        </p:nvSpPr>
        <p:spPr>
          <a:xfrm>
            <a:off x="6786169" y="839634"/>
            <a:ext cx="2952916" cy="5178729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509" name="Google Shape;509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510" name="Google Shape;510;p26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4_Custom Layout">
  <p:cSld name="24_Custom Layout"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27"/>
          <p:cNvSpPr/>
          <p:nvPr>
            <p:ph idx="2" type="pic"/>
          </p:nvPr>
        </p:nvSpPr>
        <p:spPr>
          <a:xfrm>
            <a:off x="6231818" y="3918532"/>
            <a:ext cx="4477745" cy="2046192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513" name="Google Shape;513;p27"/>
          <p:cNvSpPr/>
          <p:nvPr>
            <p:ph idx="3" type="pic"/>
          </p:nvPr>
        </p:nvSpPr>
        <p:spPr>
          <a:xfrm>
            <a:off x="1" y="512772"/>
            <a:ext cx="5393169" cy="2693448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514" name="Google Shape;514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515" name="Google Shape;515;p27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5_Custom Layout">
  <p:cSld name="25_Custom Layout"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28"/>
          <p:cNvSpPr/>
          <p:nvPr>
            <p:ph idx="2" type="pic"/>
          </p:nvPr>
        </p:nvSpPr>
        <p:spPr>
          <a:xfrm>
            <a:off x="5370288" y="616476"/>
            <a:ext cx="2965624" cy="562504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518" name="Google Shape;518;p28"/>
          <p:cNvSpPr/>
          <p:nvPr>
            <p:ph idx="3" type="pic"/>
          </p:nvPr>
        </p:nvSpPr>
        <p:spPr>
          <a:xfrm>
            <a:off x="8505736" y="616474"/>
            <a:ext cx="2034005" cy="177872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519" name="Google Shape;519;p28"/>
          <p:cNvSpPr/>
          <p:nvPr>
            <p:ph idx="4" type="pic"/>
          </p:nvPr>
        </p:nvSpPr>
        <p:spPr>
          <a:xfrm>
            <a:off x="8505736" y="2539633"/>
            <a:ext cx="2034005" cy="177872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520" name="Google Shape;520;p28"/>
          <p:cNvSpPr/>
          <p:nvPr>
            <p:ph idx="5" type="pic"/>
          </p:nvPr>
        </p:nvSpPr>
        <p:spPr>
          <a:xfrm>
            <a:off x="8505736" y="4462792"/>
            <a:ext cx="2034005" cy="177872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521" name="Google Shape;521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522" name="Google Shape;522;p28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6_Custom Layout">
  <p:cSld name="26_Custom Layout"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29"/>
          <p:cNvSpPr/>
          <p:nvPr>
            <p:ph idx="2" type="pic"/>
          </p:nvPr>
        </p:nvSpPr>
        <p:spPr>
          <a:xfrm>
            <a:off x="1323522" y="1123950"/>
            <a:ext cx="2120149" cy="45783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525" name="Google Shape;525;p29"/>
          <p:cNvSpPr/>
          <p:nvPr>
            <p:ph idx="3" type="pic"/>
          </p:nvPr>
        </p:nvSpPr>
        <p:spPr>
          <a:xfrm>
            <a:off x="7849986" y="0"/>
            <a:ext cx="2120149" cy="297070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526" name="Google Shape;526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29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7_Custom Layout">
  <p:cSld name="27_Custom Layout"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30"/>
          <p:cNvSpPr/>
          <p:nvPr>
            <p:ph idx="2" type="pic"/>
          </p:nvPr>
        </p:nvSpPr>
        <p:spPr>
          <a:xfrm>
            <a:off x="1451036" y="3571877"/>
            <a:ext cx="3685820" cy="2333621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530" name="Google Shape;530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531" name="Google Shape;531;p30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8_Custom Layout">
  <p:cSld name="28_Custom Layout"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31"/>
          <p:cNvSpPr/>
          <p:nvPr>
            <p:ph idx="2" type="pic"/>
          </p:nvPr>
        </p:nvSpPr>
        <p:spPr>
          <a:xfrm>
            <a:off x="0" y="4094373"/>
            <a:ext cx="3536627" cy="2156587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534" name="Google Shape;534;p31"/>
          <p:cNvSpPr/>
          <p:nvPr>
            <p:ph idx="3" type="pic"/>
          </p:nvPr>
        </p:nvSpPr>
        <p:spPr>
          <a:xfrm>
            <a:off x="7199085" y="1"/>
            <a:ext cx="2577954" cy="3316713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535" name="Google Shape;535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536" name="Google Shape;536;p31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32"/>
          <p:cNvSpPr txBox="1"/>
          <p:nvPr>
            <p:ph type="title"/>
          </p:nvPr>
        </p:nvSpPr>
        <p:spPr>
          <a:xfrm>
            <a:off x="960000" y="2772433"/>
            <a:ext cx="7464000" cy="11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67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/>
        </p:txBody>
      </p:sp>
      <p:pic>
        <p:nvPicPr>
          <p:cNvPr id="539" name="Google Shape;539;p32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540" name="Google Shape;540;p32"/>
          <p:cNvSpPr txBox="1"/>
          <p:nvPr/>
        </p:nvSpPr>
        <p:spPr>
          <a:xfrm>
            <a:off x="10729913" y="876583"/>
            <a:ext cx="14151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F7F7F"/>
                </a:solidFill>
              </a:rPr>
              <a:t>codehubai.com</a:t>
            </a:r>
            <a:endParaRPr sz="1200">
              <a:solidFill>
                <a:srgbClr val="7F7F7F"/>
              </a:solidFill>
            </a:endParaRPr>
          </a:p>
        </p:txBody>
      </p:sp>
      <p:sp>
        <p:nvSpPr>
          <p:cNvPr id="541" name="Google Shape;541;p32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000000"/>
                </a:solidFill>
              </a:defRPr>
            </a:lvl1pPr>
            <a:lvl2pPr lvl="1">
              <a:buNone/>
              <a:defRPr>
                <a:solidFill>
                  <a:srgbClr val="000000"/>
                </a:solidFill>
              </a:defRPr>
            </a:lvl2pPr>
            <a:lvl3pPr lvl="2">
              <a:buNone/>
              <a:defRPr>
                <a:solidFill>
                  <a:srgbClr val="000000"/>
                </a:solidFill>
              </a:defRPr>
            </a:lvl3pPr>
            <a:lvl4pPr lvl="3">
              <a:buNone/>
              <a:defRPr>
                <a:solidFill>
                  <a:srgbClr val="000000"/>
                </a:solidFill>
              </a:defRPr>
            </a:lvl4pPr>
            <a:lvl5pPr lvl="4">
              <a:buNone/>
              <a:defRPr>
                <a:solidFill>
                  <a:srgbClr val="000000"/>
                </a:solidFill>
              </a:defRPr>
            </a:lvl5pPr>
            <a:lvl6pPr lvl="5">
              <a:buNone/>
              <a:defRPr>
                <a:solidFill>
                  <a:srgbClr val="000000"/>
                </a:solidFill>
              </a:defRPr>
            </a:lvl6pPr>
            <a:lvl7pPr lvl="6">
              <a:buNone/>
              <a:defRPr>
                <a:solidFill>
                  <a:srgbClr val="000000"/>
                </a:solidFill>
              </a:defRPr>
            </a:lvl7pPr>
            <a:lvl8pPr lvl="7">
              <a:buNone/>
              <a:defRPr>
                <a:solidFill>
                  <a:srgbClr val="000000"/>
                </a:solidFill>
              </a:defRPr>
            </a:lvl8pPr>
            <a:lvl9pPr lvl="8"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3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2D4FF"/>
          </a:solidFill>
          <a:ln>
            <a:noFill/>
          </a:ln>
        </p:spPr>
        <p:txBody>
          <a:bodyPr anchorCtr="0" anchor="ctr" bIns="76200" lIns="76200" spcFirstLastPara="1" rIns="76200" wrap="square" tIns="76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3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txBody>
          <a:bodyPr anchorCtr="0" anchor="ctr" bIns="76200" lIns="76200" spcFirstLastPara="1" rIns="76200" wrap="square" tIns="76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45" name="Google Shape;545;p33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33"/>
          <p:cNvSpPr txBox="1"/>
          <p:nvPr/>
        </p:nvSpPr>
        <p:spPr>
          <a:xfrm>
            <a:off x="10729913" y="876583"/>
            <a:ext cx="14151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F7F7F"/>
                </a:solidFill>
              </a:rPr>
              <a:t>codehubai.com</a:t>
            </a:r>
            <a:endParaRPr sz="1200">
              <a:solidFill>
                <a:srgbClr val="7F7F7F"/>
              </a:solidFill>
            </a:endParaRPr>
          </a:p>
        </p:txBody>
      </p:sp>
      <p:sp>
        <p:nvSpPr>
          <p:cNvPr id="547" name="Google Shape;547;p33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3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2D4FF"/>
          </a:solidFill>
          <a:ln>
            <a:noFill/>
          </a:ln>
        </p:spPr>
        <p:txBody>
          <a:bodyPr anchorCtr="0" anchor="ctr" bIns="76200" lIns="76200" spcFirstLastPara="1" rIns="76200" wrap="square" tIns="76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3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txBody>
          <a:bodyPr anchorCtr="0" anchor="ctr" bIns="76200" lIns="76200" spcFirstLastPara="1" rIns="76200" wrap="square" tIns="76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51" name="Google Shape;551;p34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552" name="Google Shape;552;p34"/>
          <p:cNvSpPr txBox="1"/>
          <p:nvPr/>
        </p:nvSpPr>
        <p:spPr>
          <a:xfrm>
            <a:off x="10729913" y="876583"/>
            <a:ext cx="14151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F7F7F"/>
                </a:solidFill>
              </a:rPr>
              <a:t>codehubai.com</a:t>
            </a:r>
            <a:endParaRPr sz="1200">
              <a:solidFill>
                <a:srgbClr val="7F7F7F"/>
              </a:solidFill>
            </a:endParaRPr>
          </a:p>
        </p:txBody>
      </p:sp>
      <p:sp>
        <p:nvSpPr>
          <p:cNvPr id="553" name="Google Shape;553;p34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35"/>
          <p:cNvSpPr txBox="1"/>
          <p:nvPr>
            <p:ph type="title"/>
          </p:nvPr>
        </p:nvSpPr>
        <p:spPr>
          <a:xfrm>
            <a:off x="960000" y="2772433"/>
            <a:ext cx="7464000" cy="11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67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/>
        </p:txBody>
      </p:sp>
      <p:sp>
        <p:nvSpPr>
          <p:cNvPr id="556" name="Google Shape;556;p35"/>
          <p:cNvSpPr txBox="1"/>
          <p:nvPr>
            <p:ph hasCustomPrompt="1" idx="2" type="title"/>
          </p:nvPr>
        </p:nvSpPr>
        <p:spPr>
          <a:xfrm>
            <a:off x="960000" y="1367634"/>
            <a:ext cx="2270100" cy="13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Char char="●"/>
              <a:defRPr sz="8300"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8000"/>
              <a:buChar char="○"/>
              <a:defRPr sz="8000"/>
            </a:lvl2pPr>
            <a:lvl3pPr lvl="2" algn="ctr">
              <a:spcBef>
                <a:spcPts val="0"/>
              </a:spcBef>
              <a:spcAft>
                <a:spcPts val="0"/>
              </a:spcAft>
              <a:buSzPts val="8000"/>
              <a:buChar char="■"/>
              <a:defRPr sz="8000"/>
            </a:lvl3pPr>
            <a:lvl4pPr lvl="3" algn="ctr">
              <a:spcBef>
                <a:spcPts val="0"/>
              </a:spcBef>
              <a:spcAft>
                <a:spcPts val="0"/>
              </a:spcAft>
              <a:buSzPts val="8000"/>
              <a:buChar char="●"/>
              <a:defRPr sz="8000"/>
            </a:lvl4pPr>
            <a:lvl5pPr lvl="4" algn="ctr">
              <a:spcBef>
                <a:spcPts val="0"/>
              </a:spcBef>
              <a:spcAft>
                <a:spcPts val="0"/>
              </a:spcAft>
              <a:buSzPts val="8000"/>
              <a:buChar char="○"/>
              <a:defRPr sz="8000"/>
            </a:lvl5pPr>
            <a:lvl6pPr lvl="5" algn="ctr">
              <a:spcBef>
                <a:spcPts val="0"/>
              </a:spcBef>
              <a:spcAft>
                <a:spcPts val="0"/>
              </a:spcAft>
              <a:buSzPts val="8000"/>
              <a:buChar char="■"/>
              <a:defRPr sz="8000"/>
            </a:lvl6pPr>
            <a:lvl7pPr lvl="6" algn="ctr">
              <a:spcBef>
                <a:spcPts val="0"/>
              </a:spcBef>
              <a:spcAft>
                <a:spcPts val="0"/>
              </a:spcAft>
              <a:buSzPts val="8000"/>
              <a:buChar char="●"/>
              <a:defRPr sz="8000"/>
            </a:lvl7pPr>
            <a:lvl8pPr lvl="7" algn="ctr">
              <a:spcBef>
                <a:spcPts val="0"/>
              </a:spcBef>
              <a:spcAft>
                <a:spcPts val="0"/>
              </a:spcAft>
              <a:buSzPts val="8000"/>
              <a:buChar char="○"/>
              <a:defRPr sz="8000"/>
            </a:lvl8pPr>
            <a:lvl9pPr lvl="8" algn="ctr">
              <a:spcBef>
                <a:spcPts val="0"/>
              </a:spcBef>
              <a:spcAft>
                <a:spcPts val="0"/>
              </a:spcAft>
              <a:buSzPts val="8000"/>
              <a:buChar char="■"/>
              <a:defRPr sz="8000"/>
            </a:lvl9pPr>
          </a:lstStyle>
          <a:p>
            <a:r>
              <a:t>xx%</a:t>
            </a:r>
          </a:p>
        </p:txBody>
      </p:sp>
      <p:sp>
        <p:nvSpPr>
          <p:cNvPr id="557" name="Google Shape;557;p35"/>
          <p:cNvSpPr txBox="1"/>
          <p:nvPr>
            <p:ph idx="1" type="subTitle"/>
          </p:nvPr>
        </p:nvSpPr>
        <p:spPr>
          <a:xfrm>
            <a:off x="960000" y="4336500"/>
            <a:ext cx="7464000" cy="6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9pPr>
          </a:lstStyle>
          <a:p/>
        </p:txBody>
      </p:sp>
      <p:grpSp>
        <p:nvGrpSpPr>
          <p:cNvPr id="558" name="Google Shape;558;p35"/>
          <p:cNvGrpSpPr/>
          <p:nvPr/>
        </p:nvGrpSpPr>
        <p:grpSpPr>
          <a:xfrm>
            <a:off x="-718924" y="-2290580"/>
            <a:ext cx="5862778" cy="5562070"/>
            <a:chOff x="-494406" y="-1584825"/>
            <a:chExt cx="4397193" cy="4171657"/>
          </a:xfrm>
        </p:grpSpPr>
        <p:grpSp>
          <p:nvGrpSpPr>
            <p:cNvPr id="559" name="Google Shape;559;p35"/>
            <p:cNvGrpSpPr/>
            <p:nvPr/>
          </p:nvGrpSpPr>
          <p:grpSpPr>
            <a:xfrm>
              <a:off x="-494406" y="-252396"/>
              <a:ext cx="1741563" cy="1288563"/>
              <a:chOff x="-494406" y="-252396"/>
              <a:chExt cx="1741563" cy="1288563"/>
            </a:xfrm>
          </p:grpSpPr>
          <p:sp>
            <p:nvSpPr>
              <p:cNvPr id="560" name="Google Shape;560;p35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8000">
                    <a:schemeClr val="lt1"/>
                  </a:gs>
                  <a:gs pos="56000">
                    <a:srgbClr val="FFFFFF">
                      <a:alpha val="0"/>
                    </a:srgbClr>
                  </a:gs>
                  <a:gs pos="74000">
                    <a:schemeClr val="lt1"/>
                  </a:gs>
                  <a:gs pos="100000">
                    <a:srgbClr val="0C0A9E">
                      <a:alpha val="20000"/>
                    </a:srgbClr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1" name="Google Shape;561;p35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8000">
                    <a:schemeClr val="lt1"/>
                  </a:gs>
                  <a:gs pos="56000">
                    <a:srgbClr val="FFFFFF">
                      <a:alpha val="0"/>
                    </a:srgbClr>
                  </a:gs>
                  <a:gs pos="74000">
                    <a:schemeClr val="lt1"/>
                  </a:gs>
                  <a:gs pos="100000">
                    <a:srgbClr val="0C0A9E">
                      <a:alpha val="20000"/>
                    </a:srgbClr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62" name="Google Shape;562;p35"/>
            <p:cNvGrpSpPr/>
            <p:nvPr/>
          </p:nvGrpSpPr>
          <p:grpSpPr>
            <a:xfrm>
              <a:off x="245875" y="-51824"/>
              <a:ext cx="208200" cy="1824700"/>
              <a:chOff x="1040050" y="3812126"/>
              <a:chExt cx="208200" cy="1824700"/>
            </a:xfrm>
          </p:grpSpPr>
          <p:sp>
            <p:nvSpPr>
              <p:cNvPr id="563" name="Google Shape;563;p35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4" name="Google Shape;564;p35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65" name="Google Shape;565;p35"/>
            <p:cNvGrpSpPr/>
            <p:nvPr/>
          </p:nvGrpSpPr>
          <p:grpSpPr>
            <a:xfrm>
              <a:off x="441574" y="-36652"/>
              <a:ext cx="699940" cy="478601"/>
              <a:chOff x="39722" y="4349021"/>
              <a:chExt cx="1061964" cy="726143"/>
            </a:xfrm>
          </p:grpSpPr>
          <p:grpSp>
            <p:nvGrpSpPr>
              <p:cNvPr id="566" name="Google Shape;566;p35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567" name="Google Shape;567;p35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568" name="Google Shape;568;p35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569" name="Google Shape;569;p35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70" name="Google Shape;570;p35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71" name="Google Shape;571;p35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72" name="Google Shape;572;p35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73" name="Google Shape;573;p35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574" name="Google Shape;574;p35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75" name="Google Shape;575;p35"/>
            <p:cNvGrpSpPr/>
            <p:nvPr/>
          </p:nvGrpSpPr>
          <p:grpSpPr>
            <a:xfrm>
              <a:off x="955673" y="11"/>
              <a:ext cx="592576" cy="405260"/>
              <a:chOff x="39722" y="4349021"/>
              <a:chExt cx="1061964" cy="726143"/>
            </a:xfrm>
          </p:grpSpPr>
          <p:grpSp>
            <p:nvGrpSpPr>
              <p:cNvPr id="576" name="Google Shape;576;p35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577" name="Google Shape;577;p35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578" name="Google Shape;578;p35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579" name="Google Shape;579;p35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80" name="Google Shape;580;p35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81" name="Google Shape;581;p35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82" name="Google Shape;582;p35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83" name="Google Shape;583;p35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584" name="Google Shape;584;p35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5" name="Google Shape;585;p35"/>
            <p:cNvGrpSpPr/>
            <p:nvPr/>
          </p:nvGrpSpPr>
          <p:grpSpPr>
            <a:xfrm>
              <a:off x="-1" y="621223"/>
              <a:ext cx="699940" cy="478601"/>
              <a:chOff x="39722" y="4349021"/>
              <a:chExt cx="1061964" cy="726143"/>
            </a:xfrm>
          </p:grpSpPr>
          <p:grpSp>
            <p:nvGrpSpPr>
              <p:cNvPr id="586" name="Google Shape;586;p35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587" name="Google Shape;587;p35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588" name="Google Shape;588;p35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589" name="Google Shape;589;p35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90" name="Google Shape;590;p35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91" name="Google Shape;591;p35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92" name="Google Shape;592;p35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93" name="Google Shape;593;p35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594" name="Google Shape;594;p35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95" name="Google Shape;595;p35"/>
            <p:cNvGrpSpPr/>
            <p:nvPr/>
          </p:nvGrpSpPr>
          <p:grpSpPr>
            <a:xfrm rot="-8100000">
              <a:off x="540898" y="-1172741"/>
              <a:ext cx="2552124" cy="3347490"/>
              <a:chOff x="2976325" y="908175"/>
              <a:chExt cx="4028179" cy="5283555"/>
            </a:xfrm>
          </p:grpSpPr>
          <p:sp>
            <p:nvSpPr>
              <p:cNvPr id="596" name="Google Shape;596;p35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7" name="Google Shape;597;p35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8" name="Google Shape;598;p35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599" name="Google Shape;599;p35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000000"/>
                </a:solidFill>
              </a:defRPr>
            </a:lvl1pPr>
            <a:lvl2pPr lvl="1">
              <a:buNone/>
              <a:defRPr>
                <a:solidFill>
                  <a:srgbClr val="000000"/>
                </a:solidFill>
              </a:defRPr>
            </a:lvl2pPr>
            <a:lvl3pPr lvl="2">
              <a:buNone/>
              <a:defRPr>
                <a:solidFill>
                  <a:srgbClr val="000000"/>
                </a:solidFill>
              </a:defRPr>
            </a:lvl3pPr>
            <a:lvl4pPr lvl="3">
              <a:buNone/>
              <a:defRPr>
                <a:solidFill>
                  <a:srgbClr val="000000"/>
                </a:solidFill>
              </a:defRPr>
            </a:lvl4pPr>
            <a:lvl5pPr lvl="4">
              <a:buNone/>
              <a:defRPr>
                <a:solidFill>
                  <a:srgbClr val="000000"/>
                </a:solidFill>
              </a:defRPr>
            </a:lvl5pPr>
            <a:lvl6pPr lvl="5">
              <a:buNone/>
              <a:defRPr>
                <a:solidFill>
                  <a:srgbClr val="000000"/>
                </a:solidFill>
              </a:defRPr>
            </a:lvl6pPr>
            <a:lvl7pPr lvl="6">
              <a:buNone/>
              <a:defRPr>
                <a:solidFill>
                  <a:srgbClr val="000000"/>
                </a:solidFill>
              </a:defRPr>
            </a:lvl7pPr>
            <a:lvl8pPr lvl="7">
              <a:buNone/>
              <a:defRPr>
                <a:solidFill>
                  <a:srgbClr val="000000"/>
                </a:solidFill>
              </a:defRPr>
            </a:lvl8pPr>
            <a:lvl9pPr lvl="8"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Custom Layout 1">
  <p:cSld name="4_Custom Layout_1"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36"/>
          <p:cNvSpPr/>
          <p:nvPr>
            <p:ph idx="2" type="pic"/>
          </p:nvPr>
        </p:nvSpPr>
        <p:spPr>
          <a:xfrm>
            <a:off x="0" y="2670629"/>
            <a:ext cx="9243000" cy="41874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602" name="Google Shape;602;p36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pic>
        <p:nvPicPr>
          <p:cNvPr id="603" name="Google Shape;603;p36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36"/>
          <p:cNvSpPr txBox="1"/>
          <p:nvPr/>
        </p:nvSpPr>
        <p:spPr>
          <a:xfrm>
            <a:off x="10729913" y="876583"/>
            <a:ext cx="14151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F7F7F"/>
                </a:solidFill>
              </a:rPr>
              <a:t>codehubai.com</a:t>
            </a:r>
            <a:endParaRPr sz="1200">
              <a:solidFill>
                <a:srgbClr val="7F7F7F"/>
              </a:solidFill>
            </a:endParaRPr>
          </a:p>
        </p:txBody>
      </p:sp>
      <p:sp>
        <p:nvSpPr>
          <p:cNvPr id="605" name="Google Shape;605;p36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36" Type="http://schemas.openxmlformats.org/officeDocument/2006/relationships/theme" Target="../theme/theme2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8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/>
        </p:nvSpPr>
        <p:spPr>
          <a:xfrm>
            <a:off x="205350" y="6441875"/>
            <a:ext cx="40533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74747"/>
                </a:solidFill>
                <a:latin typeface="IBM Plex Mono Light"/>
                <a:ea typeface="IBM Plex Mono Light"/>
                <a:cs typeface="IBM Plex Mono Light"/>
                <a:sym typeface="IBM Plex Mono Light"/>
              </a:rPr>
              <a:t>© </a:t>
            </a:r>
            <a:r>
              <a:rPr lang="en-US" sz="1000">
                <a:solidFill>
                  <a:srgbClr val="262626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CodeHub AI, </a:t>
            </a:r>
            <a:r>
              <a:rPr lang="en-US" sz="1000">
                <a:solidFill>
                  <a:srgbClr val="262626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all rights reserved</a:t>
            </a:r>
            <a:endParaRPr sz="1000">
              <a:solidFill>
                <a:srgbClr val="262626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7" name="Google Shape;7;p1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tx1"/>
                </a:solidFill>
              </a:defRPr>
            </a:lvl1pPr>
            <a:lvl2pPr lvl="1" algn="r">
              <a:buNone/>
              <a:defRPr sz="1300">
                <a:solidFill>
                  <a:schemeClr val="tx1"/>
                </a:solidFill>
              </a:defRPr>
            </a:lvl2pPr>
            <a:lvl3pPr lvl="2" algn="r">
              <a:buNone/>
              <a:defRPr sz="1300">
                <a:solidFill>
                  <a:schemeClr val="tx1"/>
                </a:solidFill>
              </a:defRPr>
            </a:lvl3pPr>
            <a:lvl4pPr lvl="3" algn="r">
              <a:buNone/>
              <a:defRPr sz="1300">
                <a:solidFill>
                  <a:schemeClr val="tx1"/>
                </a:solidFill>
              </a:defRPr>
            </a:lvl4pPr>
            <a:lvl5pPr lvl="4" algn="r">
              <a:buNone/>
              <a:defRPr sz="1300">
                <a:solidFill>
                  <a:schemeClr val="tx1"/>
                </a:solidFill>
              </a:defRPr>
            </a:lvl5pPr>
            <a:lvl6pPr lvl="5" algn="r">
              <a:buNone/>
              <a:defRPr sz="1300">
                <a:solidFill>
                  <a:schemeClr val="tx1"/>
                </a:solidFill>
              </a:defRPr>
            </a:lvl6pPr>
            <a:lvl7pPr lvl="6" algn="r">
              <a:buNone/>
              <a:defRPr sz="1300">
                <a:solidFill>
                  <a:schemeClr val="tx1"/>
                </a:solidFill>
              </a:defRPr>
            </a:lvl7pPr>
            <a:lvl8pPr lvl="7" algn="r">
              <a:buNone/>
              <a:defRPr sz="1300">
                <a:solidFill>
                  <a:schemeClr val="tx1"/>
                </a:solidFill>
              </a:defRPr>
            </a:lvl8pPr>
            <a:lvl9pPr lvl="8" algn="r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image" Target="../media/image7.png"/><Relationship Id="rId5" Type="http://schemas.openxmlformats.org/officeDocument/2006/relationships/image" Target="../media/image10.png"/><Relationship Id="rId6" Type="http://schemas.openxmlformats.org/officeDocument/2006/relationships/image" Target="../media/image9.png"/><Relationship Id="rId7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4.png"/><Relationship Id="rId4" Type="http://schemas.openxmlformats.org/officeDocument/2006/relationships/image" Target="../media/image18.png"/><Relationship Id="rId5" Type="http://schemas.openxmlformats.org/officeDocument/2006/relationships/image" Target="../media/image14.png"/><Relationship Id="rId6" Type="http://schemas.openxmlformats.org/officeDocument/2006/relationships/image" Target="../media/image20.png"/><Relationship Id="rId7" Type="http://schemas.openxmlformats.org/officeDocument/2006/relationships/image" Target="../media/image27.png"/><Relationship Id="rId8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5.png"/><Relationship Id="rId5" Type="http://schemas.openxmlformats.org/officeDocument/2006/relationships/image" Target="../media/image14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57.png"/><Relationship Id="rId11" Type="http://schemas.openxmlformats.org/officeDocument/2006/relationships/image" Target="../media/image8.png"/><Relationship Id="rId10" Type="http://schemas.openxmlformats.org/officeDocument/2006/relationships/image" Target="../media/image1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3.png"/><Relationship Id="rId4" Type="http://schemas.openxmlformats.org/officeDocument/2006/relationships/image" Target="../media/image19.png"/><Relationship Id="rId5" Type="http://schemas.openxmlformats.org/officeDocument/2006/relationships/image" Target="../media/image17.png"/><Relationship Id="rId6" Type="http://schemas.openxmlformats.org/officeDocument/2006/relationships/image" Target="../media/image2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8.png"/><Relationship Id="rId4" Type="http://schemas.openxmlformats.org/officeDocument/2006/relationships/image" Target="../media/image23.png"/><Relationship Id="rId9" Type="http://schemas.openxmlformats.org/officeDocument/2006/relationships/image" Target="../media/image49.png"/><Relationship Id="rId5" Type="http://schemas.openxmlformats.org/officeDocument/2006/relationships/image" Target="../media/image19.png"/><Relationship Id="rId6" Type="http://schemas.openxmlformats.org/officeDocument/2006/relationships/image" Target="../media/image17.png"/><Relationship Id="rId7" Type="http://schemas.openxmlformats.org/officeDocument/2006/relationships/image" Target="../media/image29.png"/><Relationship Id="rId8" Type="http://schemas.openxmlformats.org/officeDocument/2006/relationships/image" Target="../media/image44.png"/><Relationship Id="rId10" Type="http://schemas.openxmlformats.org/officeDocument/2006/relationships/image" Target="../media/image3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1.png"/><Relationship Id="rId4" Type="http://schemas.openxmlformats.org/officeDocument/2006/relationships/image" Target="../media/image41.png"/><Relationship Id="rId5" Type="http://schemas.openxmlformats.org/officeDocument/2006/relationships/image" Target="../media/image30.png"/><Relationship Id="rId6" Type="http://schemas.openxmlformats.org/officeDocument/2006/relationships/image" Target="../media/image1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43.png"/><Relationship Id="rId5" Type="http://schemas.openxmlformats.org/officeDocument/2006/relationships/image" Target="../media/image8.png"/><Relationship Id="rId6" Type="http://schemas.openxmlformats.org/officeDocument/2006/relationships/image" Target="../media/image35.png"/><Relationship Id="rId7" Type="http://schemas.openxmlformats.org/officeDocument/2006/relationships/image" Target="../media/image34.png"/><Relationship Id="rId8" Type="http://schemas.openxmlformats.org/officeDocument/2006/relationships/image" Target="../media/image4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0.png"/><Relationship Id="rId4" Type="http://schemas.openxmlformats.org/officeDocument/2006/relationships/image" Target="../media/image37.png"/><Relationship Id="rId5" Type="http://schemas.openxmlformats.org/officeDocument/2006/relationships/image" Target="../media/image45.png"/><Relationship Id="rId6" Type="http://schemas.openxmlformats.org/officeDocument/2006/relationships/image" Target="../media/image48.png"/><Relationship Id="rId7" Type="http://schemas.openxmlformats.org/officeDocument/2006/relationships/image" Target="../media/image3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8.png"/><Relationship Id="rId4" Type="http://schemas.openxmlformats.org/officeDocument/2006/relationships/image" Target="../media/image39.png"/><Relationship Id="rId5" Type="http://schemas.openxmlformats.org/officeDocument/2006/relationships/image" Target="../media/image46.png"/><Relationship Id="rId6" Type="http://schemas.openxmlformats.org/officeDocument/2006/relationships/image" Target="../media/image38.png"/><Relationship Id="rId7" Type="http://schemas.openxmlformats.org/officeDocument/2006/relationships/image" Target="../media/image40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6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2.png"/><Relationship Id="rId4" Type="http://schemas.openxmlformats.org/officeDocument/2006/relationships/image" Target="../media/image53.png"/><Relationship Id="rId5" Type="http://schemas.openxmlformats.org/officeDocument/2006/relationships/image" Target="../media/image52.png"/><Relationship Id="rId6" Type="http://schemas.openxmlformats.org/officeDocument/2006/relationships/image" Target="../media/image54.png"/><Relationship Id="rId7" Type="http://schemas.openxmlformats.org/officeDocument/2006/relationships/image" Target="../media/image8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1.png"/><Relationship Id="rId4" Type="http://schemas.openxmlformats.org/officeDocument/2006/relationships/image" Target="../media/image8.png"/><Relationship Id="rId5" Type="http://schemas.openxmlformats.org/officeDocument/2006/relationships/image" Target="../media/image36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51.png"/><Relationship Id="rId4" Type="http://schemas.openxmlformats.org/officeDocument/2006/relationships/image" Target="../media/image55.png"/><Relationship Id="rId5" Type="http://schemas.openxmlformats.org/officeDocument/2006/relationships/image" Target="../media/image59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51.png"/><Relationship Id="rId4" Type="http://schemas.openxmlformats.org/officeDocument/2006/relationships/image" Target="../media/image55.png"/><Relationship Id="rId5" Type="http://schemas.openxmlformats.org/officeDocument/2006/relationships/image" Target="../media/image59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58.png"/><Relationship Id="rId4" Type="http://schemas.openxmlformats.org/officeDocument/2006/relationships/image" Target="../media/image56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0" name="Google Shape;610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81323" y="760452"/>
            <a:ext cx="3742753" cy="3742753"/>
          </a:xfrm>
          <a:prstGeom prst="rect">
            <a:avLst/>
          </a:prstGeom>
          <a:noFill/>
          <a:ln>
            <a:noFill/>
          </a:ln>
        </p:spPr>
      </p:pic>
      <p:sp>
        <p:nvSpPr>
          <p:cNvPr id="611" name="Google Shape;611;p37"/>
          <p:cNvSpPr txBox="1"/>
          <p:nvPr/>
        </p:nvSpPr>
        <p:spPr>
          <a:xfrm>
            <a:off x="3954538" y="3682248"/>
            <a:ext cx="5001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400">
                <a:solidFill>
                  <a:srgbClr val="06B3F3"/>
                </a:solidFill>
                <a:latin typeface="Poppins"/>
                <a:ea typeface="Poppins"/>
                <a:cs typeface="Poppins"/>
                <a:sym typeface="Poppins"/>
              </a:rPr>
              <a:t>Generative AI </a:t>
            </a:r>
            <a:endParaRPr/>
          </a:p>
        </p:txBody>
      </p:sp>
      <p:sp>
        <p:nvSpPr>
          <p:cNvPr id="612" name="Google Shape;612;p37"/>
          <p:cNvSpPr txBox="1"/>
          <p:nvPr/>
        </p:nvSpPr>
        <p:spPr>
          <a:xfrm>
            <a:off x="4044650" y="4418675"/>
            <a:ext cx="81879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Full Stack Developer</a:t>
            </a:r>
            <a:endParaRPr sz="4800">
              <a:solidFill>
                <a:srgbClr val="7F7F7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13" name="Google Shape;613;p37"/>
          <p:cNvSpPr/>
          <p:nvPr/>
        </p:nvSpPr>
        <p:spPr>
          <a:xfrm>
            <a:off x="4080325" y="3723225"/>
            <a:ext cx="995100" cy="105600"/>
          </a:xfrm>
          <a:prstGeom prst="roundRect">
            <a:avLst>
              <a:gd fmla="val 50000" name="adj"/>
            </a:avLst>
          </a:prstGeom>
          <a:solidFill>
            <a:srgbClr val="06B3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14" name="Google Shape;614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97275" y="3026375"/>
            <a:ext cx="2811375" cy="2168575"/>
          </a:xfrm>
          <a:prstGeom prst="rect">
            <a:avLst/>
          </a:prstGeom>
          <a:noFill/>
          <a:ln>
            <a:noFill/>
          </a:ln>
        </p:spPr>
      </p:pic>
      <p:sp>
        <p:nvSpPr>
          <p:cNvPr id="615" name="Google Shape;615;p37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0" name="Google Shape;620;p38"/>
          <p:cNvGrpSpPr/>
          <p:nvPr/>
        </p:nvGrpSpPr>
        <p:grpSpPr>
          <a:xfrm>
            <a:off x="868426" y="2469824"/>
            <a:ext cx="11123100" cy="1631701"/>
            <a:chOff x="800251" y="1467172"/>
            <a:chExt cx="11123100" cy="1631701"/>
          </a:xfrm>
        </p:grpSpPr>
        <p:sp>
          <p:nvSpPr>
            <p:cNvPr id="621" name="Google Shape;621;p38"/>
            <p:cNvSpPr txBox="1"/>
            <p:nvPr/>
          </p:nvSpPr>
          <p:spPr>
            <a:xfrm>
              <a:off x="800251" y="1467173"/>
              <a:ext cx="11123100" cy="163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5200">
                  <a:solidFill>
                    <a:schemeClr val="accent1"/>
                  </a:solidFill>
                  <a:latin typeface="Poppins"/>
                  <a:ea typeface="Poppins"/>
                  <a:cs typeface="Poppins"/>
                  <a:sym typeface="Poppins"/>
                </a:rPr>
                <a:t>Course C</a:t>
              </a:r>
              <a:r>
                <a:rPr b="1" lang="en-US" sz="5200">
                  <a:solidFill>
                    <a:srgbClr val="262626"/>
                  </a:solidFill>
                  <a:latin typeface="Poppins"/>
                  <a:ea typeface="Poppins"/>
                  <a:cs typeface="Poppins"/>
                  <a:sym typeface="Poppins"/>
                </a:rPr>
                <a:t> : </a:t>
              </a:r>
              <a:endParaRPr b="1" sz="52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800">
                  <a:solidFill>
                    <a:srgbClr val="262626"/>
                  </a:solidFill>
                  <a:latin typeface="Poppins"/>
                  <a:ea typeface="Poppins"/>
                  <a:cs typeface="Poppins"/>
                  <a:sym typeface="Poppins"/>
                </a:rPr>
                <a:t>Developing Applications with LLM</a:t>
              </a:r>
              <a:endParaRPr b="1" sz="4800">
                <a:solidFill>
                  <a:srgbClr val="06B3F3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22" name="Google Shape;622;p38"/>
            <p:cNvSpPr/>
            <p:nvPr/>
          </p:nvSpPr>
          <p:spPr>
            <a:xfrm>
              <a:off x="937845" y="1467172"/>
              <a:ext cx="995100" cy="105600"/>
            </a:xfrm>
            <a:prstGeom prst="roundRect">
              <a:avLst>
                <a:gd fmla="val 50000" name="adj"/>
              </a:avLst>
            </a:prstGeom>
            <a:solidFill>
              <a:srgbClr val="06B3F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6B3F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23" name="Google Shape;623;p38"/>
          <p:cNvSpPr txBox="1"/>
          <p:nvPr>
            <p:ph idx="12" type="sldNum"/>
          </p:nvPr>
        </p:nvSpPr>
        <p:spPr>
          <a:xfrm>
            <a:off x="11674248" y="6428527"/>
            <a:ext cx="466500" cy="42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39"/>
          <p:cNvSpPr txBox="1"/>
          <p:nvPr/>
        </p:nvSpPr>
        <p:spPr>
          <a:xfrm>
            <a:off x="2104825" y="2997350"/>
            <a:ext cx="8535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02</a:t>
            </a:r>
            <a:r>
              <a:rPr b="1" lang="en-US" sz="34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 - </a:t>
            </a:r>
            <a:r>
              <a:rPr b="1" lang="en-US" sz="3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LangChain Advanced Concepts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629" name="Google Shape;629;p39"/>
          <p:cNvSpPr txBox="1"/>
          <p:nvPr>
            <p:ph idx="12" type="sldNum"/>
          </p:nvPr>
        </p:nvSpPr>
        <p:spPr>
          <a:xfrm>
            <a:off x="11676048" y="6415126"/>
            <a:ext cx="464700" cy="44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40"/>
          <p:cNvSpPr txBox="1"/>
          <p:nvPr/>
        </p:nvSpPr>
        <p:spPr>
          <a:xfrm>
            <a:off x="2420025" y="4199825"/>
            <a:ext cx="70287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Objectives:</a:t>
            </a:r>
            <a:endParaRPr b="1" i="0" sz="20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Poppins Medium"/>
              <a:buChar char="●"/>
            </a:pPr>
            <a:r>
              <a:rPr lang="en-US" sz="1600">
                <a:latin typeface="Poppins Medium"/>
                <a:ea typeface="Poppins Medium"/>
                <a:cs typeface="Poppins Medium"/>
                <a:sym typeface="Poppins Medium"/>
              </a:rPr>
              <a:t>Manage state and build robust multi-step flows</a:t>
            </a:r>
            <a:endParaRPr sz="1600"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Poppins Medium"/>
              <a:buChar char="●"/>
            </a:pPr>
            <a:r>
              <a:rPr lang="en-US" sz="1600">
                <a:latin typeface="Poppins Medium"/>
                <a:ea typeface="Poppins Medium"/>
                <a:cs typeface="Poppins Medium"/>
                <a:sym typeface="Poppins Medium"/>
              </a:rPr>
              <a:t>Use function/tool calling.</a:t>
            </a:r>
            <a:endParaRPr i="0" sz="1600" u="none" cap="none" strike="noStrike">
              <a:solidFill>
                <a:srgbClr val="000000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635" name="Google Shape;635;p40"/>
          <p:cNvSpPr txBox="1"/>
          <p:nvPr/>
        </p:nvSpPr>
        <p:spPr>
          <a:xfrm>
            <a:off x="337853" y="433775"/>
            <a:ext cx="3269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Agenda</a:t>
            </a:r>
            <a:endParaRPr sz="1200">
              <a:solidFill>
                <a:schemeClr val="accent1"/>
              </a:solidFill>
            </a:endParaRPr>
          </a:p>
        </p:txBody>
      </p:sp>
      <p:sp>
        <p:nvSpPr>
          <p:cNvPr id="636" name="Google Shape;636;p40"/>
          <p:cNvSpPr/>
          <p:nvPr/>
        </p:nvSpPr>
        <p:spPr>
          <a:xfrm>
            <a:off x="328261" y="3281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40"/>
          <p:cNvSpPr txBox="1"/>
          <p:nvPr/>
        </p:nvSpPr>
        <p:spPr>
          <a:xfrm>
            <a:off x="4079925" y="1336800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Chains Recap</a:t>
            </a:r>
            <a:endParaRPr b="1"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38" name="Google Shape;638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0850" y="1434925"/>
            <a:ext cx="234851" cy="234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639" name="Google Shape;639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10852" y="1874000"/>
            <a:ext cx="234851" cy="234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640" name="Google Shape;640;p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10850" y="2313063"/>
            <a:ext cx="234851" cy="234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641" name="Google Shape;641;p4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810850" y="2738062"/>
            <a:ext cx="234851" cy="234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642" name="Google Shape;642;p4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810850" y="3163050"/>
            <a:ext cx="234851" cy="234851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0"/>
          <p:cNvSpPr txBox="1"/>
          <p:nvPr/>
        </p:nvSpPr>
        <p:spPr>
          <a:xfrm>
            <a:off x="4079925" y="1775875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Callbacks</a:t>
            </a:r>
            <a:endParaRPr b="1"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44" name="Google Shape;644;p40"/>
          <p:cNvSpPr txBox="1"/>
          <p:nvPr/>
        </p:nvSpPr>
        <p:spPr>
          <a:xfrm>
            <a:off x="4079925" y="2214938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Memory</a:t>
            </a:r>
            <a:endParaRPr b="1"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45" name="Google Shape;645;p40"/>
          <p:cNvSpPr txBox="1"/>
          <p:nvPr/>
        </p:nvSpPr>
        <p:spPr>
          <a:xfrm>
            <a:off x="4079925" y="2654025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Tools &amp; Function calling</a:t>
            </a:r>
            <a:endParaRPr b="1"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46" name="Google Shape;646;p40"/>
          <p:cNvSpPr txBox="1"/>
          <p:nvPr/>
        </p:nvSpPr>
        <p:spPr>
          <a:xfrm>
            <a:off x="4079925" y="3067163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LCEL orchestration</a:t>
            </a:r>
            <a:endParaRPr b="1"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47" name="Google Shape;647;p40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41"/>
          <p:cNvSpPr txBox="1"/>
          <p:nvPr/>
        </p:nvSpPr>
        <p:spPr>
          <a:xfrm>
            <a:off x="4659050" y="3051313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Chains Recap</a:t>
            </a:r>
            <a:endParaRPr b="1" sz="3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53" name="Google Shape;653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5200" y="3184500"/>
            <a:ext cx="380125" cy="380125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41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42"/>
          <p:cNvSpPr txBox="1"/>
          <p:nvPr/>
        </p:nvSpPr>
        <p:spPr>
          <a:xfrm>
            <a:off x="356875" y="350625"/>
            <a:ext cx="5367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3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Chain Recap </a:t>
            </a:r>
            <a:r>
              <a:rPr b="1" lang="en-US" sz="2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(</a:t>
            </a:r>
            <a:r>
              <a:rPr b="1" lang="en-US" sz="25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Foundation</a:t>
            </a:r>
            <a:r>
              <a:rPr b="1" lang="en-US" sz="2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)</a:t>
            </a:r>
            <a:endParaRPr b="1" sz="2500">
              <a:solidFill>
                <a:srgbClr val="26262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0" name="Google Shape;660;p42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42"/>
          <p:cNvSpPr txBox="1"/>
          <p:nvPr/>
        </p:nvSpPr>
        <p:spPr>
          <a:xfrm>
            <a:off x="2366675" y="2235313"/>
            <a:ext cx="8121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Chains are the building blocks of </a:t>
            </a:r>
            <a:r>
              <a:rPr b="1" lang="en-US" sz="16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LangChain </a:t>
            </a: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applications,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providing structure and orchestration.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62" name="Google Shape;662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44075" y="2325820"/>
            <a:ext cx="496076" cy="496076"/>
          </a:xfrm>
          <a:prstGeom prst="rect">
            <a:avLst/>
          </a:prstGeom>
          <a:noFill/>
          <a:ln>
            <a:noFill/>
          </a:ln>
        </p:spPr>
      </p:pic>
      <p:sp>
        <p:nvSpPr>
          <p:cNvPr id="663" name="Google Shape;663;p42"/>
          <p:cNvSpPr txBox="1"/>
          <p:nvPr/>
        </p:nvSpPr>
        <p:spPr>
          <a:xfrm>
            <a:off x="2366675" y="3194775"/>
            <a:ext cx="8121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latin typeface="Poppins"/>
                <a:ea typeface="Poppins"/>
                <a:cs typeface="Poppins"/>
                <a:sym typeface="Poppins"/>
              </a:rPr>
              <a:t>Chains: </a:t>
            </a:r>
            <a:r>
              <a:rPr b="1" lang="en-US" sz="16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composable</a:t>
            </a: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b="1" lang="en-US" sz="16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observable </a:t>
            </a: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(callbacks), </a:t>
            </a:r>
            <a:r>
              <a:rPr b="1" lang="en-US" sz="16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stateful </a:t>
            </a: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(memory).</a:t>
            </a:r>
            <a:endParaRPr b="1" sz="16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64" name="Google Shape;664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44075" y="3235045"/>
            <a:ext cx="496076" cy="496076"/>
          </a:xfrm>
          <a:prstGeom prst="rect">
            <a:avLst/>
          </a:prstGeom>
          <a:noFill/>
          <a:ln>
            <a:noFill/>
          </a:ln>
        </p:spPr>
      </p:pic>
      <p:sp>
        <p:nvSpPr>
          <p:cNvPr id="665" name="Google Shape;665;p42"/>
          <p:cNvSpPr txBox="1"/>
          <p:nvPr/>
        </p:nvSpPr>
        <p:spPr>
          <a:xfrm>
            <a:off x="2452475" y="4042325"/>
            <a:ext cx="6056400" cy="4671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Chain </a:t>
            </a: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call signature: input dict </a:t>
            </a:r>
            <a:r>
              <a:rPr b="1" lang="en-US" sz="16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output dict</a:t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666" name="Google Shape;666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02120" y="4085888"/>
            <a:ext cx="379974" cy="379974"/>
          </a:xfrm>
          <a:prstGeom prst="rect">
            <a:avLst/>
          </a:prstGeom>
          <a:noFill/>
          <a:ln>
            <a:noFill/>
          </a:ln>
        </p:spPr>
      </p:pic>
      <p:sp>
        <p:nvSpPr>
          <p:cNvPr id="667" name="Google Shape;667;p42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43"/>
          <p:cNvSpPr txBox="1"/>
          <p:nvPr/>
        </p:nvSpPr>
        <p:spPr>
          <a:xfrm>
            <a:off x="356875" y="350625"/>
            <a:ext cx="5367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3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Chain Recap </a:t>
            </a:r>
            <a:r>
              <a:rPr b="1" lang="en-US" sz="2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(</a:t>
            </a:r>
            <a:r>
              <a:rPr b="1" lang="en-US" sz="25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Foundation</a:t>
            </a:r>
            <a:r>
              <a:rPr b="1" lang="en-US" sz="2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)</a:t>
            </a:r>
            <a:endParaRPr b="1" sz="2500">
              <a:solidFill>
                <a:srgbClr val="26262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73" name="Google Shape;673;p43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74" name="Google Shape;674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9225" y="904725"/>
            <a:ext cx="8406513" cy="5604349"/>
          </a:xfrm>
          <a:prstGeom prst="rect">
            <a:avLst/>
          </a:prstGeom>
          <a:noFill/>
          <a:ln>
            <a:noFill/>
          </a:ln>
        </p:spPr>
      </p:pic>
      <p:sp>
        <p:nvSpPr>
          <p:cNvPr id="675" name="Google Shape;675;p43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44"/>
          <p:cNvSpPr txBox="1"/>
          <p:nvPr/>
        </p:nvSpPr>
        <p:spPr>
          <a:xfrm>
            <a:off x="356874" y="350625"/>
            <a:ext cx="9876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Types of Chains</a:t>
            </a:r>
            <a:r>
              <a:rPr b="1" lang="en-US" sz="30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lang="en-US" sz="2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(</a:t>
            </a:r>
            <a:r>
              <a:rPr b="1" lang="en-US" sz="25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Practical</a:t>
            </a:r>
            <a:r>
              <a:rPr b="1" lang="en-US" sz="2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)</a:t>
            </a:r>
            <a:endParaRPr b="1" sz="2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81" name="Google Shape;681;p44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44"/>
          <p:cNvSpPr txBox="1"/>
          <p:nvPr/>
        </p:nvSpPr>
        <p:spPr>
          <a:xfrm>
            <a:off x="1778250" y="2026900"/>
            <a:ext cx="90723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Poppins"/>
              <a:buChar char="★"/>
            </a:pPr>
            <a:r>
              <a:rPr b="1" lang="en-US" sz="16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Sequential chains</a:t>
            </a:r>
            <a:r>
              <a:rPr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(SimpleSequentialChain): Linear execution of multiple chains.</a:t>
            </a:r>
            <a:br>
              <a:rPr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Poppins"/>
              <a:buChar char="★"/>
            </a:pPr>
            <a:r>
              <a:rPr b="1" lang="en-US" sz="16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LLMChain</a:t>
            </a:r>
            <a:r>
              <a:rPr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(legacy): Combines prompt templates with language models.</a:t>
            </a:r>
            <a:br>
              <a:rPr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Char char="★"/>
            </a:pPr>
            <a:r>
              <a:rPr b="1" lang="en-US" sz="16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Agent Executors:</a:t>
            </a:r>
            <a:r>
              <a:rPr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Dynamic chains that use reasoning to select tools.</a:t>
            </a:r>
            <a:br>
              <a:rPr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Char char="★"/>
            </a:pPr>
            <a:r>
              <a:rPr b="1" lang="en-US" sz="16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Runnable pipelines:</a:t>
            </a:r>
            <a:r>
              <a:rPr b="1"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Modern, composable data processing flows.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83" name="Google Shape;683;p44"/>
          <p:cNvSpPr txBox="1"/>
          <p:nvPr/>
        </p:nvSpPr>
        <p:spPr>
          <a:xfrm>
            <a:off x="1462725" y="1508925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Common Chain Types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84" name="Google Shape;684;p44"/>
          <p:cNvSpPr txBox="1"/>
          <p:nvPr/>
        </p:nvSpPr>
        <p:spPr>
          <a:xfrm>
            <a:off x="3449300" y="4730450"/>
            <a:ext cx="7130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/>
              <a:t>Selection Guidance: </a:t>
            </a:r>
            <a:br>
              <a:rPr lang="en-US" sz="1300"/>
            </a:br>
            <a:r>
              <a:rPr lang="en-US" sz="1300"/>
              <a:t>Choose based on complexity: </a:t>
            </a:r>
            <a:r>
              <a:rPr b="1" lang="en-US" sz="1500"/>
              <a:t>linear </a:t>
            </a:r>
            <a:r>
              <a:rPr lang="en-US" sz="1300"/>
              <a:t>vs </a:t>
            </a:r>
            <a:r>
              <a:rPr b="1" lang="en-US" sz="1300"/>
              <a:t>agentic </a:t>
            </a:r>
            <a:r>
              <a:rPr lang="en-US" sz="1300"/>
              <a:t>vs </a:t>
            </a:r>
            <a:r>
              <a:rPr b="1" lang="en-US" sz="1300"/>
              <a:t>parallel</a:t>
            </a:r>
            <a:r>
              <a:rPr lang="en-US" sz="1300"/>
              <a:t>.</a:t>
            </a:r>
            <a:endParaRPr sz="1300"/>
          </a:p>
        </p:txBody>
      </p:sp>
      <p:pic>
        <p:nvPicPr>
          <p:cNvPr id="685" name="Google Shape;685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94925" y="4861062"/>
            <a:ext cx="354374" cy="354374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44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45"/>
          <p:cNvSpPr txBox="1"/>
          <p:nvPr/>
        </p:nvSpPr>
        <p:spPr>
          <a:xfrm>
            <a:off x="4810550" y="3043688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Callbacks</a:t>
            </a:r>
            <a:endParaRPr b="1" sz="3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92" name="Google Shape;692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81449" y="3186688"/>
            <a:ext cx="360525" cy="360525"/>
          </a:xfrm>
          <a:prstGeom prst="rect">
            <a:avLst/>
          </a:prstGeom>
          <a:noFill/>
          <a:ln>
            <a:noFill/>
          </a:ln>
        </p:spPr>
      </p:pic>
      <p:sp>
        <p:nvSpPr>
          <p:cNvPr id="693" name="Google Shape;693;p45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46"/>
          <p:cNvSpPr txBox="1"/>
          <p:nvPr/>
        </p:nvSpPr>
        <p:spPr>
          <a:xfrm>
            <a:off x="356874" y="350625"/>
            <a:ext cx="9876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Callbacks</a:t>
            </a:r>
            <a:r>
              <a:rPr b="1" lang="en-US" sz="30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 - </a:t>
            </a:r>
            <a:r>
              <a:rPr lang="en-US" sz="25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What are they?</a:t>
            </a:r>
            <a:endParaRPr sz="25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99" name="Google Shape;699;p46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46"/>
          <p:cNvSpPr txBox="1"/>
          <p:nvPr/>
        </p:nvSpPr>
        <p:spPr>
          <a:xfrm>
            <a:off x="1234700" y="2064425"/>
            <a:ext cx="109572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Poppins"/>
              <a:buChar char="★"/>
            </a:pPr>
            <a:r>
              <a:rPr b="1" lang="en-US" sz="16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Event-driven hooks</a:t>
            </a:r>
            <a:r>
              <a:rPr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executed during various lifecycle events in the chain execution process.</a:t>
            </a:r>
            <a:br>
              <a:rPr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Poppins"/>
              <a:buChar char="★"/>
            </a:pPr>
            <a:r>
              <a:rPr b="1" lang="en-US" sz="16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Key triggers</a:t>
            </a:r>
            <a:r>
              <a:rPr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include start events, completion events, token generation, and error handling.</a:t>
            </a:r>
            <a:br>
              <a:rPr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Char char="★"/>
            </a:pPr>
            <a:r>
              <a:rPr b="1" lang="en-US" sz="16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Implementation pattern</a:t>
            </a:r>
            <a:r>
              <a:rPr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that enables observability without modifying core logic.</a:t>
            </a:r>
            <a:br>
              <a:rPr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Char char="★"/>
            </a:pPr>
            <a:r>
              <a:rPr b="1" lang="en-US" sz="16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Versatile applications</a:t>
            </a:r>
            <a:r>
              <a:rPr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from simple logging to complex UI streaming updates.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01" name="Google Shape;701;p46"/>
          <p:cNvSpPr txBox="1"/>
          <p:nvPr/>
        </p:nvSpPr>
        <p:spPr>
          <a:xfrm>
            <a:off x="919180" y="1546450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Callback Fundamentals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02" name="Google Shape;702;p46"/>
          <p:cNvSpPr txBox="1"/>
          <p:nvPr/>
        </p:nvSpPr>
        <p:spPr>
          <a:xfrm>
            <a:off x="3449300" y="4730450"/>
            <a:ext cx="45159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/>
              <a:t>Primary Uses:</a:t>
            </a:r>
            <a:br>
              <a:rPr lang="en-US" sz="1300"/>
            </a:br>
            <a:r>
              <a:rPr lang="en-US" sz="1300"/>
              <a:t>Logging, metrics collection, streaming output to UIs, and custom monitoring or debugging workflows.</a:t>
            </a:r>
            <a:endParaRPr sz="1300"/>
          </a:p>
        </p:txBody>
      </p:sp>
      <p:pic>
        <p:nvPicPr>
          <p:cNvPr id="703" name="Google Shape;703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94925" y="4861062"/>
            <a:ext cx="354374" cy="354374"/>
          </a:xfrm>
          <a:prstGeom prst="rect">
            <a:avLst/>
          </a:prstGeom>
          <a:noFill/>
          <a:ln>
            <a:noFill/>
          </a:ln>
        </p:spPr>
      </p:pic>
      <p:sp>
        <p:nvSpPr>
          <p:cNvPr id="704" name="Google Shape;704;p46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47"/>
          <p:cNvSpPr txBox="1"/>
          <p:nvPr/>
        </p:nvSpPr>
        <p:spPr>
          <a:xfrm>
            <a:off x="356874" y="350625"/>
            <a:ext cx="9876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Common Callback Events</a:t>
            </a:r>
            <a:endParaRPr sz="25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10" name="Google Shape;710;p47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47"/>
          <p:cNvSpPr txBox="1"/>
          <p:nvPr/>
        </p:nvSpPr>
        <p:spPr>
          <a:xfrm>
            <a:off x="661530" y="1471489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Core Callback Events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12" name="Google Shape;712;p47"/>
          <p:cNvSpPr/>
          <p:nvPr/>
        </p:nvSpPr>
        <p:spPr>
          <a:xfrm>
            <a:off x="758275" y="1872158"/>
            <a:ext cx="2148900" cy="354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on_chain_start</a:t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713" name="Google Shape;713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4801" y="1910859"/>
            <a:ext cx="276900" cy="276900"/>
          </a:xfrm>
          <a:prstGeom prst="rect">
            <a:avLst/>
          </a:prstGeom>
          <a:noFill/>
          <a:ln>
            <a:noFill/>
          </a:ln>
        </p:spPr>
      </p:pic>
      <p:sp>
        <p:nvSpPr>
          <p:cNvPr id="714" name="Google Shape;714;p47"/>
          <p:cNvSpPr/>
          <p:nvPr/>
        </p:nvSpPr>
        <p:spPr>
          <a:xfrm>
            <a:off x="3011005" y="1870539"/>
            <a:ext cx="1867500" cy="354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  on_chain_end</a:t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15" name="Google Shape;715;p47"/>
          <p:cNvSpPr/>
          <p:nvPr/>
        </p:nvSpPr>
        <p:spPr>
          <a:xfrm>
            <a:off x="4982325" y="1870550"/>
            <a:ext cx="1917000" cy="354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  on_llm_start</a:t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716" name="Google Shape;716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97681" y="1909259"/>
            <a:ext cx="276900" cy="276900"/>
          </a:xfrm>
          <a:prstGeom prst="rect">
            <a:avLst/>
          </a:prstGeom>
          <a:noFill/>
          <a:ln>
            <a:noFill/>
          </a:ln>
        </p:spPr>
      </p:pic>
      <p:sp>
        <p:nvSpPr>
          <p:cNvPr id="717" name="Google Shape;717;p47"/>
          <p:cNvSpPr/>
          <p:nvPr/>
        </p:nvSpPr>
        <p:spPr>
          <a:xfrm>
            <a:off x="7003150" y="1870538"/>
            <a:ext cx="2256600" cy="354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on_llm_new_token</a:t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18" name="Google Shape;718;p47"/>
          <p:cNvSpPr/>
          <p:nvPr/>
        </p:nvSpPr>
        <p:spPr>
          <a:xfrm>
            <a:off x="9363575" y="1872138"/>
            <a:ext cx="1520400" cy="354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  on_error</a:t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719" name="Google Shape;719;p4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01626" y="1909253"/>
            <a:ext cx="276900" cy="27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0" name="Google Shape;720;p4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078405" y="1925350"/>
            <a:ext cx="244675" cy="244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21" name="Google Shape;721;p4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456050" y="1943710"/>
            <a:ext cx="244675" cy="244675"/>
          </a:xfrm>
          <a:prstGeom prst="rect">
            <a:avLst/>
          </a:prstGeom>
          <a:noFill/>
          <a:ln>
            <a:noFill/>
          </a:ln>
        </p:spPr>
      </p:pic>
      <p:sp>
        <p:nvSpPr>
          <p:cNvPr id="722" name="Google Shape;722;p47"/>
          <p:cNvSpPr txBox="1"/>
          <p:nvPr/>
        </p:nvSpPr>
        <p:spPr>
          <a:xfrm>
            <a:off x="1428200" y="2894650"/>
            <a:ext cx="90723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Poppins"/>
              <a:buChar char="★"/>
            </a:pPr>
            <a:r>
              <a:rPr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Callback handlers implement methods to capture events and metadata</a:t>
            </a:r>
            <a:br>
              <a:rPr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Poppins"/>
              <a:buChar char="★"/>
            </a:pPr>
            <a:r>
              <a:rPr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Each method receives relevant information about the operation</a:t>
            </a:r>
            <a:br>
              <a:rPr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Char char="★"/>
            </a:pPr>
            <a:r>
              <a:rPr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Custom handlers can extend </a:t>
            </a:r>
            <a:r>
              <a:rPr b="1" lang="en-US" sz="16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BaseCallbackHandler</a:t>
            </a:r>
            <a:r>
              <a:rPr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class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23" name="Google Shape;723;p47"/>
          <p:cNvSpPr txBox="1"/>
          <p:nvPr/>
        </p:nvSpPr>
        <p:spPr>
          <a:xfrm>
            <a:off x="1181100" y="2569250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Implementation Pattern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724" name="Google Shape;724;p47"/>
          <p:cNvSpPr txBox="1"/>
          <p:nvPr/>
        </p:nvSpPr>
        <p:spPr>
          <a:xfrm>
            <a:off x="2911375" y="4612025"/>
            <a:ext cx="71304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/>
              <a:t>Implementation example: </a:t>
            </a:r>
            <a:br>
              <a:rPr b="1" lang="en-US" sz="1300"/>
            </a:br>
            <a:r>
              <a:rPr lang="en-US" sz="1300"/>
              <a:t>Create a custom handler by implementing the specific event methods you need. </a:t>
            </a:r>
            <a:br>
              <a:rPr lang="en-US" sz="1300"/>
            </a:br>
            <a:r>
              <a:rPr lang="en-US" sz="1300"/>
              <a:t>Each event provides context about the running </a:t>
            </a:r>
            <a:r>
              <a:rPr b="1" lang="en-US" sz="1300"/>
              <a:t>chain</a:t>
            </a:r>
            <a:r>
              <a:rPr lang="en-US" sz="1300"/>
              <a:t>, </a:t>
            </a:r>
            <a:r>
              <a:rPr b="1" lang="en-US" sz="1300"/>
              <a:t>LLM</a:t>
            </a:r>
            <a:r>
              <a:rPr lang="en-US" sz="1300"/>
              <a:t>, or </a:t>
            </a:r>
            <a:r>
              <a:rPr b="1" lang="en-US" sz="1300"/>
              <a:t>error state</a:t>
            </a:r>
            <a:r>
              <a:rPr lang="en-US" sz="1300"/>
              <a:t>.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/>
          </a:p>
        </p:txBody>
      </p:sp>
      <p:pic>
        <p:nvPicPr>
          <p:cNvPr id="725" name="Google Shape;725;p4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546151" y="4784877"/>
            <a:ext cx="354336" cy="354300"/>
          </a:xfrm>
          <a:prstGeom prst="rect">
            <a:avLst/>
          </a:prstGeom>
          <a:noFill/>
          <a:ln>
            <a:noFill/>
          </a:ln>
        </p:spPr>
      </p:pic>
      <p:sp>
        <p:nvSpPr>
          <p:cNvPr id="726" name="Google Shape;726;p47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48"/>
          <p:cNvSpPr txBox="1"/>
          <p:nvPr/>
        </p:nvSpPr>
        <p:spPr>
          <a:xfrm>
            <a:off x="356874" y="350625"/>
            <a:ext cx="9876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Example Uses of </a:t>
            </a:r>
            <a:r>
              <a:rPr b="1" lang="en-US" sz="30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Callbacks</a:t>
            </a:r>
            <a:endParaRPr sz="25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32" name="Google Shape;732;p48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p48"/>
          <p:cNvSpPr txBox="1"/>
          <p:nvPr/>
        </p:nvSpPr>
        <p:spPr>
          <a:xfrm>
            <a:off x="2071388" y="4133225"/>
            <a:ext cx="36357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Poppins"/>
                <a:ea typeface="Poppins"/>
                <a:cs typeface="Poppins"/>
                <a:sym typeface="Poppins"/>
              </a:rPr>
              <a:t>Error Reporting</a:t>
            </a:r>
            <a:br>
              <a:rPr lang="en-US">
                <a:latin typeface="Poppins"/>
                <a:ea typeface="Poppins"/>
                <a:cs typeface="Poppins"/>
                <a:sym typeface="Poppins"/>
              </a:rPr>
            </a:br>
            <a:r>
              <a:rPr lang="en-US">
                <a:latin typeface="Poppins"/>
                <a:ea typeface="Poppins"/>
                <a:cs typeface="Poppins"/>
                <a:sym typeface="Poppins"/>
              </a:rPr>
              <a:t>Capture and log errors during chain execution for debugging and</a:t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monitoring.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34" name="Google Shape;734;p48"/>
          <p:cNvSpPr/>
          <p:nvPr/>
        </p:nvSpPr>
        <p:spPr>
          <a:xfrm>
            <a:off x="969650" y="2022358"/>
            <a:ext cx="2148900" cy="354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on_chain_start</a:t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735" name="Google Shape;735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6176" y="2061059"/>
            <a:ext cx="276900" cy="276900"/>
          </a:xfrm>
          <a:prstGeom prst="rect">
            <a:avLst/>
          </a:prstGeom>
          <a:noFill/>
          <a:ln>
            <a:noFill/>
          </a:ln>
        </p:spPr>
      </p:pic>
      <p:sp>
        <p:nvSpPr>
          <p:cNvPr id="736" name="Google Shape;736;p48"/>
          <p:cNvSpPr/>
          <p:nvPr/>
        </p:nvSpPr>
        <p:spPr>
          <a:xfrm>
            <a:off x="8610907" y="2022339"/>
            <a:ext cx="1867500" cy="354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  on_chain_end</a:t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37" name="Google Shape;737;p48"/>
          <p:cNvSpPr/>
          <p:nvPr/>
        </p:nvSpPr>
        <p:spPr>
          <a:xfrm>
            <a:off x="3583275" y="2022363"/>
            <a:ext cx="1917000" cy="354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  on_llm_start</a:t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738" name="Google Shape;738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64031" y="2061059"/>
            <a:ext cx="276900" cy="276900"/>
          </a:xfrm>
          <a:prstGeom prst="rect">
            <a:avLst/>
          </a:prstGeom>
          <a:noFill/>
          <a:ln>
            <a:noFill/>
          </a:ln>
        </p:spPr>
      </p:pic>
      <p:sp>
        <p:nvSpPr>
          <p:cNvPr id="739" name="Google Shape;739;p48"/>
          <p:cNvSpPr/>
          <p:nvPr/>
        </p:nvSpPr>
        <p:spPr>
          <a:xfrm>
            <a:off x="5927950" y="2022350"/>
            <a:ext cx="2256600" cy="354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 on_llm_new_token</a:t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740" name="Google Shape;740;p4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02576" y="2061065"/>
            <a:ext cx="276900" cy="27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1" name="Google Shape;741;p4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03205" y="2077162"/>
            <a:ext cx="244675" cy="244675"/>
          </a:xfrm>
          <a:prstGeom prst="rect">
            <a:avLst/>
          </a:prstGeom>
          <a:noFill/>
          <a:ln>
            <a:noFill/>
          </a:ln>
        </p:spPr>
      </p:pic>
      <p:sp>
        <p:nvSpPr>
          <p:cNvPr id="742" name="Google Shape;742;p48"/>
          <p:cNvSpPr/>
          <p:nvPr/>
        </p:nvSpPr>
        <p:spPr>
          <a:xfrm>
            <a:off x="969650" y="1299808"/>
            <a:ext cx="2148900" cy="354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</a:rPr>
              <a:t> User Request</a:t>
            </a:r>
            <a:endParaRPr b="1">
              <a:solidFill>
                <a:srgbClr val="0000FF"/>
              </a:solidFill>
            </a:endParaRPr>
          </a:p>
        </p:txBody>
      </p:sp>
      <p:cxnSp>
        <p:nvCxnSpPr>
          <p:cNvPr id="743" name="Google Shape;743;p48"/>
          <p:cNvCxnSpPr/>
          <p:nvPr/>
        </p:nvCxnSpPr>
        <p:spPr>
          <a:xfrm>
            <a:off x="1952725" y="1724075"/>
            <a:ext cx="0" cy="228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44" name="Google Shape;744;p48"/>
          <p:cNvCxnSpPr/>
          <p:nvPr/>
        </p:nvCxnSpPr>
        <p:spPr>
          <a:xfrm>
            <a:off x="3177213" y="2199475"/>
            <a:ext cx="34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45" name="Google Shape;745;p48"/>
          <p:cNvCxnSpPr/>
          <p:nvPr/>
        </p:nvCxnSpPr>
        <p:spPr>
          <a:xfrm>
            <a:off x="5540400" y="2199525"/>
            <a:ext cx="34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46" name="Google Shape;746;p48"/>
          <p:cNvCxnSpPr/>
          <p:nvPr/>
        </p:nvCxnSpPr>
        <p:spPr>
          <a:xfrm>
            <a:off x="8224013" y="2199475"/>
            <a:ext cx="34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47" name="Google Shape;747;p48"/>
          <p:cNvSpPr txBox="1"/>
          <p:nvPr/>
        </p:nvSpPr>
        <p:spPr>
          <a:xfrm>
            <a:off x="2071388" y="2847013"/>
            <a:ext cx="36894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Poppins"/>
                <a:ea typeface="Poppins"/>
                <a:cs typeface="Poppins"/>
                <a:sym typeface="Poppins"/>
              </a:rPr>
              <a:t>Real-time Streaming</a:t>
            </a:r>
            <a:br>
              <a:rPr lang="en-US">
                <a:latin typeface="Poppins"/>
                <a:ea typeface="Poppins"/>
                <a:cs typeface="Poppins"/>
                <a:sym typeface="Poppins"/>
              </a:rPr>
            </a:br>
            <a:r>
              <a:rPr lang="en-US">
                <a:latin typeface="Poppins"/>
                <a:ea typeface="Poppins"/>
                <a:cs typeface="Poppins"/>
                <a:sym typeface="Poppins"/>
              </a:rPr>
              <a:t>Stream tokens to UI as they're generated, providing immediate</a:t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feedback to users.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8" name="Google Shape;748;p48"/>
          <p:cNvSpPr txBox="1"/>
          <p:nvPr/>
        </p:nvSpPr>
        <p:spPr>
          <a:xfrm>
            <a:off x="7161688" y="2847013"/>
            <a:ext cx="36894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Poppins"/>
                <a:ea typeface="Poppins"/>
                <a:cs typeface="Poppins"/>
                <a:sym typeface="Poppins"/>
              </a:rPr>
              <a:t>Token-level Analytics</a:t>
            </a:r>
            <a:br>
              <a:rPr lang="en-US">
                <a:latin typeface="Poppins"/>
                <a:ea typeface="Poppins"/>
                <a:cs typeface="Poppins"/>
                <a:sym typeface="Poppins"/>
              </a:rPr>
            </a:br>
            <a:r>
              <a:rPr lang="en-US">
                <a:latin typeface="Poppins"/>
                <a:ea typeface="Poppins"/>
                <a:cs typeface="Poppins"/>
                <a:sym typeface="Poppins"/>
              </a:rPr>
              <a:t>Track token usage, measure response times, and analyze model</a:t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performance.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9" name="Google Shape;749;p48"/>
          <p:cNvSpPr txBox="1"/>
          <p:nvPr/>
        </p:nvSpPr>
        <p:spPr>
          <a:xfrm>
            <a:off x="7161688" y="4133225"/>
            <a:ext cx="36357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Poppins"/>
                <a:ea typeface="Poppins"/>
                <a:cs typeface="Poppins"/>
                <a:sym typeface="Poppins"/>
              </a:rPr>
              <a:t>Checkpointing Long Runs</a:t>
            </a:r>
            <a:br>
              <a:rPr lang="en-US">
                <a:latin typeface="Poppins"/>
                <a:ea typeface="Poppins"/>
                <a:cs typeface="Poppins"/>
                <a:sym typeface="Poppins"/>
              </a:rPr>
            </a:br>
            <a:r>
              <a:rPr lang="en-US">
                <a:latin typeface="Poppins"/>
                <a:ea typeface="Poppins"/>
                <a:cs typeface="Poppins"/>
                <a:sym typeface="Poppins"/>
              </a:rPr>
              <a:t>Save intermediate states during long-running processes to enable</a:t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recovery.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750" name="Google Shape;750;p4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789762" y="2984348"/>
            <a:ext cx="276900" cy="27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1" name="Google Shape;751;p4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766362" y="2968688"/>
            <a:ext cx="308225" cy="308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2" name="Google Shape;752;p4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789766" y="4220479"/>
            <a:ext cx="276900" cy="276918"/>
          </a:xfrm>
          <a:prstGeom prst="rect">
            <a:avLst/>
          </a:prstGeom>
          <a:noFill/>
          <a:ln>
            <a:noFill/>
          </a:ln>
        </p:spPr>
      </p:pic>
      <p:pic>
        <p:nvPicPr>
          <p:cNvPr id="753" name="Google Shape;753;p48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704663" y="4204815"/>
            <a:ext cx="308225" cy="308225"/>
          </a:xfrm>
          <a:prstGeom prst="rect">
            <a:avLst/>
          </a:prstGeom>
          <a:noFill/>
          <a:ln>
            <a:noFill/>
          </a:ln>
        </p:spPr>
      </p:pic>
      <p:sp>
        <p:nvSpPr>
          <p:cNvPr id="754" name="Google Shape;754;p48"/>
          <p:cNvSpPr txBox="1"/>
          <p:nvPr/>
        </p:nvSpPr>
        <p:spPr>
          <a:xfrm>
            <a:off x="3189075" y="5419425"/>
            <a:ext cx="2211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/>
              <a:t>Implementation example:</a:t>
            </a:r>
            <a:r>
              <a:rPr b="1" lang="en-US" sz="1300"/>
              <a:t> </a:t>
            </a:r>
            <a:endParaRPr b="1" sz="1300"/>
          </a:p>
        </p:txBody>
      </p:sp>
      <p:pic>
        <p:nvPicPr>
          <p:cNvPr id="755" name="Google Shape;755;p48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2912175" y="5582445"/>
            <a:ext cx="276900" cy="276881"/>
          </a:xfrm>
          <a:prstGeom prst="rect">
            <a:avLst/>
          </a:prstGeom>
          <a:noFill/>
          <a:ln>
            <a:noFill/>
          </a:ln>
        </p:spPr>
      </p:pic>
      <p:sp>
        <p:nvSpPr>
          <p:cNvPr id="756" name="Google Shape;756;p48"/>
          <p:cNvSpPr/>
          <p:nvPr/>
        </p:nvSpPr>
        <p:spPr>
          <a:xfrm>
            <a:off x="3262700" y="5764225"/>
            <a:ext cx="6255600" cy="554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 # Attach callbacks when running chains or runnables</a:t>
            </a:r>
            <a:endParaRPr b="1" sz="10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 result = chain.invoke( inputs, callbacks=[MyCallbackHandler()]</a:t>
            </a:r>
            <a:r>
              <a:rPr b="1" lang="en-US" sz="10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1" sz="1500">
              <a:solidFill>
                <a:srgbClr val="0000FF"/>
              </a:solidFill>
            </a:endParaRPr>
          </a:p>
        </p:txBody>
      </p:sp>
      <p:sp>
        <p:nvSpPr>
          <p:cNvPr id="757" name="Google Shape;757;p48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49"/>
          <p:cNvSpPr txBox="1"/>
          <p:nvPr/>
        </p:nvSpPr>
        <p:spPr>
          <a:xfrm>
            <a:off x="2539800" y="2975100"/>
            <a:ext cx="8455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Code walkthrough/Student Practice</a:t>
            </a:r>
            <a:endParaRPr b="1" sz="3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63" name="Google Shape;763;p49"/>
          <p:cNvSpPr txBox="1"/>
          <p:nvPr/>
        </p:nvSpPr>
        <p:spPr>
          <a:xfrm>
            <a:off x="4434850" y="2328600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Callbacks</a:t>
            </a:r>
            <a:endParaRPr/>
          </a:p>
        </p:txBody>
      </p:sp>
      <p:sp>
        <p:nvSpPr>
          <p:cNvPr id="764" name="Google Shape;764;p49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p50"/>
          <p:cNvSpPr txBox="1"/>
          <p:nvPr/>
        </p:nvSpPr>
        <p:spPr>
          <a:xfrm>
            <a:off x="4802475" y="3043688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Memory</a:t>
            </a:r>
            <a:endParaRPr b="1" sz="3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770" name="Google Shape;770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89525" y="3186694"/>
            <a:ext cx="360525" cy="360525"/>
          </a:xfrm>
          <a:prstGeom prst="rect">
            <a:avLst/>
          </a:prstGeom>
          <a:noFill/>
          <a:ln>
            <a:noFill/>
          </a:ln>
        </p:spPr>
      </p:pic>
      <p:sp>
        <p:nvSpPr>
          <p:cNvPr id="771" name="Google Shape;771;p50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51"/>
          <p:cNvSpPr txBox="1"/>
          <p:nvPr/>
        </p:nvSpPr>
        <p:spPr>
          <a:xfrm>
            <a:off x="356875" y="350625"/>
            <a:ext cx="1990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Memory </a:t>
            </a:r>
            <a:endParaRPr sz="25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77" name="Google Shape;777;p51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51"/>
          <p:cNvSpPr txBox="1"/>
          <p:nvPr/>
        </p:nvSpPr>
        <p:spPr>
          <a:xfrm>
            <a:off x="1430184" y="4030851"/>
            <a:ext cx="23517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Context Preservation</a:t>
            </a:r>
            <a:endParaRPr b="1"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79" name="Google Shape;779;p51"/>
          <p:cNvSpPr txBox="1"/>
          <p:nvPr/>
        </p:nvSpPr>
        <p:spPr>
          <a:xfrm>
            <a:off x="4730939" y="4030826"/>
            <a:ext cx="23517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1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State Management</a:t>
            </a:r>
            <a:endParaRPr b="1" sz="814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80" name="Google Shape;780;p51"/>
          <p:cNvSpPr txBox="1"/>
          <p:nvPr/>
        </p:nvSpPr>
        <p:spPr>
          <a:xfrm>
            <a:off x="8031719" y="4030851"/>
            <a:ext cx="23517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User Experience</a:t>
            </a:r>
            <a:endParaRPr b="1"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781" name="Google Shape;781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06282" y="3255275"/>
            <a:ext cx="603601" cy="603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82" name="Google Shape;782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94188" y="3259363"/>
            <a:ext cx="603601" cy="603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83" name="Google Shape;783;p5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672863" y="3255275"/>
            <a:ext cx="603599" cy="603601"/>
          </a:xfrm>
          <a:prstGeom prst="rect">
            <a:avLst/>
          </a:prstGeom>
          <a:noFill/>
          <a:ln>
            <a:noFill/>
          </a:ln>
        </p:spPr>
      </p:pic>
      <p:sp>
        <p:nvSpPr>
          <p:cNvPr id="784" name="Google Shape;784;p51"/>
          <p:cNvSpPr txBox="1"/>
          <p:nvPr/>
        </p:nvSpPr>
        <p:spPr>
          <a:xfrm>
            <a:off x="1430188" y="4294775"/>
            <a:ext cx="2480400" cy="10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Poppins"/>
                <a:ea typeface="Poppins"/>
                <a:cs typeface="Poppins"/>
                <a:sym typeface="Poppins"/>
              </a:rPr>
              <a:t>Methods for maintaining the </a:t>
            </a:r>
            <a:r>
              <a:rPr b="1" lang="en-US" sz="1200">
                <a:latin typeface="Poppins"/>
                <a:ea typeface="Poppins"/>
                <a:cs typeface="Poppins"/>
                <a:sym typeface="Poppins"/>
              </a:rPr>
              <a:t>relevant background information</a:t>
            </a:r>
            <a:r>
              <a:rPr lang="en-US" sz="1200">
                <a:latin typeface="Poppins"/>
                <a:ea typeface="Poppins"/>
                <a:cs typeface="Poppins"/>
                <a:sym typeface="Poppins"/>
              </a:rPr>
              <a:t> of data or a situation, ensuring it remains understandable and useful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85" name="Google Shape;785;p51"/>
          <p:cNvSpPr txBox="1"/>
          <p:nvPr/>
        </p:nvSpPr>
        <p:spPr>
          <a:xfrm>
            <a:off x="4823475" y="4231000"/>
            <a:ext cx="2480400" cy="11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Poppins"/>
                <a:ea typeface="Poppins"/>
                <a:cs typeface="Poppins"/>
                <a:sym typeface="Poppins"/>
              </a:rPr>
              <a:t>Ensures that a system can </a:t>
            </a:r>
            <a:r>
              <a:rPr b="1" lang="en-US" sz="1200">
                <a:latin typeface="Poppins"/>
                <a:ea typeface="Poppins"/>
                <a:cs typeface="Poppins"/>
                <a:sym typeface="Poppins"/>
              </a:rPr>
              <a:t>remember past interactions</a:t>
            </a:r>
            <a:r>
              <a:rPr lang="en-US" sz="1200">
                <a:latin typeface="Poppins"/>
                <a:ea typeface="Poppins"/>
                <a:cs typeface="Poppins"/>
                <a:sym typeface="Poppins"/>
              </a:rPr>
              <a:t>, understand the current situation, and make informed decisions about subsequent actions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86" name="Google Shape;786;p51"/>
          <p:cNvSpPr txBox="1"/>
          <p:nvPr/>
        </p:nvSpPr>
        <p:spPr>
          <a:xfrm>
            <a:off x="8281413" y="4231025"/>
            <a:ext cx="2480400" cy="11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Poppins"/>
                <a:ea typeface="Poppins"/>
                <a:cs typeface="Poppins"/>
                <a:sym typeface="Poppins"/>
              </a:rPr>
              <a:t>Influences the potential for creating powerful and </a:t>
            </a:r>
            <a:r>
              <a:rPr b="1" lang="en-US" sz="1200">
                <a:latin typeface="Poppins"/>
                <a:ea typeface="Poppins"/>
                <a:cs typeface="Poppins"/>
                <a:sym typeface="Poppins"/>
              </a:rPr>
              <a:t>engaging user</a:t>
            </a:r>
            <a:r>
              <a:rPr lang="en-US" sz="1200">
                <a:latin typeface="Poppins"/>
                <a:ea typeface="Poppins"/>
                <a:cs typeface="Poppins"/>
                <a:sym typeface="Poppins"/>
              </a:rPr>
              <a:t> experiences in applications that leverage Large Language Models (LLMs).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787" name="Google Shape;787;p51" title="memory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91473" y="860671"/>
            <a:ext cx="2030650" cy="2030650"/>
          </a:xfrm>
          <a:prstGeom prst="rect">
            <a:avLst/>
          </a:prstGeom>
          <a:noFill/>
          <a:ln>
            <a:noFill/>
          </a:ln>
        </p:spPr>
      </p:pic>
      <p:sp>
        <p:nvSpPr>
          <p:cNvPr id="788" name="Google Shape;788;p51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52"/>
          <p:cNvSpPr txBox="1"/>
          <p:nvPr/>
        </p:nvSpPr>
        <p:spPr>
          <a:xfrm>
            <a:off x="356875" y="350625"/>
            <a:ext cx="1990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Memory </a:t>
            </a:r>
            <a:endParaRPr sz="25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94" name="Google Shape;794;p52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95" name="Google Shape;79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9250" y="1459455"/>
            <a:ext cx="2480524" cy="2480500"/>
          </a:xfrm>
          <a:prstGeom prst="rect">
            <a:avLst/>
          </a:prstGeom>
          <a:noFill/>
          <a:ln>
            <a:noFill/>
          </a:ln>
        </p:spPr>
      </p:pic>
      <p:sp>
        <p:nvSpPr>
          <p:cNvPr id="796" name="Google Shape;796;p52"/>
          <p:cNvSpPr txBox="1"/>
          <p:nvPr/>
        </p:nvSpPr>
        <p:spPr>
          <a:xfrm>
            <a:off x="3913090" y="1027145"/>
            <a:ext cx="5175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Why it Matters?</a:t>
            </a:r>
            <a:endParaRPr b="1" sz="30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797" name="Google Shape;797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9544" y="1893488"/>
            <a:ext cx="603601" cy="603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98" name="Google Shape;798;p5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01050" y="1893488"/>
            <a:ext cx="603601" cy="603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99" name="Google Shape;799;p5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27713" y="2979425"/>
            <a:ext cx="603599" cy="603601"/>
          </a:xfrm>
          <a:prstGeom prst="rect">
            <a:avLst/>
          </a:prstGeom>
          <a:noFill/>
          <a:ln>
            <a:noFill/>
          </a:ln>
        </p:spPr>
      </p:pic>
      <p:sp>
        <p:nvSpPr>
          <p:cNvPr id="800" name="Google Shape;800;p52"/>
          <p:cNvSpPr txBox="1"/>
          <p:nvPr/>
        </p:nvSpPr>
        <p:spPr>
          <a:xfrm>
            <a:off x="3863325" y="2271250"/>
            <a:ext cx="6759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Memory preserves context across calls</a:t>
            </a:r>
            <a:r>
              <a:rPr lang="en-US"/>
              <a:t> (chat history, variables, user preferences).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Makes chatbots and multi-turn agents coherent</a:t>
            </a:r>
            <a:r>
              <a:rPr lang="en-US"/>
              <a:t> and capable of building on previous interactions.</a:t>
            </a:r>
            <a:endParaRPr/>
          </a:p>
        </p:txBody>
      </p:sp>
      <p:pic>
        <p:nvPicPr>
          <p:cNvPr id="801" name="Google Shape;801;p5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484961" y="2356638"/>
            <a:ext cx="312425" cy="312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02" name="Google Shape;802;p5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484961" y="2984563"/>
            <a:ext cx="312425" cy="312425"/>
          </a:xfrm>
          <a:prstGeom prst="rect">
            <a:avLst/>
          </a:prstGeom>
          <a:noFill/>
          <a:ln>
            <a:noFill/>
          </a:ln>
        </p:spPr>
      </p:pic>
      <p:sp>
        <p:nvSpPr>
          <p:cNvPr id="803" name="Google Shape;803;p52"/>
          <p:cNvSpPr txBox="1"/>
          <p:nvPr/>
        </p:nvSpPr>
        <p:spPr>
          <a:xfrm>
            <a:off x="2919675" y="4251950"/>
            <a:ext cx="30000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latin typeface="Poppins"/>
                <a:ea typeface="Poppins"/>
                <a:cs typeface="Poppins"/>
                <a:sym typeface="Poppins"/>
              </a:rPr>
              <a:t>Without memory: </a:t>
            </a:r>
            <a:br>
              <a:rPr lang="en-US">
                <a:latin typeface="Poppins"/>
                <a:ea typeface="Poppins"/>
                <a:cs typeface="Poppins"/>
                <a:sym typeface="Poppins"/>
              </a:rPr>
            </a:br>
            <a:r>
              <a:rPr lang="en-US">
                <a:latin typeface="Poppins"/>
                <a:ea typeface="Poppins"/>
                <a:cs typeface="Poppins"/>
                <a:sym typeface="Poppins"/>
              </a:rPr>
              <a:t>Each interaction starts from scratch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04" name="Google Shape;804;p52"/>
          <p:cNvSpPr txBox="1"/>
          <p:nvPr/>
        </p:nvSpPr>
        <p:spPr>
          <a:xfrm>
            <a:off x="7692125" y="4251950"/>
            <a:ext cx="30000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latin typeface="Poppins"/>
                <a:ea typeface="Poppins"/>
                <a:cs typeface="Poppins"/>
                <a:sym typeface="Poppins"/>
              </a:rPr>
              <a:t>With memory: </a:t>
            </a:r>
            <a:br>
              <a:rPr lang="en-US">
                <a:latin typeface="Poppins"/>
                <a:ea typeface="Poppins"/>
                <a:cs typeface="Poppins"/>
                <a:sym typeface="Poppins"/>
              </a:rPr>
            </a:br>
            <a:r>
              <a:rPr lang="en-US">
                <a:latin typeface="Poppins"/>
                <a:ea typeface="Poppins"/>
                <a:cs typeface="Poppins"/>
                <a:sym typeface="Poppins"/>
              </a:rPr>
              <a:t>Continuous, contextual conversation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05" name="Google Shape;805;p52"/>
          <p:cNvSpPr txBox="1"/>
          <p:nvPr/>
        </p:nvSpPr>
        <p:spPr>
          <a:xfrm>
            <a:off x="6070325" y="4467350"/>
            <a:ext cx="832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Vs</a:t>
            </a:r>
            <a:endParaRPr/>
          </a:p>
        </p:txBody>
      </p:sp>
      <p:pic>
        <p:nvPicPr>
          <p:cNvPr id="806" name="Google Shape;806;p5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492546" y="4381475"/>
            <a:ext cx="312425" cy="312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07" name="Google Shape;807;p52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379699" y="4381475"/>
            <a:ext cx="312425" cy="312425"/>
          </a:xfrm>
          <a:prstGeom prst="rect">
            <a:avLst/>
          </a:prstGeom>
          <a:noFill/>
          <a:ln>
            <a:noFill/>
          </a:ln>
        </p:spPr>
      </p:pic>
      <p:sp>
        <p:nvSpPr>
          <p:cNvPr id="808" name="Google Shape;808;p52"/>
          <p:cNvSpPr txBox="1"/>
          <p:nvPr/>
        </p:nvSpPr>
        <p:spPr>
          <a:xfrm>
            <a:off x="2528150" y="1421350"/>
            <a:ext cx="7945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200">
                <a:latin typeface="Poppins"/>
                <a:ea typeface="Poppins"/>
                <a:cs typeface="Poppins"/>
                <a:sym typeface="Poppins"/>
              </a:rPr>
              <a:t>Memory systems are critical for maintaining continuity in LLM interactions.</a:t>
            </a:r>
            <a:endParaRPr i="1" sz="12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09" name="Google Shape;809;p52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53"/>
          <p:cNvSpPr txBox="1"/>
          <p:nvPr/>
        </p:nvSpPr>
        <p:spPr>
          <a:xfrm>
            <a:off x="356875" y="350625"/>
            <a:ext cx="5632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Memory </a:t>
            </a:r>
            <a:r>
              <a:rPr b="1" lang="en-US" sz="30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Types </a:t>
            </a:r>
            <a:r>
              <a:rPr b="1" lang="en-US" sz="30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&amp; </a:t>
            </a:r>
            <a:r>
              <a:rPr b="1" lang="en-US" sz="30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Stores </a:t>
            </a:r>
            <a:endParaRPr sz="25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5" name="Google Shape;815;p53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6" name="Google Shape;816;p53"/>
          <p:cNvSpPr txBox="1"/>
          <p:nvPr/>
        </p:nvSpPr>
        <p:spPr>
          <a:xfrm>
            <a:off x="704675" y="3390875"/>
            <a:ext cx="3055500" cy="15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latin typeface="Poppins"/>
                <a:ea typeface="Poppins"/>
                <a:cs typeface="Poppins"/>
                <a:sym typeface="Poppins"/>
              </a:rPr>
              <a:t>Short-Term Memory</a:t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Poppins"/>
              <a:buChar char="●"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Simple, in-process storage suitable for development.</a:t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Poppins"/>
              <a:buChar char="●"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Implements BaseMemory interface but doesn't persist across sessions.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7" name="Google Shape;817;p53"/>
          <p:cNvSpPr txBox="1"/>
          <p:nvPr/>
        </p:nvSpPr>
        <p:spPr>
          <a:xfrm>
            <a:off x="4487200" y="3390875"/>
            <a:ext cx="3000000" cy="15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latin typeface="Poppins"/>
                <a:ea typeface="Poppins"/>
                <a:cs typeface="Poppins"/>
                <a:sym typeface="Poppins"/>
              </a:rPr>
              <a:t>Persistent M</a:t>
            </a:r>
            <a:r>
              <a:rPr b="1" lang="en-US" sz="1600">
                <a:latin typeface="Poppins"/>
                <a:ea typeface="Poppins"/>
                <a:cs typeface="Poppins"/>
                <a:sym typeface="Poppins"/>
              </a:rPr>
              <a:t>emory </a:t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Poppins"/>
              <a:buChar char="●"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External storage solutions for production. </a:t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Poppins"/>
              <a:buChar char="●"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Preserves context across restarts and supports multi-user applications.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8" name="Google Shape;818;p53"/>
          <p:cNvSpPr txBox="1"/>
          <p:nvPr/>
        </p:nvSpPr>
        <p:spPr>
          <a:xfrm>
            <a:off x="853200" y="1439788"/>
            <a:ext cx="104856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Poppins"/>
              <a:buChar char="★"/>
            </a:pPr>
            <a:r>
              <a:rPr b="1" lang="en-US" sz="1600">
                <a:latin typeface="Poppins"/>
                <a:ea typeface="Poppins"/>
                <a:cs typeface="Poppins"/>
                <a:sym typeface="Poppins"/>
              </a:rPr>
              <a:t>In-memory short-term memory</a:t>
            </a: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 (BaseMemory) for development and testing environments.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Poppins"/>
              <a:buChar char="★"/>
            </a:pPr>
            <a:r>
              <a:rPr b="1" lang="en-US" sz="1600">
                <a:latin typeface="Poppins"/>
                <a:ea typeface="Poppins"/>
                <a:cs typeface="Poppins"/>
                <a:sym typeface="Poppins"/>
              </a:rPr>
              <a:t>Persistent stores</a:t>
            </a: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 (Zep, Redis, custom DB) for production applications.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Poppins"/>
              <a:buChar char="★"/>
            </a:pPr>
            <a:r>
              <a:rPr b="1" lang="en-US" sz="1600">
                <a:latin typeface="Poppins"/>
                <a:ea typeface="Poppins"/>
                <a:cs typeface="Poppins"/>
                <a:sym typeface="Poppins"/>
              </a:rPr>
              <a:t>Chat message history helpers</a:t>
            </a: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 to manage message sequences and conversation flow.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9" name="Google Shape;819;p53"/>
          <p:cNvSpPr txBox="1"/>
          <p:nvPr/>
        </p:nvSpPr>
        <p:spPr>
          <a:xfrm>
            <a:off x="8384075" y="3390875"/>
            <a:ext cx="3055500" cy="15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latin typeface="Poppins"/>
                <a:ea typeface="Poppins"/>
                <a:cs typeface="Poppins"/>
                <a:sym typeface="Poppins"/>
              </a:rPr>
              <a:t>Message History</a:t>
            </a:r>
            <a:r>
              <a:rPr b="1" lang="en-US" sz="1600">
                <a:latin typeface="Poppins"/>
                <a:ea typeface="Poppins"/>
                <a:cs typeface="Poppins"/>
                <a:sym typeface="Poppins"/>
              </a:rPr>
              <a:t> </a:t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Poppins"/>
              <a:buChar char="●"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Manages chronological sequences of messages, simplifying conversation state management and context retrieval.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20" name="Google Shape;820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875" y="3520400"/>
            <a:ext cx="312425" cy="457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821" name="Google Shape;821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84700" y="3535650"/>
            <a:ext cx="426725" cy="42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22" name="Google Shape;822;p5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26825" y="3520388"/>
            <a:ext cx="457251" cy="457251"/>
          </a:xfrm>
          <a:prstGeom prst="rect">
            <a:avLst/>
          </a:prstGeom>
          <a:noFill/>
          <a:ln>
            <a:noFill/>
          </a:ln>
        </p:spPr>
      </p:pic>
      <p:sp>
        <p:nvSpPr>
          <p:cNvPr id="823" name="Google Shape;823;p53"/>
          <p:cNvSpPr txBox="1"/>
          <p:nvPr/>
        </p:nvSpPr>
        <p:spPr>
          <a:xfrm>
            <a:off x="3004075" y="5388650"/>
            <a:ext cx="6549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Poppins"/>
                <a:ea typeface="Poppins"/>
                <a:cs typeface="Poppins"/>
                <a:sym typeface="Poppins"/>
              </a:rPr>
              <a:t>Selection Tip:</a:t>
            </a:r>
            <a:r>
              <a:rPr lang="en-US">
                <a:latin typeface="Poppins"/>
                <a:ea typeface="Poppins"/>
                <a:cs typeface="Poppins"/>
                <a:sym typeface="Poppins"/>
              </a:rPr>
              <a:t> </a:t>
            </a:r>
            <a:br>
              <a:rPr lang="en-US">
                <a:latin typeface="Poppins"/>
                <a:ea typeface="Poppins"/>
                <a:cs typeface="Poppins"/>
                <a:sym typeface="Poppins"/>
              </a:rPr>
            </a:br>
            <a:r>
              <a:rPr lang="en-US">
                <a:latin typeface="Poppins"/>
                <a:ea typeface="Poppins"/>
                <a:cs typeface="Poppins"/>
                <a:sym typeface="Poppins"/>
              </a:rPr>
              <a:t>Choose memory type based on your application's scale, persistence needs, and privacy requirements.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24" name="Google Shape;824;p5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638325" y="5513575"/>
            <a:ext cx="365750" cy="365750"/>
          </a:xfrm>
          <a:prstGeom prst="rect">
            <a:avLst/>
          </a:prstGeom>
          <a:noFill/>
          <a:ln>
            <a:noFill/>
          </a:ln>
        </p:spPr>
      </p:pic>
      <p:sp>
        <p:nvSpPr>
          <p:cNvPr id="825" name="Google Shape;825;p53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p54"/>
          <p:cNvSpPr txBox="1"/>
          <p:nvPr/>
        </p:nvSpPr>
        <p:spPr>
          <a:xfrm>
            <a:off x="356875" y="350625"/>
            <a:ext cx="6661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Designing Memory for your App</a:t>
            </a:r>
            <a:endParaRPr sz="25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31" name="Google Shape;831;p54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2" name="Google Shape;832;p54"/>
          <p:cNvSpPr txBox="1"/>
          <p:nvPr/>
        </p:nvSpPr>
        <p:spPr>
          <a:xfrm>
            <a:off x="815100" y="2651338"/>
            <a:ext cx="104856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Poppins"/>
              <a:buChar char="★"/>
            </a:pPr>
            <a:r>
              <a:rPr b="1" lang="en-US" sz="1600">
                <a:latin typeface="Poppins"/>
                <a:ea typeface="Poppins"/>
                <a:cs typeface="Poppins"/>
                <a:sym typeface="Poppins"/>
              </a:rPr>
              <a:t>Retention Policy: </a:t>
            </a: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Decide </a:t>
            </a:r>
            <a:r>
              <a:rPr b="1" lang="en-US" sz="1600">
                <a:latin typeface="Poppins"/>
                <a:ea typeface="Poppins"/>
                <a:cs typeface="Poppins"/>
                <a:sym typeface="Poppins"/>
              </a:rPr>
              <a:t>how many</a:t>
            </a: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 conversation turns to keep and time limits before expiration.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Poppins"/>
              <a:buChar char="★"/>
            </a:pPr>
            <a:r>
              <a:rPr b="1" lang="en-US" sz="1600">
                <a:latin typeface="Poppins"/>
                <a:ea typeface="Poppins"/>
                <a:cs typeface="Poppins"/>
                <a:sym typeface="Poppins"/>
              </a:rPr>
              <a:t>Content Strategy: </a:t>
            </a: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Store user </a:t>
            </a:r>
            <a:r>
              <a:rPr b="1" lang="en-US" sz="1600">
                <a:latin typeface="Poppins"/>
                <a:ea typeface="Poppins"/>
                <a:cs typeface="Poppins"/>
                <a:sym typeface="Poppins"/>
              </a:rPr>
              <a:t>intents</a:t>
            </a: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, identified </a:t>
            </a:r>
            <a:r>
              <a:rPr b="1" lang="en-US" sz="1600">
                <a:latin typeface="Poppins"/>
                <a:ea typeface="Poppins"/>
                <a:cs typeface="Poppins"/>
                <a:sym typeface="Poppins"/>
              </a:rPr>
              <a:t>entities</a:t>
            </a: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, previous answers, and </a:t>
            </a:r>
            <a:r>
              <a:rPr b="1" lang="en-US" sz="1600">
                <a:latin typeface="Poppins"/>
                <a:ea typeface="Poppins"/>
                <a:cs typeface="Poppins"/>
                <a:sym typeface="Poppins"/>
              </a:rPr>
              <a:t>safe defaults</a:t>
            </a: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.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Poppins"/>
              <a:buChar char="★"/>
            </a:pPr>
            <a:r>
              <a:rPr b="1" lang="en-US" sz="1600">
                <a:latin typeface="Poppins"/>
                <a:ea typeface="Poppins"/>
                <a:cs typeface="Poppins"/>
                <a:sym typeface="Poppins"/>
              </a:rPr>
              <a:t>Privacy Considerations: </a:t>
            </a: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Implement </a:t>
            </a:r>
            <a:r>
              <a:rPr b="1" lang="en-US" sz="1600">
                <a:latin typeface="Poppins"/>
                <a:ea typeface="Poppins"/>
                <a:cs typeface="Poppins"/>
                <a:sym typeface="Poppins"/>
              </a:rPr>
              <a:t>PII redaction</a:t>
            </a: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 before storing any user information.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33" name="Google Shape;833;p54"/>
          <p:cNvSpPr txBox="1"/>
          <p:nvPr/>
        </p:nvSpPr>
        <p:spPr>
          <a:xfrm>
            <a:off x="3004075" y="4900975"/>
            <a:ext cx="6549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Poppins"/>
                <a:ea typeface="Poppins"/>
                <a:cs typeface="Poppins"/>
                <a:sym typeface="Poppins"/>
              </a:rPr>
              <a:t>Best Practice: </a:t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Poppins"/>
              <a:buChar char="●"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Balance context retention with privacy and storage efficiency.</a:t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Poppins"/>
              <a:buChar char="●"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More context isn't always better.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34" name="Google Shape;834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38325" y="5025900"/>
            <a:ext cx="365750" cy="365750"/>
          </a:xfrm>
          <a:prstGeom prst="rect">
            <a:avLst/>
          </a:prstGeom>
          <a:noFill/>
          <a:ln>
            <a:noFill/>
          </a:ln>
        </p:spPr>
      </p:pic>
      <p:sp>
        <p:nvSpPr>
          <p:cNvPr id="835" name="Google Shape;835;p54"/>
          <p:cNvSpPr txBox="1"/>
          <p:nvPr/>
        </p:nvSpPr>
        <p:spPr>
          <a:xfrm>
            <a:off x="990600" y="1920175"/>
            <a:ext cx="3802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accent1"/>
                </a:solidFill>
              </a:rPr>
              <a:t>Memory Design Principles</a:t>
            </a:r>
            <a:endParaRPr b="1" sz="1800">
              <a:solidFill>
                <a:schemeClr val="accent1"/>
              </a:solidFill>
            </a:endParaRPr>
          </a:p>
        </p:txBody>
      </p:sp>
      <p:sp>
        <p:nvSpPr>
          <p:cNvPr id="836" name="Google Shape;836;p54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55"/>
          <p:cNvSpPr txBox="1"/>
          <p:nvPr/>
        </p:nvSpPr>
        <p:spPr>
          <a:xfrm>
            <a:off x="356874" y="350625"/>
            <a:ext cx="9876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Combining</a:t>
            </a:r>
            <a:r>
              <a:rPr b="1" lang="en-US" sz="30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lang="en-US" sz="30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Memory </a:t>
            </a:r>
            <a:r>
              <a:rPr b="1" lang="en-US" sz="30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+ </a:t>
            </a:r>
            <a:r>
              <a:rPr b="1" lang="en-US" sz="30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Callbacks</a:t>
            </a:r>
            <a:endParaRPr sz="25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42" name="Google Shape;842;p55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3" name="Google Shape;843;p55"/>
          <p:cNvSpPr txBox="1"/>
          <p:nvPr/>
        </p:nvSpPr>
        <p:spPr>
          <a:xfrm>
            <a:off x="2071363" y="4059188"/>
            <a:ext cx="36357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Poppins"/>
                <a:ea typeface="Poppins"/>
                <a:cs typeface="Poppins"/>
                <a:sym typeface="Poppins"/>
              </a:rPr>
              <a:t>Fallback Detection</a:t>
            </a:r>
            <a:br>
              <a:rPr lang="en-US">
                <a:latin typeface="Poppins"/>
                <a:ea typeface="Poppins"/>
                <a:cs typeface="Poppins"/>
                <a:sym typeface="Poppins"/>
              </a:rPr>
            </a:br>
            <a:r>
              <a:rPr lang="en-US">
                <a:latin typeface="Poppins"/>
                <a:ea typeface="Poppins"/>
                <a:cs typeface="Poppins"/>
                <a:sym typeface="Poppins"/>
              </a:rPr>
              <a:t>Monitor when memory fails to provide context and triggers fallback</a:t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responses.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44" name="Google Shape;844;p55"/>
          <p:cNvSpPr/>
          <p:nvPr/>
        </p:nvSpPr>
        <p:spPr>
          <a:xfrm>
            <a:off x="969650" y="2022358"/>
            <a:ext cx="2148900" cy="354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on_chain_start</a:t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845" name="Google Shape;845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6176" y="2061059"/>
            <a:ext cx="276900" cy="276900"/>
          </a:xfrm>
          <a:prstGeom prst="rect">
            <a:avLst/>
          </a:prstGeom>
          <a:noFill/>
          <a:ln>
            <a:noFill/>
          </a:ln>
        </p:spPr>
      </p:pic>
      <p:sp>
        <p:nvSpPr>
          <p:cNvPr id="846" name="Google Shape;846;p55"/>
          <p:cNvSpPr/>
          <p:nvPr/>
        </p:nvSpPr>
        <p:spPr>
          <a:xfrm>
            <a:off x="8481357" y="2022339"/>
            <a:ext cx="1867500" cy="354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  on_chain_end</a:t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847" name="Google Shape;847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34481" y="2061059"/>
            <a:ext cx="276900" cy="276900"/>
          </a:xfrm>
          <a:prstGeom prst="rect">
            <a:avLst/>
          </a:prstGeom>
          <a:noFill/>
          <a:ln>
            <a:noFill/>
          </a:ln>
        </p:spPr>
      </p:pic>
      <p:sp>
        <p:nvSpPr>
          <p:cNvPr id="848" name="Google Shape;848;p55"/>
          <p:cNvSpPr/>
          <p:nvPr/>
        </p:nvSpPr>
        <p:spPr>
          <a:xfrm>
            <a:off x="969650" y="1299808"/>
            <a:ext cx="2148900" cy="354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</a:rPr>
              <a:t> User Request</a:t>
            </a:r>
            <a:endParaRPr b="1">
              <a:solidFill>
                <a:srgbClr val="0000FF"/>
              </a:solidFill>
            </a:endParaRPr>
          </a:p>
        </p:txBody>
      </p:sp>
      <p:cxnSp>
        <p:nvCxnSpPr>
          <p:cNvPr id="849" name="Google Shape;849;p55"/>
          <p:cNvCxnSpPr/>
          <p:nvPr/>
        </p:nvCxnSpPr>
        <p:spPr>
          <a:xfrm>
            <a:off x="1952725" y="1724075"/>
            <a:ext cx="0" cy="228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50" name="Google Shape;850;p55"/>
          <p:cNvCxnSpPr/>
          <p:nvPr/>
        </p:nvCxnSpPr>
        <p:spPr>
          <a:xfrm>
            <a:off x="3250663" y="2199475"/>
            <a:ext cx="34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51" name="Google Shape;851;p55"/>
          <p:cNvCxnSpPr/>
          <p:nvPr/>
        </p:nvCxnSpPr>
        <p:spPr>
          <a:xfrm>
            <a:off x="5540400" y="2199525"/>
            <a:ext cx="34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52" name="Google Shape;852;p55"/>
          <p:cNvCxnSpPr/>
          <p:nvPr/>
        </p:nvCxnSpPr>
        <p:spPr>
          <a:xfrm>
            <a:off x="7946800" y="2214425"/>
            <a:ext cx="34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53" name="Google Shape;853;p55"/>
          <p:cNvSpPr txBox="1"/>
          <p:nvPr/>
        </p:nvSpPr>
        <p:spPr>
          <a:xfrm>
            <a:off x="2071388" y="2847013"/>
            <a:ext cx="36894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Poppins"/>
                <a:ea typeface="Poppins"/>
                <a:cs typeface="Poppins"/>
                <a:sym typeface="Poppins"/>
              </a:rPr>
              <a:t>Memory Read Logging</a:t>
            </a:r>
            <a:br>
              <a:rPr lang="en-US">
                <a:latin typeface="Poppins"/>
                <a:ea typeface="Poppins"/>
                <a:cs typeface="Poppins"/>
                <a:sym typeface="Poppins"/>
              </a:rPr>
            </a:br>
            <a:r>
              <a:rPr lang="en-US">
                <a:latin typeface="Poppins"/>
                <a:ea typeface="Poppins"/>
                <a:cs typeface="Poppins"/>
                <a:sym typeface="Poppins"/>
              </a:rPr>
              <a:t>Log when memory is accessed to retrieve context or previous</a:t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interactions.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54" name="Google Shape;854;p55"/>
          <p:cNvSpPr txBox="1"/>
          <p:nvPr/>
        </p:nvSpPr>
        <p:spPr>
          <a:xfrm>
            <a:off x="7161688" y="2847013"/>
            <a:ext cx="36894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Poppins"/>
                <a:ea typeface="Poppins"/>
                <a:cs typeface="Poppins"/>
                <a:sym typeface="Poppins"/>
              </a:rPr>
              <a:t>Memory Write Tracking</a:t>
            </a:r>
            <a:br>
              <a:rPr lang="en-US">
                <a:latin typeface="Poppins"/>
                <a:ea typeface="Poppins"/>
                <a:cs typeface="Poppins"/>
                <a:sym typeface="Poppins"/>
              </a:rPr>
            </a:br>
            <a:r>
              <a:rPr lang="en-US">
                <a:latin typeface="Poppins"/>
                <a:ea typeface="Poppins"/>
                <a:cs typeface="Poppins"/>
                <a:sym typeface="Poppins"/>
              </a:rPr>
              <a:t>Record new entries added to memory with metadata about the</a:t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interaction.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55" name="Google Shape;855;p55"/>
          <p:cNvSpPr txBox="1"/>
          <p:nvPr/>
        </p:nvSpPr>
        <p:spPr>
          <a:xfrm>
            <a:off x="7161663" y="4059188"/>
            <a:ext cx="36357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Poppins"/>
                <a:ea typeface="Poppins"/>
                <a:cs typeface="Poppins"/>
                <a:sym typeface="Poppins"/>
              </a:rPr>
              <a:t>PII Redaction Events</a:t>
            </a:r>
            <a:br>
              <a:rPr lang="en-US">
                <a:latin typeface="Poppins"/>
                <a:ea typeface="Poppins"/>
                <a:cs typeface="Poppins"/>
                <a:sym typeface="Poppins"/>
              </a:rPr>
            </a:br>
            <a:r>
              <a:rPr lang="en-US">
                <a:latin typeface="Poppins"/>
                <a:ea typeface="Poppins"/>
                <a:cs typeface="Poppins"/>
                <a:sym typeface="Poppins"/>
              </a:rPr>
              <a:t>Track when sensitive information is detected and redacted before</a:t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storing.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56" name="Google Shape;856;p55"/>
          <p:cNvSpPr txBox="1"/>
          <p:nvPr/>
        </p:nvSpPr>
        <p:spPr>
          <a:xfrm>
            <a:off x="3069838" y="5271350"/>
            <a:ext cx="3577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/>
              <a:t>Memory + Callbacks Integration</a:t>
            </a:r>
            <a:r>
              <a:rPr b="1" lang="en-US" sz="1100"/>
              <a:t>:</a:t>
            </a:r>
            <a:r>
              <a:rPr b="1" lang="en-US" sz="1300"/>
              <a:t> </a:t>
            </a:r>
            <a:endParaRPr b="1" sz="1300"/>
          </a:p>
        </p:txBody>
      </p:sp>
      <p:pic>
        <p:nvPicPr>
          <p:cNvPr id="857" name="Google Shape;857;p5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92937" y="5434370"/>
            <a:ext cx="276900" cy="276881"/>
          </a:xfrm>
          <a:prstGeom prst="rect">
            <a:avLst/>
          </a:prstGeom>
          <a:noFill/>
          <a:ln>
            <a:noFill/>
          </a:ln>
        </p:spPr>
      </p:pic>
      <p:sp>
        <p:nvSpPr>
          <p:cNvPr id="858" name="Google Shape;858;p55"/>
          <p:cNvSpPr/>
          <p:nvPr/>
        </p:nvSpPr>
        <p:spPr>
          <a:xfrm>
            <a:off x="3143463" y="5616150"/>
            <a:ext cx="6255600" cy="987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# Create a callback that monitors memory operations</a:t>
            </a:r>
            <a:endParaRPr b="1" sz="10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b="1" lang="en-US" sz="10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-US" sz="10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class MemoryCallbackHandler(BaseCallbackHandler):</a:t>
            </a:r>
            <a:endParaRPr b="1" sz="10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def on_chain_start(self, ...):</a:t>
            </a:r>
            <a:endParaRPr b="1" sz="10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print(f"Loading memory for: {inputs}")</a:t>
            </a:r>
            <a:endParaRPr b="1" sz="10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59" name="Google Shape;859;p55"/>
          <p:cNvSpPr/>
          <p:nvPr/>
        </p:nvSpPr>
        <p:spPr>
          <a:xfrm>
            <a:off x="3788938" y="1952375"/>
            <a:ext cx="1560600" cy="524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</a:rPr>
              <a:t>Memory Load</a:t>
            </a:r>
            <a:br>
              <a:rPr b="1" lang="en-US">
                <a:solidFill>
                  <a:srgbClr val="0000FF"/>
                </a:solidFill>
              </a:rPr>
            </a:br>
            <a:r>
              <a:rPr lang="en-US" sz="1100">
                <a:solidFill>
                  <a:srgbClr val="0000FF"/>
                </a:solidFill>
              </a:rPr>
              <a:t>Read history</a:t>
            </a:r>
            <a:endParaRPr sz="1100">
              <a:solidFill>
                <a:srgbClr val="0000FF"/>
              </a:solidFill>
            </a:endParaRPr>
          </a:p>
        </p:txBody>
      </p:sp>
      <p:sp>
        <p:nvSpPr>
          <p:cNvPr id="860" name="Google Shape;860;p55"/>
          <p:cNvSpPr/>
          <p:nvPr/>
        </p:nvSpPr>
        <p:spPr>
          <a:xfrm>
            <a:off x="6199075" y="1937425"/>
            <a:ext cx="1560600" cy="524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</a:rPr>
              <a:t>Memory Save</a:t>
            </a:r>
            <a:br>
              <a:rPr b="1" lang="en-US">
                <a:solidFill>
                  <a:srgbClr val="0000FF"/>
                </a:solidFill>
              </a:rPr>
            </a:br>
            <a:r>
              <a:rPr lang="en-US" sz="1100">
                <a:solidFill>
                  <a:srgbClr val="0000FF"/>
                </a:solidFill>
              </a:rPr>
              <a:t>Store new context</a:t>
            </a:r>
            <a:endParaRPr sz="1100">
              <a:solidFill>
                <a:srgbClr val="0000FF"/>
              </a:solidFill>
            </a:endParaRPr>
          </a:p>
        </p:txBody>
      </p:sp>
      <p:pic>
        <p:nvPicPr>
          <p:cNvPr id="861" name="Google Shape;861;p5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78273" y="2968699"/>
            <a:ext cx="347400" cy="34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2" name="Google Shape;862;p5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782851" y="2988287"/>
            <a:ext cx="308225" cy="308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3" name="Google Shape;863;p5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659522" y="4130784"/>
            <a:ext cx="384905" cy="384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4" name="Google Shape;864;p5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744503" y="4167597"/>
            <a:ext cx="384900" cy="384900"/>
          </a:xfrm>
          <a:prstGeom prst="rect">
            <a:avLst/>
          </a:prstGeom>
          <a:noFill/>
          <a:ln>
            <a:noFill/>
          </a:ln>
        </p:spPr>
      </p:pic>
      <p:sp>
        <p:nvSpPr>
          <p:cNvPr id="865" name="Google Shape;865;p55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9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p56"/>
          <p:cNvSpPr txBox="1"/>
          <p:nvPr/>
        </p:nvSpPr>
        <p:spPr>
          <a:xfrm>
            <a:off x="2539800" y="2975100"/>
            <a:ext cx="8455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Code walkthrough/Student Practice</a:t>
            </a:r>
            <a:endParaRPr b="1" sz="3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71" name="Google Shape;871;p56"/>
          <p:cNvSpPr txBox="1"/>
          <p:nvPr/>
        </p:nvSpPr>
        <p:spPr>
          <a:xfrm>
            <a:off x="4434850" y="2328600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Memory</a:t>
            </a:r>
            <a:endParaRPr/>
          </a:p>
        </p:txBody>
      </p:sp>
      <p:sp>
        <p:nvSpPr>
          <p:cNvPr id="872" name="Google Shape;872;p56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p57"/>
          <p:cNvSpPr txBox="1"/>
          <p:nvPr/>
        </p:nvSpPr>
        <p:spPr>
          <a:xfrm>
            <a:off x="3584440" y="3028450"/>
            <a:ext cx="6372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Tools &amp; Function calling</a:t>
            </a:r>
            <a:endParaRPr b="1" sz="3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78" name="Google Shape;878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03340" y="3176850"/>
            <a:ext cx="349676" cy="349700"/>
          </a:xfrm>
          <a:prstGeom prst="rect">
            <a:avLst/>
          </a:prstGeom>
          <a:noFill/>
          <a:ln>
            <a:noFill/>
          </a:ln>
        </p:spPr>
      </p:pic>
      <p:sp>
        <p:nvSpPr>
          <p:cNvPr id="879" name="Google Shape;879;p57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58"/>
          <p:cNvSpPr txBox="1"/>
          <p:nvPr/>
        </p:nvSpPr>
        <p:spPr>
          <a:xfrm>
            <a:off x="356875" y="350625"/>
            <a:ext cx="5067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Tools &amp; Function Calling</a:t>
            </a:r>
            <a:r>
              <a:rPr b="1" lang="en-US" sz="30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25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85" name="Google Shape;885;p58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6" name="Google Shape;886;p58"/>
          <p:cNvSpPr txBox="1"/>
          <p:nvPr/>
        </p:nvSpPr>
        <p:spPr>
          <a:xfrm>
            <a:off x="2879175" y="3610400"/>
            <a:ext cx="2609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Callable units - Tool Call</a:t>
            </a:r>
            <a:endParaRPr b="1"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87" name="Google Shape;887;p58"/>
          <p:cNvSpPr txBox="1"/>
          <p:nvPr/>
        </p:nvSpPr>
        <p:spPr>
          <a:xfrm>
            <a:off x="6252884" y="3642125"/>
            <a:ext cx="17157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1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Structured I/O</a:t>
            </a:r>
            <a:endParaRPr b="1" sz="814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88" name="Google Shape;888;p58"/>
          <p:cNvSpPr txBox="1"/>
          <p:nvPr/>
        </p:nvSpPr>
        <p:spPr>
          <a:xfrm>
            <a:off x="9312836" y="3632538"/>
            <a:ext cx="1874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Integration</a:t>
            </a:r>
            <a:endParaRPr b="1"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89" name="Google Shape;889;p58"/>
          <p:cNvSpPr txBox="1"/>
          <p:nvPr/>
        </p:nvSpPr>
        <p:spPr>
          <a:xfrm>
            <a:off x="2879175" y="3810575"/>
            <a:ext cx="2805300" cy="14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Poppins"/>
                <a:ea typeface="Poppins"/>
                <a:cs typeface="Poppins"/>
                <a:sym typeface="Poppins"/>
              </a:rPr>
              <a:t>When an LLM determines that a tool is necessary to fulfill a user's request, it generates a </a:t>
            </a:r>
            <a:r>
              <a:rPr b="1" lang="en-US" sz="1200">
                <a:latin typeface="Poppins"/>
                <a:ea typeface="Poppins"/>
                <a:cs typeface="Poppins"/>
                <a:sym typeface="Poppins"/>
              </a:rPr>
              <a:t>"tool call"</a:t>
            </a:r>
            <a:r>
              <a:rPr lang="en-US" sz="1200">
                <a:latin typeface="Poppins"/>
                <a:ea typeface="Poppins"/>
                <a:cs typeface="Poppins"/>
                <a:sym typeface="Poppins"/>
              </a:rPr>
              <a:t> within its response. This call specifies the tool's name and the arguments to be passed to it, conforming to the tool's schema.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90" name="Google Shape;890;p58"/>
          <p:cNvSpPr txBox="1"/>
          <p:nvPr/>
        </p:nvSpPr>
        <p:spPr>
          <a:xfrm>
            <a:off x="6160375" y="3843050"/>
            <a:ext cx="2480400" cy="11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Poppins"/>
                <a:ea typeface="Poppins"/>
                <a:cs typeface="Poppins"/>
                <a:sym typeface="Poppins"/>
              </a:rPr>
              <a:t>Tools can facilitate obtaining </a:t>
            </a:r>
            <a:r>
              <a:rPr b="1" lang="en-US" sz="1200">
                <a:latin typeface="Poppins"/>
                <a:ea typeface="Poppins"/>
                <a:cs typeface="Poppins"/>
                <a:sym typeface="Poppins"/>
              </a:rPr>
              <a:t>structured outputs</a:t>
            </a:r>
            <a:r>
              <a:rPr lang="en-US" sz="1200">
                <a:latin typeface="Poppins"/>
                <a:ea typeface="Poppins"/>
                <a:cs typeface="Poppins"/>
                <a:sym typeface="Poppins"/>
              </a:rPr>
              <a:t> from models by guiding them to call specific functions with predefined input schemas.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91" name="Google Shape;891;p58"/>
          <p:cNvSpPr txBox="1"/>
          <p:nvPr/>
        </p:nvSpPr>
        <p:spPr>
          <a:xfrm>
            <a:off x="9248488" y="3832713"/>
            <a:ext cx="2480400" cy="13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Poppins"/>
                <a:ea typeface="Poppins"/>
                <a:cs typeface="Poppins"/>
                <a:sym typeface="Poppins"/>
              </a:rPr>
              <a:t>Tools need to be associated with an LLM that supports tool calling. This is done using the </a:t>
            </a:r>
            <a:r>
              <a:rPr b="1" lang="en-US" sz="1200">
                <a:latin typeface="Poppins"/>
                <a:ea typeface="Poppins"/>
                <a:cs typeface="Poppins"/>
                <a:sym typeface="Poppins"/>
              </a:rPr>
              <a:t>bind_tools()</a:t>
            </a:r>
            <a:r>
              <a:rPr lang="en-US" sz="1200">
                <a:latin typeface="Poppins"/>
                <a:ea typeface="Poppins"/>
                <a:cs typeface="Poppins"/>
                <a:sym typeface="Poppins"/>
              </a:rPr>
              <a:t> method of the LLM, which makes the model aware of the available tools and their input requirements.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92" name="Google Shape;892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31538" y="1160046"/>
            <a:ext cx="1430775" cy="1430775"/>
          </a:xfrm>
          <a:prstGeom prst="rect">
            <a:avLst/>
          </a:prstGeom>
          <a:noFill/>
          <a:ln>
            <a:noFill/>
          </a:ln>
        </p:spPr>
      </p:pic>
      <p:sp>
        <p:nvSpPr>
          <p:cNvPr id="893" name="Google Shape;893;p58"/>
          <p:cNvSpPr txBox="1"/>
          <p:nvPr/>
        </p:nvSpPr>
        <p:spPr>
          <a:xfrm>
            <a:off x="4639621" y="1352063"/>
            <a:ext cx="50754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1D35"/>
                </a:solidFill>
                <a:latin typeface="Poppins"/>
                <a:ea typeface="Poppins"/>
                <a:cs typeface="Poppins"/>
                <a:sym typeface="Poppins"/>
              </a:rPr>
              <a:t>In LangChain, Tools are </a:t>
            </a:r>
            <a:r>
              <a:rPr b="1" lang="en-US">
                <a:solidFill>
                  <a:srgbClr val="001D35"/>
                </a:solidFill>
                <a:latin typeface="Poppins"/>
                <a:ea typeface="Poppins"/>
                <a:cs typeface="Poppins"/>
                <a:sym typeface="Poppins"/>
              </a:rPr>
              <a:t>functions or capabilities</a:t>
            </a:r>
            <a:r>
              <a:rPr lang="en-US">
                <a:solidFill>
                  <a:srgbClr val="001D35"/>
                </a:solidFill>
                <a:latin typeface="Poppins"/>
                <a:ea typeface="Poppins"/>
                <a:cs typeface="Poppins"/>
                <a:sym typeface="Poppins"/>
              </a:rPr>
              <a:t> that extend the abilities of a Language Model (LLM) or an Agent, allowing them to interact with the external world or perform </a:t>
            </a:r>
            <a:r>
              <a:rPr b="1" lang="en-US">
                <a:solidFill>
                  <a:srgbClr val="001D35"/>
                </a:solidFill>
                <a:latin typeface="Poppins"/>
                <a:ea typeface="Poppins"/>
                <a:cs typeface="Poppins"/>
                <a:sym typeface="Poppins"/>
              </a:rPr>
              <a:t>specific actions</a:t>
            </a:r>
            <a:r>
              <a:rPr lang="en-US">
                <a:solidFill>
                  <a:srgbClr val="001D35"/>
                </a:solidFill>
                <a:latin typeface="Poppins"/>
                <a:ea typeface="Poppins"/>
                <a:cs typeface="Poppins"/>
                <a:sym typeface="Poppins"/>
              </a:rPr>
              <a:t> beyond generating text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94" name="Google Shape;894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54263" y="2945150"/>
            <a:ext cx="603601" cy="603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95" name="Google Shape;895;p5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19655" y="3038512"/>
            <a:ext cx="716971" cy="603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96" name="Google Shape;896;p5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948262" y="2880862"/>
            <a:ext cx="603601" cy="603599"/>
          </a:xfrm>
          <a:prstGeom prst="rect">
            <a:avLst/>
          </a:prstGeom>
          <a:noFill/>
          <a:ln>
            <a:noFill/>
          </a:ln>
        </p:spPr>
      </p:pic>
      <p:sp>
        <p:nvSpPr>
          <p:cNvPr id="897" name="Google Shape;897;p58"/>
          <p:cNvSpPr txBox="1"/>
          <p:nvPr/>
        </p:nvSpPr>
        <p:spPr>
          <a:xfrm>
            <a:off x="527471" y="3610389"/>
            <a:ext cx="23517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Tools</a:t>
            </a:r>
            <a:endParaRPr b="1"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98" name="Google Shape;898;p58"/>
          <p:cNvSpPr txBox="1"/>
          <p:nvPr/>
        </p:nvSpPr>
        <p:spPr>
          <a:xfrm>
            <a:off x="463124" y="3810571"/>
            <a:ext cx="22008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Poppins"/>
                <a:ea typeface="Poppins"/>
                <a:cs typeface="Poppins"/>
                <a:sym typeface="Poppins"/>
              </a:rPr>
              <a:t>Callable code units with a defined input schema.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99" name="Google Shape;899;p5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572438" y="2994651"/>
            <a:ext cx="554100" cy="554100"/>
          </a:xfrm>
          <a:prstGeom prst="rect">
            <a:avLst/>
          </a:prstGeom>
          <a:noFill/>
          <a:ln>
            <a:noFill/>
          </a:ln>
        </p:spPr>
      </p:pic>
      <p:sp>
        <p:nvSpPr>
          <p:cNvPr id="900" name="Google Shape;900;p58"/>
          <p:cNvSpPr txBox="1"/>
          <p:nvPr/>
        </p:nvSpPr>
        <p:spPr>
          <a:xfrm>
            <a:off x="1888325" y="5567250"/>
            <a:ext cx="7826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000FF"/>
                </a:solidFill>
                <a:latin typeface="Poppins"/>
                <a:ea typeface="Poppins"/>
                <a:cs typeface="Poppins"/>
                <a:sym typeface="Poppins"/>
              </a:rPr>
              <a:t>Model → Tool Selection &amp; Args → Function Execution → Result</a:t>
            </a:r>
            <a:endParaRPr b="1" sz="1600">
              <a:solidFill>
                <a:srgbClr val="0000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01" name="Google Shape;901;p58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p59"/>
          <p:cNvSpPr txBox="1"/>
          <p:nvPr/>
        </p:nvSpPr>
        <p:spPr>
          <a:xfrm>
            <a:off x="356875" y="350625"/>
            <a:ext cx="8550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OpenAI Function Calling — </a:t>
            </a:r>
            <a:r>
              <a:rPr lang="en-US" sz="30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Quick Primer</a:t>
            </a:r>
            <a:endParaRPr sz="25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07" name="Google Shape;907;p59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8" name="Google Shape;908;p59"/>
          <p:cNvSpPr txBox="1"/>
          <p:nvPr/>
        </p:nvSpPr>
        <p:spPr>
          <a:xfrm>
            <a:off x="571250" y="1523599"/>
            <a:ext cx="10485600" cy="21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Poppins"/>
              <a:buChar char="★"/>
            </a:pPr>
            <a:r>
              <a:rPr b="1" lang="en-US" sz="1600">
                <a:latin typeface="Poppins"/>
                <a:ea typeface="Poppins"/>
                <a:cs typeface="Poppins"/>
                <a:sym typeface="Poppins"/>
              </a:rPr>
              <a:t>Function Definitions: </a:t>
            </a: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Pass structured function schemas to OpenAI models.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Poppins"/>
              <a:buChar char="★"/>
            </a:pPr>
            <a:r>
              <a:rPr b="1" lang="en-US" sz="1600">
                <a:latin typeface="Poppins"/>
                <a:ea typeface="Poppins"/>
                <a:cs typeface="Poppins"/>
                <a:sym typeface="Poppins"/>
              </a:rPr>
              <a:t>Model Selection: </a:t>
            </a: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The model intelligently decides when to call functions based on user input.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Poppins"/>
              <a:buChar char="★"/>
            </a:pPr>
            <a:r>
              <a:rPr b="1" lang="en-US" sz="1600">
                <a:latin typeface="Poppins"/>
                <a:ea typeface="Poppins"/>
                <a:cs typeface="Poppins"/>
                <a:sym typeface="Poppins"/>
              </a:rPr>
              <a:t>Structured Output: </a:t>
            </a: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Returns both the function name and properly formatted arguments to call.</a:t>
            </a:r>
            <a:br>
              <a:rPr lang="en-US" sz="1600">
                <a:latin typeface="Poppins"/>
                <a:ea typeface="Poppins"/>
                <a:cs typeface="Poppins"/>
                <a:sym typeface="Poppins"/>
              </a:rPr>
            </a:b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Poppins"/>
              <a:buChar char="★"/>
            </a:pPr>
            <a:r>
              <a:rPr b="1" lang="en-US" sz="1600">
                <a:latin typeface="Poppins"/>
                <a:ea typeface="Poppins"/>
                <a:cs typeface="Poppins"/>
                <a:sym typeface="Poppins"/>
              </a:rPr>
              <a:t>LangChain Integration:</a:t>
            </a: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 LangChain seamlessly integrates with OpenAI function calling and can convert tools to OpenAI functions.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09" name="Google Shape;909;p59"/>
          <p:cNvSpPr txBox="1"/>
          <p:nvPr/>
        </p:nvSpPr>
        <p:spPr>
          <a:xfrm>
            <a:off x="3263150" y="5495325"/>
            <a:ext cx="6549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Poppins"/>
                <a:ea typeface="Poppins"/>
                <a:cs typeface="Poppins"/>
                <a:sym typeface="Poppins"/>
              </a:rPr>
              <a:t>Integration Benefit:</a:t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LangChain provides a unified interface to work with OpenAI function calling across different model versions.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10" name="Google Shape;910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13600" y="5728100"/>
            <a:ext cx="365750" cy="365750"/>
          </a:xfrm>
          <a:prstGeom prst="rect">
            <a:avLst/>
          </a:prstGeom>
          <a:noFill/>
          <a:ln>
            <a:noFill/>
          </a:ln>
        </p:spPr>
      </p:pic>
      <p:sp>
        <p:nvSpPr>
          <p:cNvPr id="911" name="Google Shape;911;p59"/>
          <p:cNvSpPr txBox="1"/>
          <p:nvPr/>
        </p:nvSpPr>
        <p:spPr>
          <a:xfrm>
            <a:off x="467625" y="1097200"/>
            <a:ext cx="164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accent1"/>
                </a:solidFill>
              </a:rPr>
              <a:t>How it works</a:t>
            </a:r>
            <a:endParaRPr b="1" sz="1800">
              <a:solidFill>
                <a:schemeClr val="accent1"/>
              </a:solidFill>
            </a:endParaRPr>
          </a:p>
        </p:txBody>
      </p:sp>
      <p:sp>
        <p:nvSpPr>
          <p:cNvPr id="912" name="Google Shape;912;p59"/>
          <p:cNvSpPr/>
          <p:nvPr/>
        </p:nvSpPr>
        <p:spPr>
          <a:xfrm>
            <a:off x="2415550" y="3828650"/>
            <a:ext cx="7010400" cy="1516500"/>
          </a:xfrm>
          <a:prstGeom prst="rect">
            <a:avLst/>
          </a:prstGeom>
          <a:solidFill>
            <a:srgbClr val="C2D4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# Example schema structure:</a:t>
            </a:r>
            <a:endParaRPr b="1" sz="12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1" sz="12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"name": "search_database",</a:t>
            </a:r>
            <a:endParaRPr b="1" sz="12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"description": "Search for information in the knowledge base",</a:t>
            </a:r>
            <a:endParaRPr b="1" sz="12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"parameters": {</a:t>
            </a:r>
            <a:endParaRPr b="1" sz="12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"query": "The search term",</a:t>
            </a:r>
            <a:endParaRPr b="1" sz="12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"filter": "Optional category filter"</a:t>
            </a:r>
            <a:endParaRPr b="1" sz="12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}}</a:t>
            </a:r>
            <a:endParaRPr/>
          </a:p>
        </p:txBody>
      </p:sp>
      <p:sp>
        <p:nvSpPr>
          <p:cNvPr id="913" name="Google Shape;913;p59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7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p60"/>
          <p:cNvSpPr txBox="1"/>
          <p:nvPr/>
        </p:nvSpPr>
        <p:spPr>
          <a:xfrm>
            <a:off x="356875" y="350625"/>
            <a:ext cx="8550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Why Use Function/Tool Calling?</a:t>
            </a:r>
            <a:endParaRPr sz="25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19" name="Google Shape;919;p60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0" name="Google Shape;920;p60"/>
          <p:cNvSpPr txBox="1"/>
          <p:nvPr/>
        </p:nvSpPr>
        <p:spPr>
          <a:xfrm>
            <a:off x="723650" y="2163674"/>
            <a:ext cx="104856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Poppins"/>
              <a:buChar char="★"/>
            </a:pPr>
            <a:r>
              <a:rPr b="1" lang="en-US" sz="1600">
                <a:latin typeface="Poppins"/>
                <a:ea typeface="Poppins"/>
                <a:cs typeface="Poppins"/>
                <a:sym typeface="Poppins"/>
              </a:rPr>
              <a:t>Structured outputs: </a:t>
            </a: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Schema-validated responses reduce parsing fragility and error handling.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Poppins"/>
              <a:buChar char="★"/>
            </a:pPr>
            <a:r>
              <a:rPr b="1" lang="en-US" sz="1600">
                <a:latin typeface="Poppins"/>
                <a:ea typeface="Poppins"/>
                <a:cs typeface="Poppins"/>
                <a:sym typeface="Poppins"/>
              </a:rPr>
              <a:t>API orchestration: </a:t>
            </a: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Seamlessly connect with external services (databases, search engines, business systems).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Poppins"/>
              <a:buChar char="★"/>
            </a:pPr>
            <a:r>
              <a:rPr b="1" lang="en-US" sz="1600">
                <a:latin typeface="Poppins"/>
                <a:ea typeface="Poppins"/>
                <a:cs typeface="Poppins"/>
                <a:sym typeface="Poppins"/>
              </a:rPr>
              <a:t>Safety &amp; auditability:</a:t>
            </a: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 Constrained outputs enable better governance and monitoring of agent behavior.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21" name="Google Shape;921;p60"/>
          <p:cNvSpPr txBox="1"/>
          <p:nvPr/>
        </p:nvSpPr>
        <p:spPr>
          <a:xfrm>
            <a:off x="2916425" y="4756175"/>
            <a:ext cx="6549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Poppins"/>
                <a:ea typeface="Poppins"/>
                <a:cs typeface="Poppins"/>
                <a:sym typeface="Poppins"/>
              </a:rPr>
              <a:t>Implementation Benefit:</a:t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Function calling creates a structured contract between LLM outputs and your application code, increasing reliability.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22" name="Google Shape;922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66875" y="4988950"/>
            <a:ext cx="365750" cy="365750"/>
          </a:xfrm>
          <a:prstGeom prst="rect">
            <a:avLst/>
          </a:prstGeom>
          <a:noFill/>
          <a:ln>
            <a:noFill/>
          </a:ln>
        </p:spPr>
      </p:pic>
      <p:sp>
        <p:nvSpPr>
          <p:cNvPr id="923" name="Google Shape;923;p60"/>
          <p:cNvSpPr txBox="1"/>
          <p:nvPr/>
        </p:nvSpPr>
        <p:spPr>
          <a:xfrm>
            <a:off x="620025" y="1737275"/>
            <a:ext cx="164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accent1"/>
                </a:solidFill>
              </a:rPr>
              <a:t>Key Benefits</a:t>
            </a:r>
            <a:endParaRPr b="1" sz="1800">
              <a:solidFill>
                <a:schemeClr val="accent1"/>
              </a:solidFill>
            </a:endParaRPr>
          </a:p>
        </p:txBody>
      </p:sp>
      <p:sp>
        <p:nvSpPr>
          <p:cNvPr id="924" name="Google Shape;924;p60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8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p61"/>
          <p:cNvSpPr txBox="1"/>
          <p:nvPr/>
        </p:nvSpPr>
        <p:spPr>
          <a:xfrm>
            <a:off x="356875" y="350625"/>
            <a:ext cx="8550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Practical Flow: </a:t>
            </a:r>
            <a:r>
              <a:rPr b="1" lang="en-US" sz="30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Model </a:t>
            </a:r>
            <a:r>
              <a:rPr b="1" lang="en-US" sz="3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→</a:t>
            </a:r>
            <a:r>
              <a:rPr b="1" lang="en-US" sz="3000">
                <a:solidFill>
                  <a:srgbClr val="F50403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lang="en-US" sz="30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Tool </a:t>
            </a:r>
            <a:r>
              <a:rPr b="1" lang="en-US" sz="3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→</a:t>
            </a:r>
            <a:r>
              <a:rPr b="1" lang="en-US" sz="3000">
                <a:solidFill>
                  <a:srgbClr val="F50403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lang="en-US" sz="30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Chain</a:t>
            </a:r>
            <a:endParaRPr sz="25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30" name="Google Shape;930;p61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1" name="Google Shape;931;p61"/>
          <p:cNvSpPr txBox="1"/>
          <p:nvPr/>
        </p:nvSpPr>
        <p:spPr>
          <a:xfrm>
            <a:off x="2087325" y="3441963"/>
            <a:ext cx="36357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Poppins"/>
                <a:ea typeface="Poppins"/>
                <a:cs typeface="Poppins"/>
                <a:sym typeface="Poppins"/>
              </a:rPr>
              <a:t>Data Exchange</a:t>
            </a:r>
            <a:br>
              <a:rPr lang="en-US">
                <a:latin typeface="Poppins"/>
                <a:ea typeface="Poppins"/>
                <a:cs typeface="Poppins"/>
                <a:sym typeface="Poppins"/>
              </a:rPr>
            </a:br>
            <a:r>
              <a:rPr lang="en-US">
                <a:latin typeface="Poppins"/>
                <a:ea typeface="Poppins"/>
                <a:cs typeface="Poppins"/>
                <a:sym typeface="Poppins"/>
              </a:rPr>
              <a:t>Function output becomes input for the next step in the chain's processing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932" name="Google Shape;932;p61"/>
          <p:cNvCxnSpPr/>
          <p:nvPr/>
        </p:nvCxnSpPr>
        <p:spPr>
          <a:xfrm>
            <a:off x="3044913" y="1622225"/>
            <a:ext cx="34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33" name="Google Shape;933;p61"/>
          <p:cNvCxnSpPr/>
          <p:nvPr/>
        </p:nvCxnSpPr>
        <p:spPr>
          <a:xfrm>
            <a:off x="5334650" y="1622275"/>
            <a:ext cx="34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34" name="Google Shape;934;p61"/>
          <p:cNvCxnSpPr/>
          <p:nvPr/>
        </p:nvCxnSpPr>
        <p:spPr>
          <a:xfrm>
            <a:off x="7741050" y="1637175"/>
            <a:ext cx="34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35" name="Google Shape;935;p61"/>
          <p:cNvSpPr txBox="1"/>
          <p:nvPr/>
        </p:nvSpPr>
        <p:spPr>
          <a:xfrm>
            <a:off x="2087350" y="2229788"/>
            <a:ext cx="36894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Poppins"/>
                <a:ea typeface="Poppins"/>
                <a:cs typeface="Poppins"/>
                <a:sym typeface="Poppins"/>
              </a:rPr>
              <a:t>Control Flow</a:t>
            </a:r>
            <a:br>
              <a:rPr lang="en-US">
                <a:latin typeface="Poppins"/>
                <a:ea typeface="Poppins"/>
                <a:cs typeface="Poppins"/>
                <a:sym typeface="Poppins"/>
              </a:rPr>
            </a:br>
            <a:r>
              <a:rPr lang="en-US">
                <a:latin typeface="Poppins"/>
                <a:ea typeface="Poppins"/>
                <a:cs typeface="Poppins"/>
                <a:sym typeface="Poppins"/>
              </a:rPr>
              <a:t>Model decides which function to call and with what parameters</a:t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based on user's request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36" name="Google Shape;936;p61"/>
          <p:cNvSpPr txBox="1"/>
          <p:nvPr/>
        </p:nvSpPr>
        <p:spPr>
          <a:xfrm>
            <a:off x="7177650" y="2229788"/>
            <a:ext cx="36894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Poppins"/>
                <a:ea typeface="Poppins"/>
                <a:cs typeface="Poppins"/>
                <a:sym typeface="Poppins"/>
              </a:rPr>
              <a:t>Error Handling</a:t>
            </a:r>
            <a:br>
              <a:rPr lang="en-US">
                <a:latin typeface="Poppins"/>
                <a:ea typeface="Poppins"/>
                <a:cs typeface="Poppins"/>
                <a:sym typeface="Poppins"/>
              </a:rPr>
            </a:br>
            <a:r>
              <a:rPr lang="en-US">
                <a:latin typeface="Poppins"/>
                <a:ea typeface="Poppins"/>
                <a:cs typeface="Poppins"/>
                <a:sym typeface="Poppins"/>
              </a:rPr>
              <a:t>Implement robust error catching and retries for tool execution</a:t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failures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37" name="Google Shape;937;p61"/>
          <p:cNvSpPr txBox="1"/>
          <p:nvPr/>
        </p:nvSpPr>
        <p:spPr>
          <a:xfrm>
            <a:off x="7177625" y="3441975"/>
            <a:ext cx="43287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Poppins"/>
                <a:ea typeface="Poppins"/>
                <a:cs typeface="Poppins"/>
                <a:sym typeface="Poppins"/>
              </a:rPr>
              <a:t>External Integration</a:t>
            </a:r>
            <a:br>
              <a:rPr lang="en-US">
                <a:latin typeface="Poppins"/>
                <a:ea typeface="Poppins"/>
                <a:cs typeface="Poppins"/>
                <a:sym typeface="Poppins"/>
              </a:rPr>
            </a:br>
            <a:r>
              <a:rPr lang="en-US">
                <a:latin typeface="Poppins"/>
                <a:ea typeface="Poppins"/>
                <a:cs typeface="Poppins"/>
                <a:sym typeface="Poppins"/>
              </a:rPr>
              <a:t>Tools typically connect to external APIs, databases, or services to extend capabilities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38" name="Google Shape;938;p61"/>
          <p:cNvSpPr txBox="1"/>
          <p:nvPr/>
        </p:nvSpPr>
        <p:spPr>
          <a:xfrm>
            <a:off x="3085800" y="4397225"/>
            <a:ext cx="3577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/>
              <a:t>Tool Flow Implementation:</a:t>
            </a:r>
            <a:r>
              <a:rPr b="1" lang="en-US" sz="1300"/>
              <a:t> </a:t>
            </a:r>
            <a:endParaRPr b="1" sz="1300"/>
          </a:p>
        </p:txBody>
      </p:sp>
      <p:pic>
        <p:nvPicPr>
          <p:cNvPr id="939" name="Google Shape;939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92937" y="4948870"/>
            <a:ext cx="276900" cy="276881"/>
          </a:xfrm>
          <a:prstGeom prst="rect">
            <a:avLst/>
          </a:prstGeom>
          <a:noFill/>
          <a:ln>
            <a:noFill/>
          </a:ln>
        </p:spPr>
      </p:pic>
      <p:sp>
        <p:nvSpPr>
          <p:cNvPr id="940" name="Google Shape;940;p61"/>
          <p:cNvSpPr/>
          <p:nvPr/>
        </p:nvSpPr>
        <p:spPr>
          <a:xfrm>
            <a:off x="3143475" y="4726775"/>
            <a:ext cx="6255600" cy="1933200"/>
          </a:xfrm>
          <a:prstGeom prst="rect">
            <a:avLst/>
          </a:prstGeom>
          <a:solidFill>
            <a:srgbClr val="C2D4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# Handle tool execution with error handling</a:t>
            </a:r>
            <a:br>
              <a:rPr b="1" lang="en-US" sz="10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endParaRPr b="1" sz="10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def execute_tool_with_retry(tool_name, tool_args):</a:t>
            </a:r>
            <a:br>
              <a:rPr b="1" lang="en-US" sz="10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endParaRPr b="1" sz="10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# Try executing the tool with retries</a:t>
            </a:r>
            <a:endParaRPr b="1" sz="10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try:</a:t>
            </a:r>
            <a:endParaRPr b="1" sz="10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result = tools[tool_name](**tool_args)</a:t>
            </a:r>
            <a:endParaRPr b="1" sz="10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return {"status": "success", "data": result}</a:t>
            </a:r>
            <a:endParaRPr b="1" sz="10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except Exception as e:</a:t>
            </a:r>
            <a:endParaRPr b="1" sz="10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return {"status": "error", "message": str(e)}</a:t>
            </a:r>
            <a:endParaRPr b="1" sz="10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41" name="Google Shape;941;p61"/>
          <p:cNvSpPr/>
          <p:nvPr/>
        </p:nvSpPr>
        <p:spPr>
          <a:xfrm>
            <a:off x="3583200" y="1375125"/>
            <a:ext cx="1560600" cy="606000"/>
          </a:xfrm>
          <a:prstGeom prst="rect">
            <a:avLst/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0000FF"/>
                </a:solidFill>
              </a:rPr>
              <a:t>Tool Execution</a:t>
            </a:r>
            <a:endParaRPr b="1">
              <a:solidFill>
                <a:srgbClr val="0000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00FF"/>
                </a:solidFill>
              </a:rPr>
              <a:t>Your code runs the function</a:t>
            </a:r>
            <a:endParaRPr sz="1000">
              <a:solidFill>
                <a:srgbClr val="0000FF"/>
              </a:solidFill>
            </a:endParaRPr>
          </a:p>
        </p:txBody>
      </p:sp>
      <p:sp>
        <p:nvSpPr>
          <p:cNvPr id="942" name="Google Shape;942;p61"/>
          <p:cNvSpPr/>
          <p:nvPr/>
        </p:nvSpPr>
        <p:spPr>
          <a:xfrm>
            <a:off x="5993325" y="1360175"/>
            <a:ext cx="1560600" cy="621000"/>
          </a:xfrm>
          <a:prstGeom prst="rect">
            <a:avLst/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0000FF"/>
                </a:solidFill>
              </a:rPr>
              <a:t>Result</a:t>
            </a:r>
            <a:endParaRPr b="1">
              <a:solidFill>
                <a:srgbClr val="0000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00FF"/>
                </a:solidFill>
              </a:rPr>
              <a:t>Function returns output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943" name="Google Shape;943;p61"/>
          <p:cNvSpPr/>
          <p:nvPr/>
        </p:nvSpPr>
        <p:spPr>
          <a:xfrm>
            <a:off x="8403450" y="1360175"/>
            <a:ext cx="1560600" cy="621000"/>
          </a:xfrm>
          <a:prstGeom prst="rect">
            <a:avLst/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0000FF"/>
                </a:solidFill>
              </a:rPr>
              <a:t>Chain</a:t>
            </a:r>
            <a:endParaRPr b="1">
              <a:solidFill>
                <a:srgbClr val="0000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00FF"/>
                </a:solidFill>
              </a:rPr>
              <a:t>Continues with output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944" name="Google Shape;944;p61"/>
          <p:cNvSpPr/>
          <p:nvPr/>
        </p:nvSpPr>
        <p:spPr>
          <a:xfrm>
            <a:off x="1293450" y="1375125"/>
            <a:ext cx="1560600" cy="606000"/>
          </a:xfrm>
          <a:prstGeom prst="rect">
            <a:avLst/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0000FF"/>
                </a:solidFill>
              </a:rPr>
              <a:t>LLM Model</a:t>
            </a:r>
            <a:endParaRPr b="1">
              <a:solidFill>
                <a:srgbClr val="0000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00FF"/>
                </a:solidFill>
              </a:rPr>
              <a:t>Suggests function + arguments</a:t>
            </a:r>
            <a:endParaRPr b="1">
              <a:solidFill>
                <a:srgbClr val="0000FF"/>
              </a:solidFill>
            </a:endParaRPr>
          </a:p>
        </p:txBody>
      </p:sp>
      <p:pic>
        <p:nvPicPr>
          <p:cNvPr id="945" name="Google Shape;945;p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12047" y="2371050"/>
            <a:ext cx="384925" cy="384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6" name="Google Shape;946;p6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60473" y="2371070"/>
            <a:ext cx="384900" cy="384879"/>
          </a:xfrm>
          <a:prstGeom prst="rect">
            <a:avLst/>
          </a:prstGeom>
          <a:noFill/>
          <a:ln>
            <a:noFill/>
          </a:ln>
        </p:spPr>
      </p:pic>
      <p:pic>
        <p:nvPicPr>
          <p:cNvPr id="947" name="Google Shape;947;p6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12065" y="3550356"/>
            <a:ext cx="384900" cy="384919"/>
          </a:xfrm>
          <a:prstGeom prst="rect">
            <a:avLst/>
          </a:prstGeom>
          <a:noFill/>
          <a:ln>
            <a:noFill/>
          </a:ln>
        </p:spPr>
      </p:pic>
      <p:pic>
        <p:nvPicPr>
          <p:cNvPr id="948" name="Google Shape;948;p6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779235" y="3550350"/>
            <a:ext cx="347400" cy="347400"/>
          </a:xfrm>
          <a:prstGeom prst="rect">
            <a:avLst/>
          </a:prstGeom>
          <a:noFill/>
          <a:ln>
            <a:noFill/>
          </a:ln>
        </p:spPr>
      </p:pic>
      <p:sp>
        <p:nvSpPr>
          <p:cNvPr id="949" name="Google Shape;949;p61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p62"/>
          <p:cNvSpPr txBox="1"/>
          <p:nvPr/>
        </p:nvSpPr>
        <p:spPr>
          <a:xfrm>
            <a:off x="356875" y="350625"/>
            <a:ext cx="8550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LangChain Tool- </a:t>
            </a:r>
            <a:r>
              <a:rPr lang="en-US" sz="30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Implementation Tips</a:t>
            </a:r>
            <a:endParaRPr sz="25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55" name="Google Shape;955;p62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6" name="Google Shape;956;p62"/>
          <p:cNvSpPr txBox="1"/>
          <p:nvPr/>
        </p:nvSpPr>
        <p:spPr>
          <a:xfrm>
            <a:off x="731275" y="1599800"/>
            <a:ext cx="98757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Poppins"/>
              <a:buChar char="★"/>
            </a:pPr>
            <a:r>
              <a:rPr b="1" lang="en-US" sz="1600">
                <a:latin typeface="Poppins"/>
                <a:ea typeface="Poppins"/>
                <a:cs typeface="Poppins"/>
                <a:sym typeface="Poppins"/>
              </a:rPr>
              <a:t>Clear schemas: </a:t>
            </a: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Define minimal, explicit schemas for tools (</a:t>
            </a:r>
            <a:r>
              <a:rPr b="1" lang="en-US" sz="1600">
                <a:latin typeface="Poppins"/>
                <a:ea typeface="Poppins"/>
                <a:cs typeface="Poppins"/>
                <a:sym typeface="Poppins"/>
              </a:rPr>
              <a:t>Pydantic</a:t>
            </a: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 recommended).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Poppins"/>
              <a:buChar char="★"/>
            </a:pPr>
            <a:r>
              <a:rPr b="1" lang="en-US" sz="1600">
                <a:latin typeface="Poppins"/>
                <a:ea typeface="Poppins"/>
                <a:cs typeface="Poppins"/>
                <a:sym typeface="Poppins"/>
              </a:rPr>
              <a:t>Descriptive documentation: </a:t>
            </a: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Provide detailed descriptions — they guide the model's decision when to call a tool.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Poppins"/>
              <a:buChar char="★"/>
            </a:pPr>
            <a:r>
              <a:rPr b="1" lang="en-US" sz="1600">
                <a:latin typeface="Poppins"/>
                <a:ea typeface="Poppins"/>
                <a:cs typeface="Poppins"/>
                <a:sym typeface="Poppins"/>
              </a:rPr>
              <a:t>Offline testing: </a:t>
            </a: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Simulate model-generated JSON to ensure robust parsing reliability.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57" name="Google Shape;957;p62"/>
          <p:cNvSpPr txBox="1"/>
          <p:nvPr/>
        </p:nvSpPr>
        <p:spPr>
          <a:xfrm>
            <a:off x="3045975" y="5662915"/>
            <a:ext cx="65496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Poppins"/>
                <a:ea typeface="Poppins"/>
                <a:cs typeface="Poppins"/>
                <a:sym typeface="Poppins"/>
              </a:rPr>
              <a:t>Pro Tip:</a:t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Poppins"/>
                <a:ea typeface="Poppins"/>
                <a:cs typeface="Poppins"/>
                <a:sym typeface="Poppins"/>
              </a:rPr>
              <a:t>Tools with well-defined schemas and clear descriptions lead to more predictable and reliable model behavior.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58" name="Google Shape;958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96425" y="5895690"/>
            <a:ext cx="365750" cy="365750"/>
          </a:xfrm>
          <a:prstGeom prst="rect">
            <a:avLst/>
          </a:prstGeom>
          <a:noFill/>
          <a:ln>
            <a:noFill/>
          </a:ln>
        </p:spPr>
      </p:pic>
      <p:sp>
        <p:nvSpPr>
          <p:cNvPr id="959" name="Google Shape;959;p62"/>
          <p:cNvSpPr txBox="1"/>
          <p:nvPr/>
        </p:nvSpPr>
        <p:spPr>
          <a:xfrm>
            <a:off x="627650" y="1173400"/>
            <a:ext cx="4180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accent1"/>
                </a:solidFill>
              </a:rPr>
              <a:t>Best Practices for Tool Design</a:t>
            </a:r>
            <a:endParaRPr b="1" sz="1800">
              <a:solidFill>
                <a:schemeClr val="accent1"/>
              </a:solidFill>
            </a:endParaRPr>
          </a:p>
        </p:txBody>
      </p:sp>
      <p:sp>
        <p:nvSpPr>
          <p:cNvPr id="960" name="Google Shape;960;p62"/>
          <p:cNvSpPr/>
          <p:nvPr/>
        </p:nvSpPr>
        <p:spPr>
          <a:xfrm>
            <a:off x="2537550" y="3522678"/>
            <a:ext cx="7116900" cy="1811100"/>
          </a:xfrm>
          <a:prstGeom prst="rect">
            <a:avLst/>
          </a:prstGeom>
          <a:solidFill>
            <a:srgbClr val="C2D4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from langchain.tools import BaseTool</a:t>
            </a:r>
            <a:endParaRPr b="1" sz="10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from pydantic import BaseModel, Field</a:t>
            </a:r>
            <a:br>
              <a:rPr b="1" lang="en-US" sz="10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endParaRPr b="1" sz="10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class WeatherInput(BaseModel):</a:t>
            </a:r>
            <a:endParaRPr b="1" sz="10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"""Input for weather tool."""</a:t>
            </a:r>
            <a:endParaRPr b="1" sz="10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location: str = Field(..., description="The city and state, e.g. San Francisco, CA")</a:t>
            </a:r>
            <a:endParaRPr b="1" sz="10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class WeatherTool(BaseTool):</a:t>
            </a:r>
            <a:endParaRPr b="1" sz="10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name = "get_weather"</a:t>
            </a:r>
            <a:endParaRPr b="1" sz="10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description = "Useful to get weather in a specific location"</a:t>
            </a:r>
            <a:endParaRPr b="1" sz="10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# Good descriptions significantly improve tool selection accuracy</a:t>
            </a:r>
            <a:endParaRPr b="1" sz="10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961" name="Google Shape;961;p6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06187" y="3522670"/>
            <a:ext cx="276900" cy="276881"/>
          </a:xfrm>
          <a:prstGeom prst="rect">
            <a:avLst/>
          </a:prstGeom>
          <a:noFill/>
          <a:ln>
            <a:noFill/>
          </a:ln>
        </p:spPr>
      </p:pic>
      <p:sp>
        <p:nvSpPr>
          <p:cNvPr id="962" name="Google Shape;962;p62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6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Google Shape;967;p63"/>
          <p:cNvSpPr txBox="1"/>
          <p:nvPr/>
        </p:nvSpPr>
        <p:spPr>
          <a:xfrm>
            <a:off x="2539800" y="2975100"/>
            <a:ext cx="8455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Code walkthrough/Student Practice</a:t>
            </a:r>
            <a:endParaRPr b="1" sz="3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68" name="Google Shape;968;p63"/>
          <p:cNvSpPr txBox="1"/>
          <p:nvPr/>
        </p:nvSpPr>
        <p:spPr>
          <a:xfrm>
            <a:off x="4434850" y="2328600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Tools Calling</a:t>
            </a:r>
            <a:endParaRPr/>
          </a:p>
        </p:txBody>
      </p:sp>
      <p:sp>
        <p:nvSpPr>
          <p:cNvPr id="969" name="Google Shape;969;p63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p64"/>
          <p:cNvSpPr txBox="1"/>
          <p:nvPr/>
        </p:nvSpPr>
        <p:spPr>
          <a:xfrm>
            <a:off x="4285922" y="3020825"/>
            <a:ext cx="4142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LCEL Orchestration</a:t>
            </a:r>
            <a:endParaRPr b="1" sz="3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75" name="Google Shape;975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63975" y="3163100"/>
            <a:ext cx="361949" cy="361949"/>
          </a:xfrm>
          <a:prstGeom prst="rect">
            <a:avLst/>
          </a:prstGeom>
          <a:noFill/>
          <a:ln>
            <a:noFill/>
          </a:ln>
        </p:spPr>
      </p:pic>
      <p:sp>
        <p:nvSpPr>
          <p:cNvPr id="976" name="Google Shape;976;p64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0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Google Shape;981;p65"/>
          <p:cNvSpPr txBox="1"/>
          <p:nvPr/>
        </p:nvSpPr>
        <p:spPr>
          <a:xfrm>
            <a:off x="356875" y="350625"/>
            <a:ext cx="8688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30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LCEL- </a:t>
            </a:r>
            <a:r>
              <a:rPr lang="en-US" sz="28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LangChain Expression Language</a:t>
            </a:r>
            <a:endParaRPr sz="23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82" name="Google Shape;982;p65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3" name="Google Shape;983;p65"/>
          <p:cNvSpPr txBox="1"/>
          <p:nvPr/>
        </p:nvSpPr>
        <p:spPr>
          <a:xfrm>
            <a:off x="1059125" y="1130175"/>
            <a:ext cx="9708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LangChain Expression Language: </a:t>
            </a:r>
            <a:r>
              <a:rPr lang="en-US"/>
              <a:t>a concise orchestration syntax to wire runnables, pipes, branching, and parallelism. </a:t>
            </a:r>
            <a:r>
              <a:rPr lang="en-US">
                <a:solidFill>
                  <a:srgbClr val="001D35"/>
                </a:solidFill>
                <a:latin typeface="Poppins"/>
                <a:ea typeface="Poppins"/>
                <a:cs typeface="Poppins"/>
                <a:sym typeface="Poppins"/>
              </a:rPr>
              <a:t>It provides a streamlined way to connect various elements, such as prompt templates, models, and output parsers, using a pipe-like operator.</a:t>
            </a:r>
            <a:endParaRPr/>
          </a:p>
        </p:txBody>
      </p:sp>
      <p:sp>
        <p:nvSpPr>
          <p:cNvPr id="984" name="Google Shape;984;p65"/>
          <p:cNvSpPr txBox="1"/>
          <p:nvPr/>
        </p:nvSpPr>
        <p:spPr>
          <a:xfrm>
            <a:off x="3337675" y="4593025"/>
            <a:ext cx="5707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</a:rPr>
              <a:t>Purpose: </a:t>
            </a:r>
            <a:br>
              <a:rPr b="1" lang="en-US">
                <a:solidFill>
                  <a:schemeClr val="dk1"/>
                </a:solidFill>
              </a:rPr>
            </a:br>
            <a:r>
              <a:rPr lang="en-US">
                <a:solidFill>
                  <a:schemeClr val="dk1"/>
                </a:solidFill>
              </a:rPr>
              <a:t>Useful for simpler </a:t>
            </a:r>
            <a:r>
              <a:rPr lang="en-US">
                <a:solidFill>
                  <a:schemeClr val="dk1"/>
                </a:solidFill>
              </a:rPr>
              <a:t>orchestration </a:t>
            </a:r>
            <a:r>
              <a:rPr lang="en-US">
                <a:solidFill>
                  <a:schemeClr val="dk1"/>
                </a:solidFill>
              </a:rPr>
              <a:t>tasks and fast prototyping.</a:t>
            </a:r>
            <a:endParaRPr/>
          </a:p>
        </p:txBody>
      </p:sp>
      <p:sp>
        <p:nvSpPr>
          <p:cNvPr id="985" name="Google Shape;985;p65"/>
          <p:cNvSpPr/>
          <p:nvPr/>
        </p:nvSpPr>
        <p:spPr>
          <a:xfrm>
            <a:off x="5379726" y="2011675"/>
            <a:ext cx="1200125" cy="1191101"/>
          </a:xfrm>
          <a:custGeom>
            <a:rect b="b" l="l" r="r" t="t"/>
            <a:pathLst>
              <a:path extrusionOk="0" h="6352540" w="6487160">
                <a:moveTo>
                  <a:pt x="6322060" y="3176270"/>
                </a:moveTo>
                <a:cubicBezTo>
                  <a:pt x="6322060" y="2844800"/>
                  <a:pt x="6487160" y="2493010"/>
                  <a:pt x="6385560" y="2194560"/>
                </a:cubicBezTo>
                <a:cubicBezTo>
                  <a:pt x="6281420" y="1884680"/>
                  <a:pt x="5928360" y="1694180"/>
                  <a:pt x="5734050" y="1436370"/>
                </a:cubicBezTo>
                <a:cubicBezTo>
                  <a:pt x="5537200" y="1176020"/>
                  <a:pt x="5455920" y="796290"/>
                  <a:pt x="5185410" y="607060"/>
                </a:cubicBezTo>
                <a:cubicBezTo>
                  <a:pt x="4917440" y="420370"/>
                  <a:pt x="4517390" y="462280"/>
                  <a:pt x="4196080" y="360680"/>
                </a:cubicBezTo>
                <a:cubicBezTo>
                  <a:pt x="3884930" y="264160"/>
                  <a:pt x="3589020" y="0"/>
                  <a:pt x="3244850" y="0"/>
                </a:cubicBezTo>
                <a:cubicBezTo>
                  <a:pt x="2900680" y="0"/>
                  <a:pt x="2603500" y="262890"/>
                  <a:pt x="2293620" y="360680"/>
                </a:cubicBezTo>
                <a:cubicBezTo>
                  <a:pt x="1972310" y="461010"/>
                  <a:pt x="1570990" y="419100"/>
                  <a:pt x="1303020" y="607060"/>
                </a:cubicBezTo>
                <a:cubicBezTo>
                  <a:pt x="1032510" y="796290"/>
                  <a:pt x="951230" y="1176020"/>
                  <a:pt x="754380" y="1436370"/>
                </a:cubicBezTo>
                <a:cubicBezTo>
                  <a:pt x="558800" y="1694180"/>
                  <a:pt x="207010" y="1884680"/>
                  <a:pt x="101600" y="2194560"/>
                </a:cubicBezTo>
                <a:cubicBezTo>
                  <a:pt x="1270" y="2493010"/>
                  <a:pt x="165100" y="2844800"/>
                  <a:pt x="165100" y="3176270"/>
                </a:cubicBezTo>
                <a:cubicBezTo>
                  <a:pt x="165100" y="3507740"/>
                  <a:pt x="0" y="3859530"/>
                  <a:pt x="101600" y="4157980"/>
                </a:cubicBezTo>
                <a:cubicBezTo>
                  <a:pt x="205740" y="4467860"/>
                  <a:pt x="558800" y="4658360"/>
                  <a:pt x="753110" y="4916170"/>
                </a:cubicBezTo>
                <a:cubicBezTo>
                  <a:pt x="949960" y="5176520"/>
                  <a:pt x="1031240" y="5556250"/>
                  <a:pt x="1301750" y="5745480"/>
                </a:cubicBezTo>
                <a:cubicBezTo>
                  <a:pt x="1569720" y="5933440"/>
                  <a:pt x="1969770" y="5891530"/>
                  <a:pt x="2292350" y="5991860"/>
                </a:cubicBezTo>
                <a:cubicBezTo>
                  <a:pt x="2603500" y="6088380"/>
                  <a:pt x="2899410" y="6352540"/>
                  <a:pt x="3243580" y="6352540"/>
                </a:cubicBezTo>
                <a:cubicBezTo>
                  <a:pt x="3587750" y="6352540"/>
                  <a:pt x="3884930" y="6089650"/>
                  <a:pt x="4194810" y="5991860"/>
                </a:cubicBezTo>
                <a:cubicBezTo>
                  <a:pt x="4516120" y="5891530"/>
                  <a:pt x="4917440" y="5933440"/>
                  <a:pt x="5185410" y="5745480"/>
                </a:cubicBezTo>
                <a:cubicBezTo>
                  <a:pt x="5455920" y="5556250"/>
                  <a:pt x="5537200" y="5176520"/>
                  <a:pt x="5734050" y="4916170"/>
                </a:cubicBezTo>
                <a:cubicBezTo>
                  <a:pt x="5929630" y="4658360"/>
                  <a:pt x="6281420" y="4467860"/>
                  <a:pt x="6385560" y="4157980"/>
                </a:cubicBezTo>
                <a:cubicBezTo>
                  <a:pt x="6487160" y="3858260"/>
                  <a:pt x="6322060" y="3506470"/>
                  <a:pt x="6322060" y="3176270"/>
                </a:cubicBezTo>
                <a:close/>
              </a:path>
            </a:pathLst>
          </a:custGeom>
          <a:solidFill>
            <a:srgbClr val="33A685"/>
          </a:solidFill>
          <a:ln>
            <a:noFill/>
          </a:ln>
        </p:spPr>
        <p:txBody>
          <a:bodyPr anchorCtr="0" anchor="ctr" bIns="38825" lIns="38825" spcFirstLastPara="1" rIns="38825" wrap="square" tIns="388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86" name="Google Shape;986;p65"/>
          <p:cNvCxnSpPr/>
          <p:nvPr/>
        </p:nvCxnSpPr>
        <p:spPr>
          <a:xfrm rot="10800000">
            <a:off x="6035077" y="3205386"/>
            <a:ext cx="0" cy="388800"/>
          </a:xfrm>
          <a:prstGeom prst="straightConnector1">
            <a:avLst/>
          </a:prstGeom>
          <a:noFill/>
          <a:ln cap="flat" cmpd="sng" w="12125">
            <a:solidFill>
              <a:srgbClr val="3C567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987" name="Google Shape;987;p65"/>
          <p:cNvCxnSpPr/>
          <p:nvPr/>
        </p:nvCxnSpPr>
        <p:spPr>
          <a:xfrm rot="10800000">
            <a:off x="6462897" y="2953670"/>
            <a:ext cx="515400" cy="342600"/>
          </a:xfrm>
          <a:prstGeom prst="straightConnector1">
            <a:avLst/>
          </a:prstGeom>
          <a:noFill/>
          <a:ln cap="flat" cmpd="sng" w="12125">
            <a:solidFill>
              <a:srgbClr val="3C5679"/>
            </a:solidFill>
            <a:prstDash val="dash"/>
            <a:round/>
            <a:headEnd len="sm" w="sm" type="none"/>
            <a:tailEnd len="sm" w="sm" type="none"/>
          </a:ln>
        </p:spPr>
      </p:cxnSp>
      <p:pic>
        <p:nvPicPr>
          <p:cNvPr id="988" name="Google Shape;988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98362" y="2211125"/>
            <a:ext cx="962871" cy="554100"/>
          </a:xfrm>
          <a:prstGeom prst="rect">
            <a:avLst/>
          </a:prstGeom>
          <a:noFill/>
          <a:ln>
            <a:noFill/>
          </a:ln>
        </p:spPr>
      </p:pic>
      <p:sp>
        <p:nvSpPr>
          <p:cNvPr id="989" name="Google Shape;989;p65"/>
          <p:cNvSpPr txBox="1"/>
          <p:nvPr/>
        </p:nvSpPr>
        <p:spPr>
          <a:xfrm>
            <a:off x="5644538" y="2713500"/>
            <a:ext cx="670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262626"/>
                </a:solidFill>
              </a:rPr>
              <a:t>LCEL</a:t>
            </a:r>
            <a:endParaRPr b="1" sz="1100"/>
          </a:p>
        </p:txBody>
      </p:sp>
      <p:cxnSp>
        <p:nvCxnSpPr>
          <p:cNvPr id="990" name="Google Shape;990;p65"/>
          <p:cNvCxnSpPr/>
          <p:nvPr/>
        </p:nvCxnSpPr>
        <p:spPr>
          <a:xfrm flipH="1" rot="10800000">
            <a:off x="5094293" y="2954062"/>
            <a:ext cx="513600" cy="342000"/>
          </a:xfrm>
          <a:prstGeom prst="straightConnector1">
            <a:avLst/>
          </a:prstGeom>
          <a:noFill/>
          <a:ln cap="flat" cmpd="sng" w="12125">
            <a:solidFill>
              <a:srgbClr val="3C5679"/>
            </a:solidFill>
            <a:prstDash val="dash"/>
            <a:round/>
            <a:headEnd len="sm" w="sm" type="none"/>
            <a:tailEnd len="sm" w="sm" type="none"/>
          </a:ln>
        </p:spPr>
      </p:cxnSp>
      <p:pic>
        <p:nvPicPr>
          <p:cNvPr id="991" name="Google Shape;991;p6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46350" y="3241200"/>
            <a:ext cx="388800" cy="388800"/>
          </a:xfrm>
          <a:prstGeom prst="rect">
            <a:avLst/>
          </a:prstGeom>
          <a:noFill/>
          <a:ln>
            <a:noFill/>
          </a:ln>
        </p:spPr>
      </p:pic>
      <p:sp>
        <p:nvSpPr>
          <p:cNvPr id="992" name="Google Shape;992;p65"/>
          <p:cNvSpPr/>
          <p:nvPr/>
        </p:nvSpPr>
        <p:spPr>
          <a:xfrm>
            <a:off x="4535950" y="3158550"/>
            <a:ext cx="609600" cy="5541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93" name="Google Shape;993;p65"/>
          <p:cNvSpPr/>
          <p:nvPr/>
        </p:nvSpPr>
        <p:spPr>
          <a:xfrm>
            <a:off x="5730275" y="3594175"/>
            <a:ext cx="609600" cy="5541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94" name="Google Shape;994;p65"/>
          <p:cNvSpPr/>
          <p:nvPr/>
        </p:nvSpPr>
        <p:spPr>
          <a:xfrm>
            <a:off x="6875300" y="3241200"/>
            <a:ext cx="609600" cy="5541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995" name="Google Shape;995;p6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64075" y="3700225"/>
            <a:ext cx="341999" cy="342001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96" name="Google Shape;996;p6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985700" y="3323850"/>
            <a:ext cx="388800" cy="3888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97" name="Google Shape;997;p65"/>
          <p:cNvSpPr txBox="1"/>
          <p:nvPr/>
        </p:nvSpPr>
        <p:spPr>
          <a:xfrm>
            <a:off x="4025150" y="3701875"/>
            <a:ext cx="1547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</a:rPr>
              <a:t>O</a:t>
            </a:r>
            <a:r>
              <a:rPr b="1" lang="en-US" sz="1000">
                <a:solidFill>
                  <a:schemeClr val="dk1"/>
                </a:solidFill>
              </a:rPr>
              <a:t>rchestration</a:t>
            </a:r>
            <a:endParaRPr b="1" sz="1000"/>
          </a:p>
        </p:txBody>
      </p:sp>
      <p:sp>
        <p:nvSpPr>
          <p:cNvPr id="998" name="Google Shape;998;p65"/>
          <p:cNvSpPr txBox="1"/>
          <p:nvPr/>
        </p:nvSpPr>
        <p:spPr>
          <a:xfrm>
            <a:off x="5261525" y="4148275"/>
            <a:ext cx="1547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</a:rPr>
              <a:t>Composition</a:t>
            </a:r>
            <a:endParaRPr b="1" sz="1000"/>
          </a:p>
        </p:txBody>
      </p:sp>
      <p:sp>
        <p:nvSpPr>
          <p:cNvPr id="999" name="Google Shape;999;p65"/>
          <p:cNvSpPr txBox="1"/>
          <p:nvPr/>
        </p:nvSpPr>
        <p:spPr>
          <a:xfrm>
            <a:off x="6406550" y="3795300"/>
            <a:ext cx="1547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</a:rPr>
              <a:t>Workflows</a:t>
            </a:r>
            <a:endParaRPr b="1" sz="1000"/>
          </a:p>
        </p:txBody>
      </p:sp>
      <p:sp>
        <p:nvSpPr>
          <p:cNvPr id="1000" name="Google Shape;1000;p65"/>
          <p:cNvSpPr/>
          <p:nvPr/>
        </p:nvSpPr>
        <p:spPr>
          <a:xfrm>
            <a:off x="4501700" y="5830450"/>
            <a:ext cx="2983200" cy="400200"/>
          </a:xfrm>
          <a:prstGeom prst="rect">
            <a:avLst/>
          </a:prstGeom>
          <a:solidFill>
            <a:srgbClr val="C2D4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input | llm | output_parser</a:t>
            </a:r>
            <a:endParaRPr b="1" sz="10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001" name="Google Shape;1001;p6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178037" y="5830445"/>
            <a:ext cx="276900" cy="276881"/>
          </a:xfrm>
          <a:prstGeom prst="rect">
            <a:avLst/>
          </a:prstGeom>
          <a:noFill/>
          <a:ln>
            <a:noFill/>
          </a:ln>
        </p:spPr>
      </p:pic>
      <p:sp>
        <p:nvSpPr>
          <p:cNvPr id="1002" name="Google Shape;1002;p65"/>
          <p:cNvSpPr txBox="1"/>
          <p:nvPr/>
        </p:nvSpPr>
        <p:spPr>
          <a:xfrm>
            <a:off x="4426625" y="5491375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Syntax Example</a:t>
            </a:r>
            <a:r>
              <a:rPr b="1" lang="en-US" sz="1100">
                <a:solidFill>
                  <a:schemeClr val="dk1"/>
                </a:solidFill>
              </a:rPr>
              <a:t>:</a:t>
            </a:r>
            <a:r>
              <a:rPr b="1" lang="en-US" sz="1300">
                <a:solidFill>
                  <a:schemeClr val="dk1"/>
                </a:solidFill>
              </a:rPr>
              <a:t> </a:t>
            </a:r>
            <a:endParaRPr/>
          </a:p>
        </p:txBody>
      </p:sp>
      <p:sp>
        <p:nvSpPr>
          <p:cNvPr id="1003" name="Google Shape;1003;p65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7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p66"/>
          <p:cNvSpPr/>
          <p:nvPr/>
        </p:nvSpPr>
        <p:spPr>
          <a:xfrm>
            <a:off x="6536700" y="2206113"/>
            <a:ext cx="5227500" cy="25680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9" name="Google Shape;1009;p66"/>
          <p:cNvSpPr/>
          <p:nvPr/>
        </p:nvSpPr>
        <p:spPr>
          <a:xfrm>
            <a:off x="608325" y="2179813"/>
            <a:ext cx="5227500" cy="25680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0" name="Google Shape;1010;p66"/>
          <p:cNvSpPr txBox="1"/>
          <p:nvPr/>
        </p:nvSpPr>
        <p:spPr>
          <a:xfrm>
            <a:off x="356875" y="350625"/>
            <a:ext cx="8550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When to Use </a:t>
            </a:r>
            <a:r>
              <a:rPr b="1" lang="en-US" sz="30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LCEL </a:t>
            </a:r>
            <a:r>
              <a:rPr b="1" lang="en-US" sz="30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vs </a:t>
            </a:r>
            <a:r>
              <a:rPr b="1" lang="en-US" sz="30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LangGraph</a:t>
            </a:r>
            <a:endParaRPr sz="25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11" name="Google Shape;1011;p66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2" name="Google Shape;1012;p66"/>
          <p:cNvSpPr txBox="1"/>
          <p:nvPr/>
        </p:nvSpPr>
        <p:spPr>
          <a:xfrm>
            <a:off x="608325" y="2198488"/>
            <a:ext cx="52275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Poppins"/>
              <a:buChar char="★"/>
            </a:pP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Compact scripts for linear/branching flows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Poppins"/>
              <a:buChar char="★"/>
            </a:pP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Faster development cycle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Poppins"/>
              <a:buChar char="★"/>
            </a:pP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Simple orchestration needs</a:t>
            </a:r>
            <a:br>
              <a:rPr lang="en-US" sz="1600">
                <a:latin typeface="Poppins"/>
                <a:ea typeface="Poppins"/>
                <a:cs typeface="Poppins"/>
                <a:sym typeface="Poppins"/>
              </a:rPr>
            </a:b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Poppins"/>
              <a:buChar char="★"/>
            </a:pP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Straightforward pipelines with minimal state</a:t>
            </a:r>
            <a:br>
              <a:rPr lang="en-US" sz="1600">
                <a:latin typeface="Poppins"/>
                <a:ea typeface="Poppins"/>
                <a:cs typeface="Poppins"/>
                <a:sym typeface="Poppins"/>
              </a:rPr>
            </a:b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Poppins"/>
              <a:buChar char="★"/>
            </a:pP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Rapid prototyping of LLM workflows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13" name="Google Shape;1013;p66"/>
          <p:cNvSpPr txBox="1"/>
          <p:nvPr/>
        </p:nvSpPr>
        <p:spPr>
          <a:xfrm>
            <a:off x="2885950" y="5381025"/>
            <a:ext cx="65496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Poppins"/>
                <a:ea typeface="Poppins"/>
                <a:cs typeface="Poppins"/>
                <a:sym typeface="Poppins"/>
              </a:rPr>
              <a:t>Official Guidance:</a:t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Poppins"/>
                <a:ea typeface="Poppins"/>
                <a:cs typeface="Poppins"/>
                <a:sym typeface="Poppins"/>
              </a:rPr>
              <a:t>LangChain documentation recommends starting with LCEL for simpler orchestration needs and moving to LangGraph as complexity increases.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014" name="Google Shape;1014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36400" y="5613800"/>
            <a:ext cx="365750" cy="36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015" name="Google Shape;1015;p66"/>
          <p:cNvSpPr txBox="1"/>
          <p:nvPr/>
        </p:nvSpPr>
        <p:spPr>
          <a:xfrm>
            <a:off x="1054375" y="1744413"/>
            <a:ext cx="911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accent1"/>
                </a:solidFill>
              </a:rPr>
              <a:t>LCEL</a:t>
            </a:r>
            <a:endParaRPr b="1" sz="1800">
              <a:solidFill>
                <a:schemeClr val="accent1"/>
              </a:solidFill>
            </a:endParaRPr>
          </a:p>
        </p:txBody>
      </p:sp>
      <p:sp>
        <p:nvSpPr>
          <p:cNvPr id="1016" name="Google Shape;1016;p66"/>
          <p:cNvSpPr txBox="1"/>
          <p:nvPr/>
        </p:nvSpPr>
        <p:spPr>
          <a:xfrm>
            <a:off x="6658600" y="2206107"/>
            <a:ext cx="52275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Poppins"/>
              <a:buChar char="★"/>
            </a:pP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Complex graph-based workflows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Poppins"/>
              <a:buChar char="★"/>
            </a:pP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Multi-agent systems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Poppins"/>
              <a:buChar char="★"/>
            </a:pP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Heavy state management requirements</a:t>
            </a:r>
            <a:br>
              <a:rPr lang="en-US" sz="1600">
                <a:latin typeface="Poppins"/>
                <a:ea typeface="Poppins"/>
                <a:cs typeface="Poppins"/>
                <a:sym typeface="Poppins"/>
              </a:rPr>
            </a:b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Poppins"/>
              <a:buChar char="★"/>
            </a:pP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Advanced visualization needs</a:t>
            </a:r>
            <a:br>
              <a:rPr lang="en-US" sz="1600">
                <a:latin typeface="Poppins"/>
                <a:ea typeface="Poppins"/>
                <a:cs typeface="Poppins"/>
                <a:sym typeface="Poppins"/>
              </a:rPr>
            </a:b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Poppins"/>
              <a:buChar char="★"/>
            </a:pP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Dynamic, conditional execution paths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17" name="Google Shape;1017;p66"/>
          <p:cNvSpPr txBox="1"/>
          <p:nvPr/>
        </p:nvSpPr>
        <p:spPr>
          <a:xfrm>
            <a:off x="7104625" y="1744408"/>
            <a:ext cx="164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accent1"/>
                </a:solidFill>
              </a:rPr>
              <a:t>LangGraph</a:t>
            </a:r>
            <a:endParaRPr b="1" sz="1800">
              <a:solidFill>
                <a:schemeClr val="accent1"/>
              </a:solidFill>
            </a:endParaRPr>
          </a:p>
        </p:txBody>
      </p:sp>
      <p:pic>
        <p:nvPicPr>
          <p:cNvPr id="1018" name="Google Shape;1018;p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9087" y="1836820"/>
            <a:ext cx="276900" cy="2768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9" name="Google Shape;1019;p6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38875" y="1792387"/>
            <a:ext cx="365750" cy="36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020" name="Google Shape;1020;p66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4" name="Shape 1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Google Shape;1025;p67"/>
          <p:cNvSpPr txBox="1"/>
          <p:nvPr/>
        </p:nvSpPr>
        <p:spPr>
          <a:xfrm>
            <a:off x="356875" y="350625"/>
            <a:ext cx="8550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30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LCEL Basic Syntax Examples </a:t>
            </a:r>
            <a:r>
              <a:rPr lang="en-US" sz="28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(Pseudo)</a:t>
            </a:r>
            <a:endParaRPr sz="28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26" name="Google Shape;1026;p67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7" name="Google Shape;1027;p67"/>
          <p:cNvSpPr txBox="1"/>
          <p:nvPr/>
        </p:nvSpPr>
        <p:spPr>
          <a:xfrm>
            <a:off x="3148663" y="1105375"/>
            <a:ext cx="3577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/>
              <a:t>Pipe Operator (|) Chaining</a:t>
            </a:r>
            <a:endParaRPr b="1" sz="1300"/>
          </a:p>
        </p:txBody>
      </p:sp>
      <p:sp>
        <p:nvSpPr>
          <p:cNvPr id="1028" name="Google Shape;1028;p67"/>
          <p:cNvSpPr/>
          <p:nvPr/>
        </p:nvSpPr>
        <p:spPr>
          <a:xfrm>
            <a:off x="3206338" y="1434925"/>
            <a:ext cx="6054900" cy="1933200"/>
          </a:xfrm>
          <a:prstGeom prst="rect">
            <a:avLst/>
          </a:prstGeom>
          <a:solidFill>
            <a:srgbClr val="C2D4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from langchain.prompts import ChatPromptTemplate</a:t>
            </a:r>
            <a:endParaRPr b="1" sz="10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from langchain.chat_models import ChatOpenAI</a:t>
            </a:r>
            <a:endParaRPr b="1" sz="10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from langchain.schema import StrOutputParser</a:t>
            </a:r>
            <a:endParaRPr b="1" sz="10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prompt = ChatPromptTemplate.from_template("Tell me a joke about {topic}")</a:t>
            </a:r>
            <a:endParaRPr b="1" sz="10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model = ChatOpenAI()</a:t>
            </a:r>
            <a:endParaRPr b="1" sz="10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output_parser = StrOutputParser()</a:t>
            </a:r>
            <a:endParaRPr b="1" sz="10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10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# Chain components with pipe operator</a:t>
            </a:r>
            <a:endParaRPr i="1" sz="10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chain = prompt | model | output_parser</a:t>
            </a:r>
            <a:endParaRPr b="1" sz="10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response = chain.invoke({"topic": "programming"})</a:t>
            </a:r>
            <a:endParaRPr b="1" sz="10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29" name="Google Shape;1029;p67"/>
          <p:cNvSpPr txBox="1"/>
          <p:nvPr/>
        </p:nvSpPr>
        <p:spPr>
          <a:xfrm>
            <a:off x="1374550" y="4596525"/>
            <a:ext cx="3577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/>
              <a:t>Parallel Branching</a:t>
            </a:r>
            <a:endParaRPr b="1" sz="1300"/>
          </a:p>
        </p:txBody>
      </p:sp>
      <p:sp>
        <p:nvSpPr>
          <p:cNvPr id="1030" name="Google Shape;1030;p67"/>
          <p:cNvSpPr/>
          <p:nvPr/>
        </p:nvSpPr>
        <p:spPr>
          <a:xfrm>
            <a:off x="1432238" y="4926075"/>
            <a:ext cx="3894000" cy="1452000"/>
          </a:xfrm>
          <a:prstGeom prst="rect">
            <a:avLst/>
          </a:prstGeom>
          <a:solidFill>
            <a:srgbClr val="C2D4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from operator import itemgetter</a:t>
            </a:r>
            <a:br>
              <a:rPr b="1" lang="en-US" sz="10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endParaRPr b="1" sz="10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10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# Run multiple chains with same input</a:t>
            </a:r>
            <a:endParaRPr i="1" sz="10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chain = {</a:t>
            </a:r>
            <a:endParaRPr b="1" sz="10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"summary": prompt1 | model | parser,</a:t>
            </a:r>
            <a:endParaRPr b="1" sz="10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"translation": prompt2 | model | parser</a:t>
            </a:r>
            <a:endParaRPr b="1" sz="10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0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31" name="Google Shape;1031;p67"/>
          <p:cNvSpPr txBox="1"/>
          <p:nvPr/>
        </p:nvSpPr>
        <p:spPr>
          <a:xfrm>
            <a:off x="6792375" y="4596525"/>
            <a:ext cx="3577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/>
              <a:t>RunnableMap &amp; Sequence</a:t>
            </a:r>
            <a:endParaRPr b="1" sz="1300"/>
          </a:p>
        </p:txBody>
      </p:sp>
      <p:sp>
        <p:nvSpPr>
          <p:cNvPr id="1032" name="Google Shape;1032;p67"/>
          <p:cNvSpPr/>
          <p:nvPr/>
        </p:nvSpPr>
        <p:spPr>
          <a:xfrm>
            <a:off x="6362588" y="4926075"/>
            <a:ext cx="4610100" cy="1452000"/>
          </a:xfrm>
          <a:prstGeom prst="rect">
            <a:avLst/>
          </a:prstGeom>
          <a:solidFill>
            <a:srgbClr val="C2D4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from langchain.schema.runnable import RunnablePassthrough</a:t>
            </a:r>
            <a:endParaRPr b="1" sz="10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b="1" lang="en-US" sz="10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i="1" lang="en-US" sz="10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# Composition with conditional logic</a:t>
            </a:r>
            <a:endParaRPr i="1" sz="10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chain = RunnablePassthrough.assign(</a:t>
            </a:r>
            <a:endParaRPr b="1" sz="10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enhanced_query=query_enhancer</a:t>
            </a:r>
            <a:endParaRPr b="1" sz="10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) | retriever | format_docs | model</a:t>
            </a:r>
            <a:endParaRPr b="1" sz="10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1033" name="Google Shape;1033;p67"/>
          <p:cNvCxnSpPr/>
          <p:nvPr/>
        </p:nvCxnSpPr>
        <p:spPr>
          <a:xfrm>
            <a:off x="4855025" y="3956725"/>
            <a:ext cx="347400" cy="0"/>
          </a:xfrm>
          <a:prstGeom prst="straightConnector1">
            <a:avLst/>
          </a:prstGeom>
          <a:noFill/>
          <a:ln cap="flat" cmpd="sng" w="19050">
            <a:solidFill>
              <a:srgbClr val="33A68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34" name="Google Shape;1034;p67"/>
          <p:cNvCxnSpPr/>
          <p:nvPr/>
        </p:nvCxnSpPr>
        <p:spPr>
          <a:xfrm>
            <a:off x="7144763" y="3956775"/>
            <a:ext cx="34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35" name="Google Shape;1035;p67"/>
          <p:cNvSpPr/>
          <p:nvPr/>
        </p:nvSpPr>
        <p:spPr>
          <a:xfrm>
            <a:off x="5393313" y="3709625"/>
            <a:ext cx="1560600" cy="606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0000FF"/>
                </a:solidFill>
              </a:rPr>
              <a:t>Model</a:t>
            </a:r>
            <a:endParaRPr b="1">
              <a:solidFill>
                <a:srgbClr val="0000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00FF"/>
                </a:solidFill>
              </a:rPr>
              <a:t>ChatOpenAI</a:t>
            </a:r>
            <a:endParaRPr sz="1000">
              <a:solidFill>
                <a:srgbClr val="0000FF"/>
              </a:solidFill>
            </a:endParaRPr>
          </a:p>
        </p:txBody>
      </p:sp>
      <p:sp>
        <p:nvSpPr>
          <p:cNvPr id="1036" name="Google Shape;1036;p67"/>
          <p:cNvSpPr/>
          <p:nvPr/>
        </p:nvSpPr>
        <p:spPr>
          <a:xfrm>
            <a:off x="7803438" y="3694675"/>
            <a:ext cx="1560600" cy="621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0000FF"/>
                </a:solidFill>
              </a:rPr>
              <a:t>Parser</a:t>
            </a:r>
            <a:endParaRPr b="1">
              <a:solidFill>
                <a:srgbClr val="0000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00FF"/>
                </a:solidFill>
              </a:rPr>
              <a:t>StrOutputParser</a:t>
            </a:r>
            <a:endParaRPr sz="1000">
              <a:solidFill>
                <a:srgbClr val="0000FF"/>
              </a:solidFill>
            </a:endParaRPr>
          </a:p>
        </p:txBody>
      </p:sp>
      <p:sp>
        <p:nvSpPr>
          <p:cNvPr id="1037" name="Google Shape;1037;p67"/>
          <p:cNvSpPr/>
          <p:nvPr/>
        </p:nvSpPr>
        <p:spPr>
          <a:xfrm>
            <a:off x="3103563" y="3709625"/>
            <a:ext cx="1560600" cy="606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</a:rPr>
              <a:t>Prompt</a:t>
            </a:r>
            <a:endParaRPr b="1">
              <a:solidFill>
                <a:srgbClr val="0000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00FF"/>
                </a:solidFill>
              </a:rPr>
              <a:t>ChatPromptTemplate</a:t>
            </a:r>
            <a:endParaRPr sz="1000">
              <a:solidFill>
                <a:srgbClr val="0000FF"/>
              </a:solidFill>
            </a:endParaRPr>
          </a:p>
        </p:txBody>
      </p:sp>
      <p:sp>
        <p:nvSpPr>
          <p:cNvPr id="1038" name="Google Shape;1038;p67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2" name="Shape 1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Google Shape;1043;p68"/>
          <p:cNvSpPr txBox="1"/>
          <p:nvPr/>
        </p:nvSpPr>
        <p:spPr>
          <a:xfrm>
            <a:off x="356875" y="350625"/>
            <a:ext cx="8550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30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Putting it all together</a:t>
            </a:r>
            <a:r>
              <a:rPr b="1" lang="en-US" sz="30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(</a:t>
            </a:r>
            <a:r>
              <a:rPr lang="en-US" sz="28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Sample Architecture</a:t>
            </a:r>
            <a:r>
              <a:rPr lang="en-US" sz="28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)</a:t>
            </a:r>
            <a:endParaRPr sz="28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44" name="Google Shape;1044;p68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5" name="Google Shape;1045;p68"/>
          <p:cNvSpPr txBox="1"/>
          <p:nvPr/>
        </p:nvSpPr>
        <p:spPr>
          <a:xfrm>
            <a:off x="3850300" y="4436525"/>
            <a:ext cx="3577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/>
              <a:t>LCEL Pipeline Example</a:t>
            </a:r>
            <a:endParaRPr b="1" sz="1300"/>
          </a:p>
        </p:txBody>
      </p:sp>
      <p:sp>
        <p:nvSpPr>
          <p:cNvPr id="1046" name="Google Shape;1046;p68"/>
          <p:cNvSpPr/>
          <p:nvPr/>
        </p:nvSpPr>
        <p:spPr>
          <a:xfrm>
            <a:off x="3908000" y="4766075"/>
            <a:ext cx="5350500" cy="1406100"/>
          </a:xfrm>
          <a:prstGeom prst="rect">
            <a:avLst/>
          </a:prstGeom>
          <a:solidFill>
            <a:srgbClr val="C2D4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10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# Complete application flow using LCEL syntax</a:t>
            </a:r>
            <a:endParaRPr i="1" sz="10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b="1" lang="en-US" sz="10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-US" sz="10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chain = ( ChatPromptTemplate.from_messages(messages)</a:t>
            </a:r>
            <a:endParaRPr b="1" sz="10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| model.bind_tools([db_tool, api_tool])</a:t>
            </a:r>
            <a:endParaRPr b="1" sz="10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| memory.with_fallbacks([persistent_memory])</a:t>
            </a:r>
            <a:endParaRPr b="1" sz="10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| output_parser )</a:t>
            </a:r>
            <a:endParaRPr b="1" sz="10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1047" name="Google Shape;1047;p68"/>
          <p:cNvCxnSpPr/>
          <p:nvPr/>
        </p:nvCxnSpPr>
        <p:spPr>
          <a:xfrm>
            <a:off x="4489250" y="1556425"/>
            <a:ext cx="347400" cy="0"/>
          </a:xfrm>
          <a:prstGeom prst="straightConnector1">
            <a:avLst/>
          </a:prstGeom>
          <a:noFill/>
          <a:ln cap="flat" cmpd="sng" w="19050">
            <a:solidFill>
              <a:srgbClr val="33A685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48" name="Google Shape;1048;p68"/>
          <p:cNvSpPr/>
          <p:nvPr/>
        </p:nvSpPr>
        <p:spPr>
          <a:xfrm>
            <a:off x="5027551" y="1309325"/>
            <a:ext cx="1720200" cy="606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00FF"/>
                </a:solidFill>
              </a:rPr>
              <a:t>ChatPromptTemplate</a:t>
            </a:r>
            <a:endParaRPr b="1" sz="1200">
              <a:solidFill>
                <a:srgbClr val="0000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00FF"/>
                </a:solidFill>
              </a:rPr>
              <a:t>Formats user input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1049" name="Google Shape;1049;p68"/>
          <p:cNvSpPr/>
          <p:nvPr/>
        </p:nvSpPr>
        <p:spPr>
          <a:xfrm>
            <a:off x="7437675" y="1294375"/>
            <a:ext cx="1820700" cy="621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</a:rPr>
              <a:t>ChatModel</a:t>
            </a:r>
            <a:endParaRPr b="1">
              <a:solidFill>
                <a:srgbClr val="0000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00FF"/>
                </a:solidFill>
              </a:rPr>
              <a:t>With OpenAI function tools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1050" name="Google Shape;1050;p68"/>
          <p:cNvSpPr/>
          <p:nvPr/>
        </p:nvSpPr>
        <p:spPr>
          <a:xfrm>
            <a:off x="2737788" y="1309325"/>
            <a:ext cx="1560600" cy="606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</a:rPr>
              <a:t>User</a:t>
            </a:r>
            <a:endParaRPr sz="1000">
              <a:solidFill>
                <a:srgbClr val="0000FF"/>
              </a:solidFill>
            </a:endParaRPr>
          </a:p>
        </p:txBody>
      </p:sp>
      <p:cxnSp>
        <p:nvCxnSpPr>
          <p:cNvPr id="1051" name="Google Shape;1051;p68"/>
          <p:cNvCxnSpPr/>
          <p:nvPr/>
        </p:nvCxnSpPr>
        <p:spPr>
          <a:xfrm flipH="1">
            <a:off x="7993988" y="2734975"/>
            <a:ext cx="345000" cy="16500"/>
          </a:xfrm>
          <a:prstGeom prst="straightConnector1">
            <a:avLst/>
          </a:prstGeom>
          <a:noFill/>
          <a:ln cap="flat" cmpd="sng" w="19050">
            <a:solidFill>
              <a:srgbClr val="33A685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52" name="Google Shape;1052;p68"/>
          <p:cNvSpPr/>
          <p:nvPr/>
        </p:nvSpPr>
        <p:spPr>
          <a:xfrm>
            <a:off x="6142750" y="2451450"/>
            <a:ext cx="1560600" cy="606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0000FF"/>
                </a:solidFill>
              </a:rPr>
              <a:t>Function Call</a:t>
            </a:r>
            <a:endParaRPr b="1">
              <a:solidFill>
                <a:srgbClr val="0000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00FF"/>
                </a:solidFill>
              </a:rPr>
              <a:t>Structured arguments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1053" name="Google Shape;1053;p68"/>
          <p:cNvSpPr/>
          <p:nvPr/>
        </p:nvSpPr>
        <p:spPr>
          <a:xfrm>
            <a:off x="3853000" y="2451450"/>
            <a:ext cx="1560600" cy="606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0000FF"/>
                </a:solidFill>
              </a:rPr>
              <a:t>Tool Execution</a:t>
            </a:r>
            <a:endParaRPr b="1">
              <a:solidFill>
                <a:srgbClr val="0000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00FF"/>
                </a:solidFill>
              </a:rPr>
              <a:t>Database / API</a:t>
            </a:r>
            <a:endParaRPr sz="1000">
              <a:solidFill>
                <a:srgbClr val="0000FF"/>
              </a:solidFill>
            </a:endParaRPr>
          </a:p>
        </p:txBody>
      </p:sp>
      <p:sp>
        <p:nvSpPr>
          <p:cNvPr id="1054" name="Google Shape;1054;p68"/>
          <p:cNvSpPr/>
          <p:nvPr/>
        </p:nvSpPr>
        <p:spPr>
          <a:xfrm>
            <a:off x="4937713" y="3497975"/>
            <a:ext cx="1560600" cy="606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0000FF"/>
                </a:solidFill>
              </a:rPr>
              <a:t>LCEL Pipeline</a:t>
            </a:r>
            <a:endParaRPr b="1">
              <a:solidFill>
                <a:srgbClr val="0000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00FF"/>
                </a:solidFill>
              </a:rPr>
              <a:t>Next chain step</a:t>
            </a:r>
            <a:endParaRPr sz="1000">
              <a:solidFill>
                <a:srgbClr val="0000FF"/>
              </a:solidFill>
            </a:endParaRPr>
          </a:p>
        </p:txBody>
      </p:sp>
      <p:sp>
        <p:nvSpPr>
          <p:cNvPr id="1055" name="Google Shape;1055;p68"/>
          <p:cNvSpPr/>
          <p:nvPr/>
        </p:nvSpPr>
        <p:spPr>
          <a:xfrm>
            <a:off x="7347838" y="3483025"/>
            <a:ext cx="1560600" cy="621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0000FF"/>
                </a:solidFill>
              </a:rPr>
              <a:t>Update Memory</a:t>
            </a:r>
            <a:endParaRPr b="1">
              <a:solidFill>
                <a:srgbClr val="0000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00FF"/>
                </a:solidFill>
              </a:rPr>
              <a:t>Store context</a:t>
            </a:r>
            <a:endParaRPr sz="1000">
              <a:solidFill>
                <a:srgbClr val="0000FF"/>
              </a:solidFill>
            </a:endParaRPr>
          </a:p>
        </p:txBody>
      </p:sp>
      <p:sp>
        <p:nvSpPr>
          <p:cNvPr id="1056" name="Google Shape;1056;p68"/>
          <p:cNvSpPr/>
          <p:nvPr/>
        </p:nvSpPr>
        <p:spPr>
          <a:xfrm>
            <a:off x="2647963" y="3497975"/>
            <a:ext cx="1560600" cy="606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</a:rPr>
              <a:t>Final Response</a:t>
            </a:r>
            <a:endParaRPr sz="1000">
              <a:solidFill>
                <a:srgbClr val="0000FF"/>
              </a:solidFill>
            </a:endParaRPr>
          </a:p>
        </p:txBody>
      </p:sp>
      <p:cxnSp>
        <p:nvCxnSpPr>
          <p:cNvPr id="1057" name="Google Shape;1057;p68"/>
          <p:cNvCxnSpPr/>
          <p:nvPr/>
        </p:nvCxnSpPr>
        <p:spPr>
          <a:xfrm flipH="1">
            <a:off x="5605688" y="2697775"/>
            <a:ext cx="345000" cy="16500"/>
          </a:xfrm>
          <a:prstGeom prst="straightConnector1">
            <a:avLst/>
          </a:prstGeom>
          <a:noFill/>
          <a:ln cap="flat" cmpd="sng" w="19050">
            <a:solidFill>
              <a:srgbClr val="33A68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58" name="Google Shape;1058;p68"/>
          <p:cNvCxnSpPr/>
          <p:nvPr/>
        </p:nvCxnSpPr>
        <p:spPr>
          <a:xfrm flipH="1">
            <a:off x="6750588" y="3785275"/>
            <a:ext cx="345000" cy="16500"/>
          </a:xfrm>
          <a:prstGeom prst="straightConnector1">
            <a:avLst/>
          </a:prstGeom>
          <a:noFill/>
          <a:ln cap="flat" cmpd="sng" w="19050">
            <a:solidFill>
              <a:srgbClr val="33A68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59" name="Google Shape;1059;p68"/>
          <p:cNvCxnSpPr/>
          <p:nvPr/>
        </p:nvCxnSpPr>
        <p:spPr>
          <a:xfrm flipH="1">
            <a:off x="4400650" y="3792725"/>
            <a:ext cx="345000" cy="16500"/>
          </a:xfrm>
          <a:prstGeom prst="straightConnector1">
            <a:avLst/>
          </a:prstGeom>
          <a:noFill/>
          <a:ln cap="flat" cmpd="sng" w="19050">
            <a:solidFill>
              <a:srgbClr val="33A68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60" name="Google Shape;1060;p68"/>
          <p:cNvCxnSpPr/>
          <p:nvPr/>
        </p:nvCxnSpPr>
        <p:spPr>
          <a:xfrm>
            <a:off x="6792375" y="1604875"/>
            <a:ext cx="347400" cy="0"/>
          </a:xfrm>
          <a:prstGeom prst="straightConnector1">
            <a:avLst/>
          </a:prstGeom>
          <a:noFill/>
          <a:ln cap="flat" cmpd="sng" w="19050">
            <a:solidFill>
              <a:srgbClr val="33A685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61" name="Google Shape;1061;p68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5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p69"/>
          <p:cNvSpPr txBox="1"/>
          <p:nvPr/>
        </p:nvSpPr>
        <p:spPr>
          <a:xfrm>
            <a:off x="2539800" y="2975100"/>
            <a:ext cx="8455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Code walkthrough/Student Practice</a:t>
            </a:r>
            <a:endParaRPr b="1" sz="3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67" name="Google Shape;1067;p69"/>
          <p:cNvSpPr txBox="1"/>
          <p:nvPr/>
        </p:nvSpPr>
        <p:spPr>
          <a:xfrm>
            <a:off x="4434850" y="2328600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LCEL</a:t>
            </a:r>
            <a:endParaRPr/>
          </a:p>
        </p:txBody>
      </p:sp>
      <p:sp>
        <p:nvSpPr>
          <p:cNvPr id="1068" name="Google Shape;1068;p69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2" name="Shape 1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" name="Google Shape;1073;p70"/>
          <p:cNvSpPr txBox="1"/>
          <p:nvPr/>
        </p:nvSpPr>
        <p:spPr>
          <a:xfrm>
            <a:off x="356875" y="350625"/>
            <a:ext cx="5632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Observability Strategy</a:t>
            </a:r>
            <a:r>
              <a:rPr b="1" lang="en-US" sz="30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25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74" name="Google Shape;1074;p70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5" name="Google Shape;1075;p70"/>
          <p:cNvSpPr txBox="1"/>
          <p:nvPr/>
        </p:nvSpPr>
        <p:spPr>
          <a:xfrm>
            <a:off x="956150" y="2346950"/>
            <a:ext cx="30555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latin typeface="Poppins"/>
                <a:ea typeface="Poppins"/>
                <a:cs typeface="Poppins"/>
                <a:sym typeface="Poppins"/>
              </a:rPr>
              <a:t>Callbacks</a:t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Hook into chain execution events to log metrics, stream tokens, and monitor performance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76" name="Google Shape;1076;p70"/>
          <p:cNvSpPr txBox="1"/>
          <p:nvPr/>
        </p:nvSpPr>
        <p:spPr>
          <a:xfrm>
            <a:off x="4532925" y="2308850"/>
            <a:ext cx="30000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latin typeface="Poppins"/>
                <a:ea typeface="Poppins"/>
                <a:cs typeface="Poppins"/>
                <a:sym typeface="Poppins"/>
              </a:rPr>
              <a:t>Logging</a:t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Structured logging of inputs, outputs, and errors for debugging and auditing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77" name="Google Shape;1077;p70"/>
          <p:cNvSpPr txBox="1"/>
          <p:nvPr/>
        </p:nvSpPr>
        <p:spPr>
          <a:xfrm>
            <a:off x="8429800" y="2308850"/>
            <a:ext cx="30555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latin typeface="Poppins"/>
                <a:ea typeface="Poppins"/>
                <a:cs typeface="Poppins"/>
                <a:sym typeface="Poppins"/>
              </a:rPr>
              <a:t>LangSmith/LangServe</a:t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Tracing, monitoring, and deployment for production applications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078" name="Google Shape;1078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7650" y="2476470"/>
            <a:ext cx="333125" cy="33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9" name="Google Shape;1079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66500" y="2459825"/>
            <a:ext cx="366426" cy="366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0" name="Google Shape;1080;p7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07675" y="2476475"/>
            <a:ext cx="366426" cy="366426"/>
          </a:xfrm>
          <a:prstGeom prst="rect">
            <a:avLst/>
          </a:prstGeom>
          <a:noFill/>
          <a:ln>
            <a:noFill/>
          </a:ln>
        </p:spPr>
      </p:pic>
      <p:sp>
        <p:nvSpPr>
          <p:cNvPr id="1081" name="Google Shape;1081;p70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5" name="Shape 1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Google Shape;1086;p71"/>
          <p:cNvSpPr txBox="1"/>
          <p:nvPr/>
        </p:nvSpPr>
        <p:spPr>
          <a:xfrm>
            <a:off x="356875" y="350625"/>
            <a:ext cx="5632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Observability Strategy</a:t>
            </a:r>
            <a:r>
              <a:rPr b="1" lang="en-US" sz="30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25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87" name="Google Shape;1087;p71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8" name="Google Shape;1088;p71"/>
          <p:cNvSpPr txBox="1"/>
          <p:nvPr/>
        </p:nvSpPr>
        <p:spPr>
          <a:xfrm>
            <a:off x="956150" y="2346950"/>
            <a:ext cx="30555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latin typeface="Poppins"/>
                <a:ea typeface="Poppins"/>
                <a:cs typeface="Poppins"/>
                <a:sym typeface="Poppins"/>
              </a:rPr>
              <a:t>Callbacks</a:t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Hook into chain execution events to log metrics, stream tokens, and monitor performance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89" name="Google Shape;1089;p71"/>
          <p:cNvSpPr txBox="1"/>
          <p:nvPr/>
        </p:nvSpPr>
        <p:spPr>
          <a:xfrm>
            <a:off x="4532925" y="2308850"/>
            <a:ext cx="30000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latin typeface="Poppins"/>
                <a:ea typeface="Poppins"/>
                <a:cs typeface="Poppins"/>
                <a:sym typeface="Poppins"/>
              </a:rPr>
              <a:t>Logging</a:t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Structured logging of inputs, outputs, and errors for debugging and auditing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90" name="Google Shape;1090;p71"/>
          <p:cNvSpPr txBox="1"/>
          <p:nvPr/>
        </p:nvSpPr>
        <p:spPr>
          <a:xfrm>
            <a:off x="8429800" y="2308850"/>
            <a:ext cx="30555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latin typeface="Poppins"/>
                <a:ea typeface="Poppins"/>
                <a:cs typeface="Poppins"/>
                <a:sym typeface="Poppins"/>
              </a:rPr>
              <a:t>LangSmith/LangServe</a:t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Tracing, monitoring, and deployment for production applications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091" name="Google Shape;1091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7650" y="2476470"/>
            <a:ext cx="333125" cy="33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2" name="Google Shape;1092;p7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66500" y="2459825"/>
            <a:ext cx="366426" cy="366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3" name="Google Shape;1093;p7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07675" y="2476475"/>
            <a:ext cx="366426" cy="366426"/>
          </a:xfrm>
          <a:prstGeom prst="rect">
            <a:avLst/>
          </a:prstGeom>
          <a:noFill/>
          <a:ln>
            <a:noFill/>
          </a:ln>
        </p:spPr>
      </p:pic>
      <p:sp>
        <p:nvSpPr>
          <p:cNvPr id="1094" name="Google Shape;1094;p71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8" name="Shape 1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Google Shape;1099;p72"/>
          <p:cNvSpPr txBox="1"/>
          <p:nvPr/>
        </p:nvSpPr>
        <p:spPr>
          <a:xfrm>
            <a:off x="356875" y="350625"/>
            <a:ext cx="5632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Next Steps</a:t>
            </a:r>
            <a:endParaRPr sz="25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00" name="Google Shape;1100;p72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1" name="Google Shape;1101;p72"/>
          <p:cNvSpPr txBox="1"/>
          <p:nvPr/>
        </p:nvSpPr>
        <p:spPr>
          <a:xfrm>
            <a:off x="2199388" y="2499325"/>
            <a:ext cx="30555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latin typeface="Poppins"/>
                <a:ea typeface="Poppins"/>
                <a:cs typeface="Poppins"/>
                <a:sym typeface="Poppins"/>
              </a:rPr>
              <a:t>Read</a:t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LangChain docs — Callbacks,</a:t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Memory, Tool calling, LCEL.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02" name="Google Shape;1102;p72"/>
          <p:cNvSpPr txBox="1"/>
          <p:nvPr/>
        </p:nvSpPr>
        <p:spPr>
          <a:xfrm>
            <a:off x="6743903" y="2446000"/>
            <a:ext cx="36954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latin typeface="Poppins"/>
                <a:ea typeface="Poppins"/>
                <a:cs typeface="Poppins"/>
                <a:sym typeface="Poppins"/>
              </a:rPr>
              <a:t>Practice</a:t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Build an agent that uses one tool (weather / DB) and persists user</a:t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preferences in memory.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103" name="Google Shape;1103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6050" y="2713100"/>
            <a:ext cx="434350" cy="43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4" name="Google Shape;1104;p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96000" y="2747800"/>
            <a:ext cx="521175" cy="521175"/>
          </a:xfrm>
          <a:prstGeom prst="rect">
            <a:avLst/>
          </a:prstGeom>
          <a:noFill/>
          <a:ln>
            <a:noFill/>
          </a:ln>
        </p:spPr>
      </p:pic>
      <p:sp>
        <p:nvSpPr>
          <p:cNvPr id="1105" name="Google Shape;1105;p72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9" name="Shape 1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Google Shape;1110;p73"/>
          <p:cNvSpPr/>
          <p:nvPr/>
        </p:nvSpPr>
        <p:spPr>
          <a:xfrm>
            <a:off x="4878125" y="2598603"/>
            <a:ext cx="995100" cy="105600"/>
          </a:xfrm>
          <a:prstGeom prst="roundRect">
            <a:avLst>
              <a:gd fmla="val 50000" name="adj"/>
            </a:avLst>
          </a:prstGeom>
          <a:solidFill>
            <a:srgbClr val="06B3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6B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1" name="Google Shape;1111;p73"/>
          <p:cNvSpPr txBox="1"/>
          <p:nvPr/>
        </p:nvSpPr>
        <p:spPr>
          <a:xfrm>
            <a:off x="4774597" y="2704200"/>
            <a:ext cx="23583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/>
              <a:t>Q/A</a:t>
            </a:r>
            <a:endParaRPr b="1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2" name="Google Shape;1112;p73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6" name="Shape 1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7" name="Google Shape;1117;p74"/>
          <p:cNvSpPr/>
          <p:nvPr/>
        </p:nvSpPr>
        <p:spPr>
          <a:xfrm>
            <a:off x="4878125" y="2598603"/>
            <a:ext cx="995100" cy="105600"/>
          </a:xfrm>
          <a:prstGeom prst="roundRect">
            <a:avLst>
              <a:gd fmla="val 50000" name="adj"/>
            </a:avLst>
          </a:prstGeom>
          <a:solidFill>
            <a:srgbClr val="06B3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6B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8" name="Google Shape;1118;p74"/>
          <p:cNvSpPr txBox="1"/>
          <p:nvPr/>
        </p:nvSpPr>
        <p:spPr>
          <a:xfrm>
            <a:off x="4774597" y="2704200"/>
            <a:ext cx="23583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/>
              <a:t>Thanks</a:t>
            </a:r>
            <a:endParaRPr b="1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9" name="Google Shape;1119;p74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Custom 76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6B3F3"/>
      </a:accent1>
      <a:accent2>
        <a:srgbClr val="3BC9FB"/>
      </a:accent2>
      <a:accent3>
        <a:srgbClr val="0492C4"/>
      </a:accent3>
      <a:accent4>
        <a:srgbClr val="035F7F"/>
      </a:accent4>
      <a:accent5>
        <a:srgbClr val="5B9BD5"/>
      </a:accent5>
      <a:accent6>
        <a:srgbClr val="E94C89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